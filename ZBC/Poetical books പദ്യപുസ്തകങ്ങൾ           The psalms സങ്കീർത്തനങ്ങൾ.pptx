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69" r:id="rId1"/>
  </p:sldMasterIdLst>
  <p:sldIdLst>
    <p:sldId id="256" r:id="rId2"/>
    <p:sldId id="267" r:id="rId3"/>
    <p:sldId id="268" r:id="rId4"/>
    <p:sldId id="269" r:id="rId5"/>
    <p:sldId id="270" r:id="rId6"/>
    <p:sldId id="319" r:id="rId7"/>
    <p:sldId id="272" r:id="rId8"/>
    <p:sldId id="257" r:id="rId9"/>
    <p:sldId id="259" r:id="rId10"/>
    <p:sldId id="260" r:id="rId11"/>
    <p:sldId id="277" r:id="rId12"/>
    <p:sldId id="258" r:id="rId13"/>
    <p:sldId id="261" r:id="rId14"/>
    <p:sldId id="262" r:id="rId15"/>
    <p:sldId id="263" r:id="rId16"/>
    <p:sldId id="265" r:id="rId17"/>
    <p:sldId id="273" r:id="rId18"/>
    <p:sldId id="264" r:id="rId19"/>
    <p:sldId id="266" r:id="rId20"/>
    <p:sldId id="274" r:id="rId21"/>
    <p:sldId id="275" r:id="rId22"/>
    <p:sldId id="276" r:id="rId23"/>
    <p:sldId id="278" r:id="rId24"/>
    <p:sldId id="279" r:id="rId25"/>
    <p:sldId id="280" r:id="rId26"/>
    <p:sldId id="281" r:id="rId27"/>
    <p:sldId id="282" r:id="rId28"/>
    <p:sldId id="283" r:id="rId29"/>
    <p:sldId id="284" r:id="rId30"/>
    <p:sldId id="285" r:id="rId31"/>
    <p:sldId id="291" r:id="rId32"/>
    <p:sldId id="290" r:id="rId33"/>
    <p:sldId id="287" r:id="rId34"/>
    <p:sldId id="288" r:id="rId35"/>
    <p:sldId id="292" r:id="rId36"/>
    <p:sldId id="289" r:id="rId37"/>
    <p:sldId id="293" r:id="rId38"/>
    <p:sldId id="294" r:id="rId39"/>
    <p:sldId id="296" r:id="rId40"/>
    <p:sldId id="295" r:id="rId41"/>
    <p:sldId id="297" r:id="rId42"/>
    <p:sldId id="298" r:id="rId43"/>
    <p:sldId id="299" r:id="rId44"/>
    <p:sldId id="300" r:id="rId45"/>
    <p:sldId id="301" r:id="rId46"/>
    <p:sldId id="302" r:id="rId47"/>
    <p:sldId id="303" r:id="rId48"/>
    <p:sldId id="304" r:id="rId49"/>
    <p:sldId id="305" r:id="rId50"/>
    <p:sldId id="306" r:id="rId51"/>
    <p:sldId id="307" r:id="rId52"/>
    <p:sldId id="313" r:id="rId53"/>
    <p:sldId id="308" r:id="rId54"/>
    <p:sldId id="312" r:id="rId55"/>
    <p:sldId id="309" r:id="rId56"/>
    <p:sldId id="310" r:id="rId57"/>
    <p:sldId id="317" r:id="rId58"/>
    <p:sldId id="315" r:id="rId59"/>
    <p:sldId id="314" r:id="rId60"/>
    <p:sldId id="320" r:id="rId61"/>
    <p:sldId id="321" r:id="rId62"/>
    <p:sldId id="322" r:id="rId63"/>
    <p:sldId id="318" r:id="rId6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60"/>
  </p:normalViewPr>
  <p:slideViewPr>
    <p:cSldViewPr snapToGrid="0">
      <p:cViewPr varScale="1">
        <p:scale>
          <a:sx n="87" d="100"/>
          <a:sy n="87" d="100"/>
        </p:scale>
        <p:origin x="48"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61" Type="http://schemas.openxmlformats.org/officeDocument/2006/relationships/slide" Target="slides/slide60.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54955" y="1447800"/>
            <a:ext cx="8825658" cy="3329581"/>
          </a:xfrm>
        </p:spPr>
        <p:txBody>
          <a:bodyPr anchor="b"/>
          <a:lstStyle>
            <a:lvl1pPr>
              <a:defRPr sz="7200"/>
            </a:lvl1pPr>
          </a:lstStyle>
          <a:p>
            <a:r>
              <a:rPr lang="en-US" smtClean="0"/>
              <a:t>Click to edit Master title style</a:t>
            </a:r>
            <a:endParaRPr lang="en-US" dirty="0"/>
          </a:p>
        </p:txBody>
      </p:sp>
      <p:sp>
        <p:nvSpPr>
          <p:cNvPr id="3" name="Subtitle 2"/>
          <p:cNvSpPr>
            <a:spLocks noGrp="1"/>
          </p:cNvSpPr>
          <p:nvPr>
            <p:ph type="subTitle" idx="1"/>
          </p:nvPr>
        </p:nvSpPr>
        <p:spPr>
          <a:xfrm>
            <a:off x="1154955" y="4777380"/>
            <a:ext cx="8825658" cy="861420"/>
          </a:xfrm>
        </p:spPr>
        <p:txBody>
          <a:bodyPr anchor="t"/>
          <a:lstStyle>
            <a:lvl1pPr marL="0" indent="0" algn="l">
              <a:buNone/>
              <a:defRPr cap="all">
                <a:solidFill>
                  <a:schemeClr val="bg2">
                    <a:lumMod val="40000"/>
                    <a:lumOff val="6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8/19/2026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43485307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7" name="Date Placeholder 3"/>
          <p:cNvSpPr>
            <a:spLocks noGrp="1"/>
          </p:cNvSpPr>
          <p:nvPr>
            <p:ph type="dt" sz="half" idx="10"/>
          </p:nvPr>
        </p:nvSpPr>
        <p:spPr/>
        <p:txBody>
          <a:bodyPr/>
          <a:lstStyle/>
          <a:p>
            <a:fld id="{B61BEF0D-F0BB-DE4B-95CE-6DB70DBA9567}" type="datetimeFigureOut">
              <a:rPr lang="en-US" smtClean="0"/>
              <a:pPr/>
              <a:t>8/19/2026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18161181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54956" y="2861733"/>
            <a:ext cx="8825657" cy="1915647"/>
          </a:xfrm>
        </p:spPr>
        <p:txBody>
          <a:bodyPr anchor="b"/>
          <a:lstStyle>
            <a:lvl1pPr algn="l">
              <a:defRPr sz="40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1154955" y="4777381"/>
            <a:ext cx="8825658" cy="860400"/>
          </a:xfrm>
        </p:spPr>
        <p:txBody>
          <a:bodyPr anchor="t"/>
          <a:lstStyle>
            <a:lvl1pPr marL="0" indent="0" algn="l">
              <a:buNone/>
              <a:defRPr sz="2000" cap="all">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8/19/2026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19826863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sz="half" idx="1"/>
          </p:nvPr>
        </p:nvSpPr>
        <p:spPr>
          <a:xfrm>
            <a:off x="1103312" y="2060575"/>
            <a:ext cx="4396339" cy="4195763"/>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Content Placeholder 3"/>
          <p:cNvSpPr>
            <a:spLocks noGrp="1"/>
          </p:cNvSpPr>
          <p:nvPr>
            <p:ph sz="half" idx="2"/>
          </p:nvPr>
        </p:nvSpPr>
        <p:spPr>
          <a:xfrm>
            <a:off x="5654493" y="2056092"/>
            <a:ext cx="4396341" cy="4200245"/>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8/19/2026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27791993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dirty="0"/>
          </a:p>
        </p:txBody>
      </p:sp>
      <p:sp>
        <p:nvSpPr>
          <p:cNvPr id="3" name="Text Placeholder 2"/>
          <p:cNvSpPr>
            <a:spLocks noGrp="1"/>
          </p:cNvSpPr>
          <p:nvPr>
            <p:ph type="body" idx="1"/>
          </p:nvPr>
        </p:nvSpPr>
        <p:spPr>
          <a:xfrm>
            <a:off x="1103313" y="1905000"/>
            <a:ext cx="4396338"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1103312"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Text Placeholder 4"/>
          <p:cNvSpPr>
            <a:spLocks noGrp="1"/>
          </p:cNvSpPr>
          <p:nvPr>
            <p:ph type="body" sz="quarter" idx="3"/>
          </p:nvPr>
        </p:nvSpPr>
        <p:spPr>
          <a:xfrm>
            <a:off x="5654495" y="1905000"/>
            <a:ext cx="4396339"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5654495"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8/19/2026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93821342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7" name="Date Placeholder 2"/>
          <p:cNvSpPr>
            <a:spLocks noGrp="1"/>
          </p:cNvSpPr>
          <p:nvPr>
            <p:ph type="dt" sz="half" idx="10"/>
          </p:nvPr>
        </p:nvSpPr>
        <p:spPr/>
        <p:txBody>
          <a:bodyPr/>
          <a:lstStyle/>
          <a:p>
            <a:fld id="{B61BEF0D-F0BB-DE4B-95CE-6DB70DBA9567}" type="datetimeFigureOut">
              <a:rPr lang="en-US" smtClean="0"/>
              <a:pPr/>
              <a:t>8/19/2026</a:t>
            </a:fld>
            <a:endParaRPr lang="en-US" dirty="0"/>
          </a:p>
        </p:txBody>
      </p:sp>
      <p:sp>
        <p:nvSpPr>
          <p:cNvPr id="5" name="Footer Placeholder 3"/>
          <p:cNvSpPr>
            <a:spLocks noGrp="1"/>
          </p:cNvSpPr>
          <p:nvPr>
            <p:ph type="ftr" sz="quarter" idx="11"/>
          </p:nvPr>
        </p:nvSpPr>
        <p:spPr/>
        <p:txBody>
          <a:bodyPr/>
          <a:lstStyle/>
          <a:p>
            <a:endParaRPr lang="en-US" dirty="0"/>
          </a:p>
        </p:txBody>
      </p:sp>
      <p:sp>
        <p:nvSpPr>
          <p:cNvPr id="6"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7764496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7" name="Date Placeholder 1"/>
          <p:cNvSpPr>
            <a:spLocks noGrp="1"/>
          </p:cNvSpPr>
          <p:nvPr>
            <p:ph type="dt" sz="half" idx="10"/>
          </p:nvPr>
        </p:nvSpPr>
        <p:spPr/>
        <p:txBody>
          <a:bodyPr/>
          <a:lstStyle/>
          <a:p>
            <a:fld id="{B61BEF0D-F0BB-DE4B-95CE-6DB70DBA9567}" type="datetimeFigureOut">
              <a:rPr lang="en-US" smtClean="0"/>
              <a:pPr/>
              <a:t>8/19/2026</a:t>
            </a:fld>
            <a:endParaRPr lang="en-US" dirty="0"/>
          </a:p>
        </p:txBody>
      </p:sp>
      <p:sp>
        <p:nvSpPr>
          <p:cNvPr id="5" name="Footer Placeholder 2"/>
          <p:cNvSpPr>
            <a:spLocks noGrp="1"/>
          </p:cNvSpPr>
          <p:nvPr>
            <p:ph type="ftr" sz="quarter" idx="11"/>
          </p:nvPr>
        </p:nvSpPr>
        <p:spPr/>
        <p:txBody>
          <a:bodyPr/>
          <a:lstStyle/>
          <a:p>
            <a:endParaRPr lang="en-US" dirty="0"/>
          </a:p>
        </p:txBody>
      </p:sp>
      <p:sp>
        <p:nvSpPr>
          <p:cNvPr id="6"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04418664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3" y="1447800"/>
            <a:ext cx="3401064" cy="1447800"/>
          </a:xfrm>
        </p:spPr>
        <p:txBody>
          <a:bodyPr anchor="b"/>
          <a:lstStyle>
            <a:lvl1pPr algn="l">
              <a:defRPr sz="2400" b="0"/>
            </a:lvl1pPr>
          </a:lstStyle>
          <a:p>
            <a:r>
              <a:rPr lang="en-US" smtClean="0"/>
              <a:t>Click to edit Master title style</a:t>
            </a:r>
            <a:endParaRPr lang="en-US" dirty="0"/>
          </a:p>
        </p:txBody>
      </p:sp>
      <p:sp>
        <p:nvSpPr>
          <p:cNvPr id="3" name="Content Placeholder 2"/>
          <p:cNvSpPr>
            <a:spLocks noGrp="1"/>
          </p:cNvSpPr>
          <p:nvPr>
            <p:ph idx="1"/>
          </p:nvPr>
        </p:nvSpPr>
        <p:spPr>
          <a:xfrm>
            <a:off x="4784616" y="1447800"/>
            <a:ext cx="5195997" cy="4572000"/>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Text Placeholder 3"/>
          <p:cNvSpPr>
            <a:spLocks noGrp="1"/>
          </p:cNvSpPr>
          <p:nvPr>
            <p:ph type="body" sz="half" idx="2"/>
          </p:nvPr>
        </p:nvSpPr>
        <p:spPr>
          <a:xfrm>
            <a:off x="1154953" y="3129280"/>
            <a:ext cx="3401063" cy="2895599"/>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7" name="Date Placeholder 4"/>
          <p:cNvSpPr>
            <a:spLocks noGrp="1"/>
          </p:cNvSpPr>
          <p:nvPr>
            <p:ph type="dt" sz="half" idx="10"/>
          </p:nvPr>
        </p:nvSpPr>
        <p:spPr/>
        <p:txBody>
          <a:bodyPr/>
          <a:lstStyle/>
          <a:p>
            <a:fld id="{B61BEF0D-F0BB-DE4B-95CE-6DB70DBA9567}" type="datetimeFigureOut">
              <a:rPr lang="en-US" smtClean="0"/>
              <a:pPr/>
              <a:t>8/19/2026</a:t>
            </a:fld>
            <a:endParaRPr lang="en-US" dirty="0"/>
          </a:p>
        </p:txBody>
      </p:sp>
      <p:sp>
        <p:nvSpPr>
          <p:cNvPr id="5" name="Footer Placeholder 5"/>
          <p:cNvSpPr>
            <a:spLocks noGrp="1"/>
          </p:cNvSpPr>
          <p:nvPr>
            <p:ph type="ftr" sz="quarter" idx="11"/>
          </p:nvPr>
        </p:nvSpPr>
        <p:spPr/>
        <p:txBody>
          <a:bodyPr/>
          <a:lstStyle/>
          <a:p>
            <a:endParaRPr lang="en-US" dirty="0"/>
          </a:p>
        </p:txBody>
      </p:sp>
      <p:sp>
        <p:nvSpPr>
          <p:cNvPr id="6"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225871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3907" y="1854192"/>
            <a:ext cx="5092906" cy="1574808"/>
          </a:xfrm>
        </p:spPr>
        <p:txBody>
          <a:bodyPr anchor="b">
            <a:normAutofit/>
          </a:bodyPr>
          <a:lstStyle>
            <a:lvl1pPr algn="l">
              <a:defRPr sz="3600" b="0"/>
            </a:lvl1pPr>
          </a:lstStyle>
          <a:p>
            <a:r>
              <a:rPr lang="en-US" smtClean="0"/>
              <a:t>Click to edit Master title style</a:t>
            </a:r>
            <a:endParaRPr lang="en-US" dirty="0"/>
          </a:p>
        </p:txBody>
      </p:sp>
      <p:sp>
        <p:nvSpPr>
          <p:cNvPr id="3" name="Picture Placeholder 2"/>
          <p:cNvSpPr>
            <a:spLocks noGrp="1" noChangeAspect="1"/>
          </p:cNvSpPr>
          <p:nvPr>
            <p:ph type="pic" idx="1"/>
          </p:nvPr>
        </p:nvSpPr>
        <p:spPr>
          <a:xfrm>
            <a:off x="6949546" y="1143000"/>
            <a:ext cx="3200400" cy="4572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4" name="Text Placeholder 3"/>
          <p:cNvSpPr>
            <a:spLocks noGrp="1"/>
          </p:cNvSpPr>
          <p:nvPr>
            <p:ph type="body" sz="half" idx="2"/>
          </p:nvPr>
        </p:nvSpPr>
        <p:spPr>
          <a:xfrm>
            <a:off x="1154954" y="3657600"/>
            <a:ext cx="5084979" cy="1371600"/>
          </a:xfrm>
        </p:spPr>
        <p:txBody>
          <a:bodyPr>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8/19/2026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75666932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6" y="4800587"/>
            <a:ext cx="8825657" cy="566738"/>
          </a:xfrm>
        </p:spPr>
        <p:txBody>
          <a:bodyPr anchor="b">
            <a:normAutofit/>
          </a:bodyPr>
          <a:lstStyle>
            <a:lvl1pPr algn="l">
              <a:defRPr sz="2400" b="0"/>
            </a:lvl1pPr>
          </a:lstStyle>
          <a:p>
            <a:r>
              <a:rPr lang="en-US" smtClean="0"/>
              <a:t>Click to edit Master title style</a:t>
            </a:r>
            <a:endParaRPr lang="en-US" dirty="0"/>
          </a:p>
        </p:txBody>
      </p:sp>
      <p:sp>
        <p:nvSpPr>
          <p:cNvPr id="3" name="Picture Placeholder 2"/>
          <p:cNvSpPr>
            <a:spLocks noGrp="1" noChangeAspect="1"/>
          </p:cNvSpPr>
          <p:nvPr>
            <p:ph type="pic" idx="1"/>
          </p:nvPr>
        </p:nvSpPr>
        <p:spPr>
          <a:xfrm>
            <a:off x="1154955" y="685800"/>
            <a:ext cx="8825658" cy="3640666"/>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4" name="Text Placeholder 3"/>
          <p:cNvSpPr>
            <a:spLocks noGrp="1"/>
          </p:cNvSpPr>
          <p:nvPr>
            <p:ph type="body" sz="half" idx="2"/>
          </p:nvPr>
        </p:nvSpPr>
        <p:spPr>
          <a:xfrm>
            <a:off x="1154956" y="5367325"/>
            <a:ext cx="8825656"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8/19/2026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11779977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4" y="1447800"/>
            <a:ext cx="8825659" cy="1981200"/>
          </a:xfrm>
        </p:spPr>
        <p:txBody>
          <a:bodyPr/>
          <a:lstStyle>
            <a:lvl1pPr>
              <a:defRPr sz="4800"/>
            </a:lvl1pPr>
          </a:lstStyle>
          <a:p>
            <a:r>
              <a:rPr lang="en-US" smtClean="0"/>
              <a:t>Click to edit Master title style</a:t>
            </a:r>
            <a:endParaRPr lang="en-US" dirty="0"/>
          </a:p>
        </p:txBody>
      </p:sp>
      <p:sp>
        <p:nvSpPr>
          <p:cNvPr id="8" name="Text Placeholder 3"/>
          <p:cNvSpPr>
            <a:spLocks noGrp="1"/>
          </p:cNvSpPr>
          <p:nvPr>
            <p:ph type="body" sz="half" idx="2"/>
          </p:nvPr>
        </p:nvSpPr>
        <p:spPr>
          <a:xfrm>
            <a:off x="1154954" y="3657600"/>
            <a:ext cx="8825659" cy="23622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8/19/2026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17656357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574801" y="1447800"/>
            <a:ext cx="7999315" cy="2323374"/>
          </a:xfrm>
        </p:spPr>
        <p:txBody>
          <a:bodyPr/>
          <a:lstStyle>
            <a:lvl1pPr>
              <a:defRPr sz="4800"/>
            </a:lvl1pPr>
          </a:lstStyle>
          <a:p>
            <a:r>
              <a:rPr lang="en-US" smtClean="0"/>
              <a:t>Click to edit Master title style</a:t>
            </a:r>
            <a:endParaRPr lang="en-US" dirty="0"/>
          </a:p>
        </p:txBody>
      </p:sp>
      <p:sp>
        <p:nvSpPr>
          <p:cNvPr id="11" name="Text Placeholder 3"/>
          <p:cNvSpPr>
            <a:spLocks noGrp="1"/>
          </p:cNvSpPr>
          <p:nvPr>
            <p:ph type="body" sz="half" idx="14"/>
          </p:nvPr>
        </p:nvSpPr>
        <p:spPr>
          <a:xfrm>
            <a:off x="1930400" y="3771174"/>
            <a:ext cx="7279649" cy="342174"/>
          </a:xfrm>
        </p:spPr>
        <p:txBody>
          <a:bodyPr vert="horz" lIns="91440" tIns="45720" rIns="91440" bIns="45720" rtlCol="0" anchor="t">
            <a:normAutofit/>
          </a:bodyPr>
          <a:lstStyle>
            <a:lvl1pPr marL="0" indent="0">
              <a:buNone/>
              <a:defRPr lang="en-US" sz="1400" b="0" i="0" kern="1200" cap="small" dirty="0">
                <a:solidFill>
                  <a:schemeClr val="bg2">
                    <a:lumMod val="40000"/>
                    <a:lumOff val="60000"/>
                  </a:schemeClr>
                </a:solidFill>
                <a:latin typeface="+mj-lt"/>
                <a:ea typeface="+mj-ea"/>
                <a:cs typeface="+mj-cs"/>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marL="0" lvl="0" indent="0">
              <a:buNone/>
            </a:pPr>
            <a:r>
              <a:rPr lang="en-US" smtClean="0"/>
              <a:t>Click to edit Master text styles</a:t>
            </a:r>
          </a:p>
        </p:txBody>
      </p:sp>
      <p:sp>
        <p:nvSpPr>
          <p:cNvPr id="10" name="Text Placeholder 3"/>
          <p:cNvSpPr>
            <a:spLocks noGrp="1"/>
          </p:cNvSpPr>
          <p:nvPr>
            <p:ph type="body" sz="half" idx="2"/>
          </p:nvPr>
        </p:nvSpPr>
        <p:spPr>
          <a:xfrm>
            <a:off x="1154954" y="4350657"/>
            <a:ext cx="8825659" cy="16764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8/19/2026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12" name="TextBox 11"/>
          <p:cNvSpPr txBox="1"/>
          <p:nvPr/>
        </p:nvSpPr>
        <p:spPr>
          <a:xfrm>
            <a:off x="898295" y="971253"/>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dirty="0"/>
              <a:t>“</a:t>
            </a:r>
          </a:p>
        </p:txBody>
      </p:sp>
      <p:sp>
        <p:nvSpPr>
          <p:cNvPr id="15" name="TextBox 14"/>
          <p:cNvSpPr txBox="1"/>
          <p:nvPr/>
        </p:nvSpPr>
        <p:spPr>
          <a:xfrm>
            <a:off x="9330490" y="2613787"/>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dirty="0"/>
              <a:t>”</a:t>
            </a:r>
          </a:p>
        </p:txBody>
      </p:sp>
    </p:spTree>
    <p:extLst>
      <p:ext uri="{BB962C8B-B14F-4D97-AF65-F5344CB8AC3E}">
        <p14:creationId xmlns:p14="http://schemas.microsoft.com/office/powerpoint/2010/main" val="78232850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54954" y="3124201"/>
            <a:ext cx="8825660" cy="1653180"/>
          </a:xfrm>
        </p:spPr>
        <p:txBody>
          <a:bodyPr anchor="b"/>
          <a:lstStyle>
            <a:lvl1pPr algn="l">
              <a:defRPr sz="40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1154954" y="4777381"/>
            <a:ext cx="8825659" cy="860400"/>
          </a:xfrm>
        </p:spPr>
        <p:txBody>
          <a:bodyPr anchor="t"/>
          <a:lstStyle>
            <a:lvl1pPr marL="0" indent="0" algn="l">
              <a:buNone/>
              <a:defRPr sz="2000" cap="none">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8/19/2026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2335380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US" smtClean="0"/>
              <a:t>Click to edit Master title style</a:t>
            </a:r>
            <a:endParaRPr lang="en-US" dirty="0"/>
          </a:p>
        </p:txBody>
      </p:sp>
      <p:sp>
        <p:nvSpPr>
          <p:cNvPr id="3" name="Text Placeholder 2"/>
          <p:cNvSpPr>
            <a:spLocks noGrp="1"/>
          </p:cNvSpPr>
          <p:nvPr>
            <p:ph type="body" idx="1"/>
          </p:nvPr>
        </p:nvSpPr>
        <p:spPr>
          <a:xfrm>
            <a:off x="632947" y="1981200"/>
            <a:ext cx="2946866"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16" name="Text Placeholder 3"/>
          <p:cNvSpPr>
            <a:spLocks noGrp="1"/>
          </p:cNvSpPr>
          <p:nvPr>
            <p:ph type="body" sz="half" idx="15"/>
          </p:nvPr>
        </p:nvSpPr>
        <p:spPr>
          <a:xfrm>
            <a:off x="652463" y="2667000"/>
            <a:ext cx="2927350"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Text Placeholder 4"/>
          <p:cNvSpPr>
            <a:spLocks noGrp="1"/>
          </p:cNvSpPr>
          <p:nvPr>
            <p:ph type="body" sz="quarter" idx="3"/>
          </p:nvPr>
        </p:nvSpPr>
        <p:spPr>
          <a:xfrm>
            <a:off x="3883659" y="1981200"/>
            <a:ext cx="2936241"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19" name="Text Placeholder 3"/>
          <p:cNvSpPr>
            <a:spLocks noGrp="1"/>
          </p:cNvSpPr>
          <p:nvPr>
            <p:ph type="body" sz="half" idx="16"/>
          </p:nvPr>
        </p:nvSpPr>
        <p:spPr>
          <a:xfrm>
            <a:off x="3873106" y="2667000"/>
            <a:ext cx="2946794"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14" name="Text Placeholder 4"/>
          <p:cNvSpPr>
            <a:spLocks noGrp="1"/>
          </p:cNvSpPr>
          <p:nvPr>
            <p:ph type="body" sz="quarter" idx="13"/>
          </p:nvPr>
        </p:nvSpPr>
        <p:spPr>
          <a:xfrm>
            <a:off x="7124700" y="1981200"/>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20" name="Text Placeholder 3"/>
          <p:cNvSpPr>
            <a:spLocks noGrp="1"/>
          </p:cNvSpPr>
          <p:nvPr>
            <p:ph type="body" sz="half" idx="17"/>
          </p:nvPr>
        </p:nvSpPr>
        <p:spPr>
          <a:xfrm>
            <a:off x="7124700" y="2667000"/>
            <a:ext cx="2932113"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cxnSp>
        <p:nvCxnSpPr>
          <p:cNvPr id="17" name="Straight Connector 16"/>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B61BEF0D-F0BB-DE4B-95CE-6DB70DBA9567}" type="datetimeFigureOut">
              <a:rPr lang="en-US" smtClean="0"/>
              <a:pPr/>
              <a:t>8/19/2026</a:t>
            </a:fld>
            <a:endParaRPr lang="en-US" dirty="0"/>
          </a:p>
        </p:txBody>
      </p:sp>
      <p:sp>
        <p:nvSpPr>
          <p:cNvPr id="4"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8705383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US" smtClean="0"/>
              <a:t>Click to edit Master title style</a:t>
            </a:r>
            <a:endParaRPr lang="en-US" dirty="0"/>
          </a:p>
        </p:txBody>
      </p:sp>
      <p:sp>
        <p:nvSpPr>
          <p:cNvPr id="3" name="Text Placeholder 2"/>
          <p:cNvSpPr>
            <a:spLocks noGrp="1"/>
          </p:cNvSpPr>
          <p:nvPr>
            <p:ph type="body" idx="1"/>
          </p:nvPr>
        </p:nvSpPr>
        <p:spPr>
          <a:xfrm>
            <a:off x="652463" y="4250949"/>
            <a:ext cx="2940050"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29" name="Picture Placeholder 2"/>
          <p:cNvSpPr>
            <a:spLocks noGrp="1" noChangeAspect="1"/>
          </p:cNvSpPr>
          <p:nvPr>
            <p:ph type="pic" idx="15"/>
          </p:nvPr>
        </p:nvSpPr>
        <p:spPr>
          <a:xfrm>
            <a:off x="652463" y="2209800"/>
            <a:ext cx="2940050"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22" name="Text Placeholder 3"/>
          <p:cNvSpPr>
            <a:spLocks noGrp="1"/>
          </p:cNvSpPr>
          <p:nvPr>
            <p:ph type="body" sz="half" idx="18"/>
          </p:nvPr>
        </p:nvSpPr>
        <p:spPr>
          <a:xfrm>
            <a:off x="652463" y="4827211"/>
            <a:ext cx="2940050"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Text Placeholder 4"/>
          <p:cNvSpPr>
            <a:spLocks noGrp="1"/>
          </p:cNvSpPr>
          <p:nvPr>
            <p:ph type="body" sz="quarter" idx="3"/>
          </p:nvPr>
        </p:nvSpPr>
        <p:spPr>
          <a:xfrm>
            <a:off x="3889375" y="4250949"/>
            <a:ext cx="2930525"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30" name="Picture Placeholder 2"/>
          <p:cNvSpPr>
            <a:spLocks noGrp="1" noChangeAspect="1"/>
          </p:cNvSpPr>
          <p:nvPr>
            <p:ph type="pic" idx="21"/>
          </p:nvPr>
        </p:nvSpPr>
        <p:spPr>
          <a:xfrm>
            <a:off x="3889374" y="2209800"/>
            <a:ext cx="2930525"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23" name="Text Placeholder 3"/>
          <p:cNvSpPr>
            <a:spLocks noGrp="1"/>
          </p:cNvSpPr>
          <p:nvPr>
            <p:ph type="body" sz="half" idx="19"/>
          </p:nvPr>
        </p:nvSpPr>
        <p:spPr>
          <a:xfrm>
            <a:off x="3888022" y="4827210"/>
            <a:ext cx="2934406"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14" name="Text Placeholder 4"/>
          <p:cNvSpPr>
            <a:spLocks noGrp="1"/>
          </p:cNvSpPr>
          <p:nvPr>
            <p:ph type="body" sz="quarter" idx="13"/>
          </p:nvPr>
        </p:nvSpPr>
        <p:spPr>
          <a:xfrm>
            <a:off x="7124700" y="4250949"/>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31" name="Picture Placeholder 2"/>
          <p:cNvSpPr>
            <a:spLocks noGrp="1" noChangeAspect="1"/>
          </p:cNvSpPr>
          <p:nvPr>
            <p:ph type="pic" idx="22"/>
          </p:nvPr>
        </p:nvSpPr>
        <p:spPr>
          <a:xfrm>
            <a:off x="7124699" y="2209800"/>
            <a:ext cx="2932113"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24" name="Text Placeholder 3"/>
          <p:cNvSpPr>
            <a:spLocks noGrp="1"/>
          </p:cNvSpPr>
          <p:nvPr>
            <p:ph type="body" sz="half" idx="20"/>
          </p:nvPr>
        </p:nvSpPr>
        <p:spPr>
          <a:xfrm>
            <a:off x="7124575" y="4827208"/>
            <a:ext cx="2935997"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cxnSp>
        <p:nvCxnSpPr>
          <p:cNvPr id="19" name="Straight Connector 18"/>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B61BEF0D-F0BB-DE4B-95CE-6DB70DBA9567}" type="datetimeFigureOut">
              <a:rPr lang="en-US" smtClean="0"/>
              <a:pPr/>
              <a:t>8/19/2026</a:t>
            </a:fld>
            <a:endParaRPr lang="en-US" dirty="0"/>
          </a:p>
        </p:txBody>
      </p:sp>
      <p:sp>
        <p:nvSpPr>
          <p:cNvPr id="4"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3779507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Vertical Text Placeholder 2"/>
          <p:cNvSpPr>
            <a:spLocks noGrp="1"/>
          </p:cNvSpPr>
          <p:nvPr>
            <p:ph type="body" orient="vert" idx="1"/>
          </p:nvPr>
        </p:nvSpPr>
        <p:spPr/>
        <p:txBody>
          <a:bodyPr vert="eaVert" anchor="t" anchorCtr="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8/19/2026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218428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304212" y="430213"/>
            <a:ext cx="1752601" cy="5826125"/>
          </a:xfrm>
        </p:spPr>
        <p:txBody>
          <a:bodyPr vert="eaVert" anchor="b" anchorCtr="0"/>
          <a:lstStyle/>
          <a:p>
            <a:r>
              <a:rPr lang="en-US" smtClean="0"/>
              <a:t>Click to edit Master title style</a:t>
            </a:r>
            <a:endParaRPr lang="en-US" dirty="0"/>
          </a:p>
        </p:txBody>
      </p:sp>
      <p:sp>
        <p:nvSpPr>
          <p:cNvPr id="3" name="Vertical Text Placeholder 2"/>
          <p:cNvSpPr>
            <a:spLocks noGrp="1"/>
          </p:cNvSpPr>
          <p:nvPr>
            <p:ph type="body" orient="vert" idx="1"/>
          </p:nvPr>
        </p:nvSpPr>
        <p:spPr>
          <a:xfrm>
            <a:off x="652463" y="887414"/>
            <a:ext cx="7423149" cy="5368924"/>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8/19/2026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5879545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21" Type="http://schemas.openxmlformats.org/officeDocument/2006/relationships/image" Target="../media/image4.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image" Target="../media/image5.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8" name="Picture 7"/>
          <p:cNvPicPr>
            <a:picLocks noChangeAspect="1"/>
          </p:cNvPicPr>
          <p:nvPr/>
        </p:nvPicPr>
        <p:blipFill rotWithShape="1">
          <a:blip r:embed="rId19">
            <a:extLst>
              <a:ext uri="{28A0092B-C50C-407E-A947-70E740481C1C}">
                <a14:useLocalDpi xmlns:a14="http://schemas.microsoft.com/office/drawing/2010/main" val="0"/>
              </a:ext>
            </a:extLst>
          </a:blip>
          <a:srcRect l="3613"/>
          <a:stretch/>
        </p:blipFill>
        <p:spPr>
          <a:xfrm>
            <a:off x="0" y="2669685"/>
            <a:ext cx="4037012" cy="4188315"/>
          </a:xfrm>
          <a:prstGeom prst="rect">
            <a:avLst/>
          </a:prstGeom>
        </p:spPr>
      </p:pic>
      <p:pic>
        <p:nvPicPr>
          <p:cNvPr id="7" name="Picture 6"/>
          <p:cNvPicPr>
            <a:picLocks noChangeAspect="1"/>
          </p:cNvPicPr>
          <p:nvPr/>
        </p:nvPicPr>
        <p:blipFill rotWithShape="1">
          <a:blip r:embed="rId20">
            <a:extLst>
              <a:ext uri="{28A0092B-C50C-407E-A947-70E740481C1C}">
                <a14:useLocalDpi xmlns:a14="http://schemas.microsoft.com/office/drawing/2010/main" val="0"/>
              </a:ext>
            </a:extLst>
          </a:blip>
          <a:srcRect l="35640"/>
          <a:stretch/>
        </p:blipFill>
        <p:spPr>
          <a:xfrm>
            <a:off x="0" y="2892347"/>
            <a:ext cx="1522412" cy="2365453"/>
          </a:xfrm>
          <a:prstGeom prst="rect">
            <a:avLst/>
          </a:prstGeom>
        </p:spPr>
      </p:pic>
      <p:sp>
        <p:nvSpPr>
          <p:cNvPr id="16" name="Oval 15"/>
          <p:cNvSpPr/>
          <p:nvPr/>
        </p:nvSpPr>
        <p:spPr>
          <a:xfrm>
            <a:off x="8609012" y="1676400"/>
            <a:ext cx="2819400" cy="2819400"/>
          </a:xfrm>
          <a:prstGeom prst="ellipse">
            <a:avLst/>
          </a:prstGeom>
          <a:gradFill flip="none" rotWithShape="1">
            <a:gsLst>
              <a:gs pos="0">
                <a:schemeClr val="bg2">
                  <a:lumMod val="60000"/>
                  <a:lumOff val="40000"/>
                  <a:alpha val="7000"/>
                </a:schemeClr>
              </a:gs>
              <a:gs pos="69000">
                <a:schemeClr val="bg2">
                  <a:lumMod val="60000"/>
                  <a:lumOff val="40000"/>
                  <a:alpha val="0"/>
                </a:schemeClr>
              </a:gs>
              <a:gs pos="36000">
                <a:schemeClr val="bg2">
                  <a:lumMod val="60000"/>
                  <a:lumOff val="40000"/>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pic>
        <p:nvPicPr>
          <p:cNvPr id="9" name="Picture 8"/>
          <p:cNvPicPr>
            <a:picLocks noChangeAspect="1"/>
          </p:cNvPicPr>
          <p:nvPr/>
        </p:nvPicPr>
        <p:blipFill rotWithShape="1">
          <a:blip r:embed="rId21">
            <a:extLst>
              <a:ext uri="{28A0092B-C50C-407E-A947-70E740481C1C}">
                <a14:useLocalDpi xmlns:a14="http://schemas.microsoft.com/office/drawing/2010/main" val="0"/>
              </a:ext>
            </a:extLst>
          </a:blip>
          <a:srcRect t="28813"/>
          <a:stretch/>
        </p:blipFill>
        <p:spPr>
          <a:xfrm>
            <a:off x="7999412" y="0"/>
            <a:ext cx="1603387" cy="1141407"/>
          </a:xfrm>
          <a:prstGeom prst="rect">
            <a:avLst/>
          </a:prstGeom>
        </p:spPr>
      </p:pic>
      <p:pic>
        <p:nvPicPr>
          <p:cNvPr id="10" name="Picture 9"/>
          <p:cNvPicPr>
            <a:picLocks noChangeAspect="1"/>
          </p:cNvPicPr>
          <p:nvPr/>
        </p:nvPicPr>
        <p:blipFill rotWithShape="1">
          <a:blip r:embed="rId22">
            <a:extLst>
              <a:ext uri="{28A0092B-C50C-407E-A947-70E740481C1C}">
                <a14:useLocalDpi xmlns:a14="http://schemas.microsoft.com/office/drawing/2010/main" val="0"/>
              </a:ext>
            </a:extLst>
          </a:blip>
          <a:srcRect b="23320"/>
          <a:stretch/>
        </p:blipFill>
        <p:spPr>
          <a:xfrm>
            <a:off x="8605878" y="6096000"/>
            <a:ext cx="993734" cy="762000"/>
          </a:xfrm>
          <a:prstGeom prst="rect">
            <a:avLst/>
          </a:prstGeom>
        </p:spPr>
      </p:pic>
      <p:sp>
        <p:nvSpPr>
          <p:cNvPr id="14" name="Rectangle 13"/>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2" name="Title Placeholder 1"/>
          <p:cNvSpPr>
            <a:spLocks noGrp="1"/>
          </p:cNvSpPr>
          <p:nvPr>
            <p:ph type="title"/>
          </p:nvPr>
        </p:nvSpPr>
        <p:spPr>
          <a:xfrm>
            <a:off x="646111" y="452718"/>
            <a:ext cx="9404723" cy="1400530"/>
          </a:xfrm>
          <a:prstGeom prst="rect">
            <a:avLst/>
          </a:prstGeom>
        </p:spPr>
        <p:txBody>
          <a:bodyPr vert="horz" lIns="91440" tIns="45720" rIns="91440" bIns="45720" rtlCol="0" anchor="t">
            <a:noAutofit/>
          </a:bodyPr>
          <a:lstStyle/>
          <a:p>
            <a:r>
              <a:rPr lang="en-US" smtClean="0"/>
              <a:t>Click to edit Master title style</a:t>
            </a:r>
            <a:endParaRPr lang="en-US" dirty="0"/>
          </a:p>
        </p:txBody>
      </p:sp>
      <p:sp>
        <p:nvSpPr>
          <p:cNvPr id="3" name="Text Placeholder 2"/>
          <p:cNvSpPr>
            <a:spLocks noGrp="1"/>
          </p:cNvSpPr>
          <p:nvPr>
            <p:ph type="body" idx="1"/>
          </p:nvPr>
        </p:nvSpPr>
        <p:spPr>
          <a:xfrm>
            <a:off x="1103312" y="2052918"/>
            <a:ext cx="8946541" cy="4195481"/>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2"/>
          </p:nvPr>
        </p:nvSpPr>
        <p:spPr>
          <a:xfrm rot="5400000">
            <a:off x="10155639" y="1790701"/>
            <a:ext cx="990599" cy="304799"/>
          </a:xfrm>
          <a:prstGeom prst="rect">
            <a:avLst/>
          </a:prstGeom>
        </p:spPr>
        <p:txBody>
          <a:bodyPr vert="horz" lIns="91440" tIns="45720" rIns="91440" bIns="45720" rtlCol="0" anchor="t"/>
          <a:lstStyle>
            <a:lvl1pPr algn="l">
              <a:defRPr sz="1100" b="0" i="0">
                <a:solidFill>
                  <a:schemeClr val="tx1">
                    <a:tint val="75000"/>
                    <a:alpha val="60000"/>
                  </a:schemeClr>
                </a:solidFill>
              </a:defRPr>
            </a:lvl1pPr>
          </a:lstStyle>
          <a:p>
            <a:fld id="{B61BEF0D-F0BB-DE4B-95CE-6DB70DBA9567}" type="datetimeFigureOut">
              <a:rPr lang="en-US" smtClean="0"/>
              <a:pPr/>
              <a:t>8/19/2026</a:t>
            </a:fld>
            <a:endParaRPr lang="en-US" dirty="0"/>
          </a:p>
        </p:txBody>
      </p:sp>
      <p:sp>
        <p:nvSpPr>
          <p:cNvPr id="5" name="Footer Placeholder 4"/>
          <p:cNvSpPr>
            <a:spLocks noGrp="1"/>
          </p:cNvSpPr>
          <p:nvPr>
            <p:ph type="ftr" sz="quarter" idx="3"/>
          </p:nvPr>
        </p:nvSpPr>
        <p:spPr>
          <a:xfrm rot="5400000">
            <a:off x="8951573" y="3225297"/>
            <a:ext cx="3859795" cy="304801"/>
          </a:xfrm>
          <a:prstGeom prst="rect">
            <a:avLst/>
          </a:prstGeom>
        </p:spPr>
        <p:txBody>
          <a:bodyPr vert="horz" lIns="91440" tIns="45720" rIns="91440" bIns="45720" rtlCol="0" anchor="b"/>
          <a:lstStyle>
            <a:lvl1pPr algn="l">
              <a:defRPr sz="1100" b="0" i="0">
                <a:solidFill>
                  <a:schemeClr val="tx1">
                    <a:tint val="75000"/>
                    <a:alpha val="60000"/>
                  </a:schemeClr>
                </a:solidFill>
              </a:defRPr>
            </a:lvl1pPr>
          </a:lstStyle>
          <a:p>
            <a:endParaRPr lang="en-US" dirty="0"/>
          </a:p>
        </p:txBody>
      </p:sp>
      <p:sp>
        <p:nvSpPr>
          <p:cNvPr id="6" name="Slide Number Placeholder 5"/>
          <p:cNvSpPr>
            <a:spLocks noGrp="1"/>
          </p:cNvSpPr>
          <p:nvPr>
            <p:ph type="sldNum" sz="quarter" idx="4"/>
          </p:nvPr>
        </p:nvSpPr>
        <p:spPr bwMode="gray">
          <a:xfrm>
            <a:off x="10352540" y="295729"/>
            <a:ext cx="838199" cy="767687"/>
          </a:xfrm>
          <a:prstGeom prst="rect">
            <a:avLst/>
          </a:prstGeom>
        </p:spPr>
        <p:txBody>
          <a:bodyPr vert="horz" lIns="91440" tIns="45720" rIns="91440" bIns="45720" rtlCol="0" anchor="b"/>
          <a:lstStyle>
            <a:lvl1pPr algn="ctr">
              <a:defRPr sz="2800" b="0" i="0">
                <a:solidFill>
                  <a:schemeClr val="tx1">
                    <a:tint val="7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57830891"/>
      </p:ext>
    </p:extLst>
  </p:cSld>
  <p:clrMap bg1="dk1" tx1="lt1" bg2="dk2" tx2="lt2" accent1="accent1" accent2="accent2" accent3="accent3" accent4="accent4" accent5="accent5" accent6="accent6" hlink="hlink" folHlink="folHlink"/>
  <p:sldLayoutIdLst>
    <p:sldLayoutId id="2147483670" r:id="rId1"/>
    <p:sldLayoutId id="2147483671" r:id="rId2"/>
    <p:sldLayoutId id="2147483672" r:id="rId3"/>
    <p:sldLayoutId id="2147483673" r:id="rId4"/>
    <p:sldLayoutId id="2147483674" r:id="rId5"/>
    <p:sldLayoutId id="2147483675" r:id="rId6"/>
    <p:sldLayoutId id="2147483676" r:id="rId7"/>
    <p:sldLayoutId id="2147483677" r:id="rId8"/>
    <p:sldLayoutId id="2147483678" r:id="rId9"/>
    <p:sldLayoutId id="2147483679" r:id="rId10"/>
    <p:sldLayoutId id="2147483680" r:id="rId11"/>
    <p:sldLayoutId id="2147483681" r:id="rId12"/>
    <p:sldLayoutId id="2147483682" r:id="rId13"/>
    <p:sldLayoutId id="2147483683" r:id="rId14"/>
    <p:sldLayoutId id="2147483684" r:id="rId15"/>
    <p:sldLayoutId id="2147483685" r:id="rId16"/>
    <p:sldLayoutId id="2147483686" r:id="rId17"/>
  </p:sldLayoutIdLst>
  <p:txStyles>
    <p:titleStyle>
      <a:lvl1pPr algn="l" defTabSz="457200" rtl="0" eaLnBrk="1" latinLnBrk="0" hangingPunct="1">
        <a:spcBef>
          <a:spcPct val="0"/>
        </a:spcBef>
        <a:buNone/>
        <a:defRPr sz="4200" b="0" i="0"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5pPr>
      <a:lvl6pPr marL="2506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154955" y="888764"/>
            <a:ext cx="8825658" cy="3888618"/>
          </a:xfrm>
        </p:spPr>
        <p:txBody>
          <a:bodyPr>
            <a:normAutofit/>
          </a:bodyPr>
          <a:lstStyle/>
          <a:p>
            <a:pPr algn="ctr"/>
            <a:r>
              <a:rPr lang="en-US" dirty="0" smtClean="0"/>
              <a:t>Poetical books </a:t>
            </a:r>
            <a:r>
              <a:rPr lang="ml-IN" sz="6600" dirty="0" smtClean="0"/>
              <a:t>പദ്യപുസ്തകങ്ങൾ</a:t>
            </a:r>
            <a:endParaRPr lang="en-IN" sz="6600" dirty="0"/>
          </a:p>
        </p:txBody>
      </p:sp>
      <p:sp>
        <p:nvSpPr>
          <p:cNvPr id="3" name="Subtitle 2"/>
          <p:cNvSpPr>
            <a:spLocks noGrp="1"/>
          </p:cNvSpPr>
          <p:nvPr>
            <p:ph type="subTitle" idx="1"/>
          </p:nvPr>
        </p:nvSpPr>
        <p:spPr/>
        <p:txBody>
          <a:bodyPr/>
          <a:lstStyle/>
          <a:p>
            <a:pPr algn="ctr"/>
            <a:r>
              <a:rPr lang="en-US" dirty="0" smtClean="0"/>
              <a:t>MATHEW P THOMAS</a:t>
            </a:r>
          </a:p>
          <a:p>
            <a:pPr algn="ctr"/>
            <a:r>
              <a:rPr lang="en-US" dirty="0" smtClean="0"/>
              <a:t>MOB: 9446759453</a:t>
            </a:r>
          </a:p>
          <a:p>
            <a:endParaRPr lang="en-IN" dirty="0"/>
          </a:p>
        </p:txBody>
      </p:sp>
    </p:spTree>
    <p:extLst>
      <p:ext uri="{BB962C8B-B14F-4D97-AF65-F5344CB8AC3E}">
        <p14:creationId xmlns:p14="http://schemas.microsoft.com/office/powerpoint/2010/main" val="1467400752"/>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46111" y="452718"/>
            <a:ext cx="9404723" cy="655411"/>
          </a:xfrm>
        </p:spPr>
        <p:txBody>
          <a:bodyPr/>
          <a:lstStyle/>
          <a:p>
            <a:pPr algn="ctr"/>
            <a:r>
              <a:rPr lang="en-US" dirty="0" smtClean="0"/>
              <a:t>HISTORY OF BIBLE </a:t>
            </a:r>
            <a:endParaRPr lang="en-IN" dirty="0"/>
          </a:p>
        </p:txBody>
      </p:sp>
      <p:sp>
        <p:nvSpPr>
          <p:cNvPr id="3" name="Content Placeholder 2"/>
          <p:cNvSpPr>
            <a:spLocks noGrp="1"/>
          </p:cNvSpPr>
          <p:nvPr>
            <p:ph idx="1"/>
          </p:nvPr>
        </p:nvSpPr>
        <p:spPr>
          <a:xfrm>
            <a:off x="1103312" y="1301858"/>
            <a:ext cx="8946541" cy="5556142"/>
          </a:xfrm>
        </p:spPr>
        <p:txBody>
          <a:bodyPr>
            <a:noAutofit/>
          </a:bodyPr>
          <a:lstStyle/>
          <a:p>
            <a:r>
              <a:rPr lang="en-US" sz="3200" dirty="0"/>
              <a:t>Word of </a:t>
            </a:r>
            <a:r>
              <a:rPr lang="en-US" sz="3200" dirty="0" smtClean="0"/>
              <a:t>God   </a:t>
            </a:r>
            <a:r>
              <a:rPr lang="ml-IN" sz="3200" dirty="0" smtClean="0"/>
              <a:t>ദൈവ</a:t>
            </a:r>
            <a:r>
              <a:rPr lang="en-US" sz="3200" dirty="0" smtClean="0"/>
              <a:t> </a:t>
            </a:r>
            <a:r>
              <a:rPr lang="ml-IN" sz="3200" dirty="0" smtClean="0"/>
              <a:t>വചന൦</a:t>
            </a:r>
            <a:endParaRPr lang="en-US" sz="3200" dirty="0"/>
          </a:p>
          <a:p>
            <a:r>
              <a:rPr lang="en-US" sz="3200" dirty="0"/>
              <a:t>Four </a:t>
            </a:r>
            <a:r>
              <a:rPr lang="en-US" sz="3200" dirty="0" smtClean="0"/>
              <a:t>Implications  </a:t>
            </a:r>
            <a:r>
              <a:rPr lang="ml-IN" sz="3200" dirty="0" smtClean="0"/>
              <a:t>നാലു</a:t>
            </a:r>
            <a:r>
              <a:rPr lang="en-US" sz="3200" dirty="0" smtClean="0"/>
              <a:t> </a:t>
            </a:r>
            <a:r>
              <a:rPr lang="ml-IN" sz="3200" dirty="0" smtClean="0"/>
              <a:t>വീക്ഷണങ്ങൾ</a:t>
            </a:r>
            <a:endParaRPr lang="en-US" sz="3200" dirty="0"/>
          </a:p>
          <a:p>
            <a:r>
              <a:rPr lang="en-US" sz="3200" dirty="0"/>
              <a:t>1. It has creating </a:t>
            </a:r>
            <a:r>
              <a:rPr lang="en-US" sz="3200" dirty="0" smtClean="0"/>
              <a:t>power  </a:t>
            </a:r>
            <a:r>
              <a:rPr lang="ml-IN" sz="3200" dirty="0" smtClean="0"/>
              <a:t>സൃഷ്ടിക്കുവാനുള്ള</a:t>
            </a:r>
            <a:r>
              <a:rPr lang="en-US" sz="3200" dirty="0" smtClean="0"/>
              <a:t> </a:t>
            </a:r>
            <a:r>
              <a:rPr lang="ml-IN" sz="3200" dirty="0" smtClean="0"/>
              <a:t>ശക്തി</a:t>
            </a:r>
            <a:r>
              <a:rPr lang="en-US" sz="3200" dirty="0" smtClean="0"/>
              <a:t> Genesis 1:1</a:t>
            </a:r>
            <a:endParaRPr lang="en-US" sz="3200" dirty="0"/>
          </a:p>
          <a:p>
            <a:r>
              <a:rPr lang="en-US" sz="3200" dirty="0"/>
              <a:t>2. Jesus </a:t>
            </a:r>
            <a:r>
              <a:rPr lang="en-US" sz="3200" dirty="0" smtClean="0"/>
              <a:t>Christ </a:t>
            </a:r>
            <a:r>
              <a:rPr lang="ml-IN" sz="3200" dirty="0" smtClean="0"/>
              <a:t>യേശുക്രിസ്തു</a:t>
            </a:r>
            <a:r>
              <a:rPr lang="en-US" sz="3200" dirty="0" smtClean="0"/>
              <a:t> John 1:1</a:t>
            </a:r>
            <a:endParaRPr lang="en-US" sz="3200" dirty="0"/>
          </a:p>
          <a:p>
            <a:r>
              <a:rPr lang="en-US" sz="3200" dirty="0"/>
              <a:t>3. </a:t>
            </a:r>
            <a:r>
              <a:rPr lang="en-US" sz="3200" dirty="0" err="1"/>
              <a:t>Goodnews</a:t>
            </a:r>
            <a:r>
              <a:rPr lang="en-US" sz="3200" dirty="0"/>
              <a:t> to the kingdom of </a:t>
            </a:r>
            <a:r>
              <a:rPr lang="en-US" sz="3200" dirty="0" smtClean="0"/>
              <a:t>God </a:t>
            </a:r>
            <a:r>
              <a:rPr lang="ml-IN" sz="3200" dirty="0" smtClean="0"/>
              <a:t>ദൈവരാജ്യത്തിന്റെ</a:t>
            </a:r>
            <a:r>
              <a:rPr lang="en-US" sz="3200" dirty="0" smtClean="0"/>
              <a:t> </a:t>
            </a:r>
            <a:r>
              <a:rPr lang="ml-IN" sz="3200" dirty="0" smtClean="0"/>
              <a:t>സുവിശേഷ൦</a:t>
            </a:r>
            <a:r>
              <a:rPr lang="en-US" sz="3200" dirty="0" smtClean="0"/>
              <a:t> Mathew 13: 19</a:t>
            </a:r>
            <a:endParaRPr lang="en-US" sz="3200" dirty="0"/>
          </a:p>
          <a:p>
            <a:r>
              <a:rPr lang="en-US" sz="3200" dirty="0"/>
              <a:t>4. Written Word of </a:t>
            </a:r>
            <a:r>
              <a:rPr lang="en-US" sz="3200" dirty="0" smtClean="0"/>
              <a:t>God-THE BIBLE </a:t>
            </a:r>
            <a:r>
              <a:rPr lang="ml-IN" sz="3200" dirty="0" smtClean="0"/>
              <a:t>എഴുതപ്പെട്ടവചന൦</a:t>
            </a:r>
            <a:r>
              <a:rPr lang="en-US" sz="3200" dirty="0" smtClean="0"/>
              <a:t> -- </a:t>
            </a:r>
            <a:r>
              <a:rPr lang="ml-IN" sz="3200" dirty="0" smtClean="0"/>
              <a:t>ബൈബിൾ</a:t>
            </a:r>
            <a:endParaRPr lang="en-IN" sz="3200" dirty="0"/>
          </a:p>
        </p:txBody>
      </p:sp>
    </p:spTree>
    <p:extLst>
      <p:ext uri="{BB962C8B-B14F-4D97-AF65-F5344CB8AC3E}">
        <p14:creationId xmlns:p14="http://schemas.microsoft.com/office/powerpoint/2010/main" val="33620569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DEFINITION OF BIBLE</a:t>
            </a:r>
            <a:endParaRPr lang="en-IN" dirty="0"/>
          </a:p>
        </p:txBody>
      </p:sp>
      <p:sp>
        <p:nvSpPr>
          <p:cNvPr id="3" name="Content Placeholder 2"/>
          <p:cNvSpPr>
            <a:spLocks noGrp="1"/>
          </p:cNvSpPr>
          <p:nvPr>
            <p:ph idx="1"/>
          </p:nvPr>
        </p:nvSpPr>
        <p:spPr/>
        <p:txBody>
          <a:bodyPr/>
          <a:lstStyle/>
          <a:p>
            <a:r>
              <a:rPr lang="en-US" dirty="0" smtClean="0"/>
              <a:t>B - Basic</a:t>
            </a:r>
            <a:endParaRPr lang="en-US" dirty="0"/>
          </a:p>
          <a:p>
            <a:r>
              <a:rPr lang="en-US" dirty="0" smtClean="0"/>
              <a:t> I - Instructions</a:t>
            </a:r>
            <a:endParaRPr lang="en-US" dirty="0"/>
          </a:p>
          <a:p>
            <a:r>
              <a:rPr lang="en-US" dirty="0" smtClean="0"/>
              <a:t>B - Before</a:t>
            </a:r>
            <a:endParaRPr lang="en-US" dirty="0"/>
          </a:p>
          <a:p>
            <a:r>
              <a:rPr lang="en-US" dirty="0" smtClean="0"/>
              <a:t>L - Leaving</a:t>
            </a:r>
            <a:endParaRPr lang="en-US" dirty="0"/>
          </a:p>
          <a:p>
            <a:r>
              <a:rPr lang="en-US" dirty="0" smtClean="0"/>
              <a:t>E - Earth</a:t>
            </a:r>
            <a:endParaRPr lang="en-IN" dirty="0"/>
          </a:p>
        </p:txBody>
      </p:sp>
    </p:spTree>
    <p:extLst>
      <p:ext uri="{BB962C8B-B14F-4D97-AF65-F5344CB8AC3E}">
        <p14:creationId xmlns:p14="http://schemas.microsoft.com/office/powerpoint/2010/main" val="12427122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45130" y="100739"/>
            <a:ext cx="9404723" cy="782664"/>
          </a:xfrm>
        </p:spPr>
        <p:txBody>
          <a:bodyPr/>
          <a:lstStyle/>
          <a:p>
            <a:pPr algn="ctr"/>
            <a:r>
              <a:rPr lang="en-IN" dirty="0" smtClean="0"/>
              <a:t>DIVISIONS OF BOOKS </a:t>
            </a:r>
            <a:endParaRPr lang="en-IN" dirty="0"/>
          </a:p>
        </p:txBody>
      </p:sp>
      <p:sp>
        <p:nvSpPr>
          <p:cNvPr id="3" name="Content Placeholder 2"/>
          <p:cNvSpPr>
            <a:spLocks noGrp="1"/>
          </p:cNvSpPr>
          <p:nvPr>
            <p:ph idx="1"/>
          </p:nvPr>
        </p:nvSpPr>
        <p:spPr>
          <a:xfrm>
            <a:off x="503695" y="999641"/>
            <a:ext cx="10058399" cy="5656881"/>
          </a:xfrm>
        </p:spPr>
        <p:txBody>
          <a:bodyPr>
            <a:normAutofit fontScale="92500" lnSpcReduction="10000"/>
          </a:bodyPr>
          <a:lstStyle/>
          <a:p>
            <a:r>
              <a:rPr lang="en-US" dirty="0" smtClean="0"/>
              <a:t>Total-66 OT-39 NT-27                  </a:t>
            </a:r>
            <a:r>
              <a:rPr lang="ml-IN" dirty="0"/>
              <a:t>ആകെ-</a:t>
            </a:r>
            <a:r>
              <a:rPr lang="en-IN" dirty="0"/>
              <a:t>66 OT-39 </a:t>
            </a:r>
            <a:r>
              <a:rPr lang="en-IN" dirty="0" smtClean="0"/>
              <a:t>NT-27</a:t>
            </a:r>
            <a:endParaRPr lang="en-US" dirty="0" smtClean="0"/>
          </a:p>
          <a:p>
            <a:r>
              <a:rPr lang="en-US" dirty="0" smtClean="0"/>
              <a:t>Luke 24: 44     </a:t>
            </a:r>
            <a:r>
              <a:rPr lang="ml-IN" dirty="0"/>
              <a:t>ലൂക്കോസ് </a:t>
            </a:r>
            <a:r>
              <a:rPr lang="en-IN" dirty="0"/>
              <a:t>24: </a:t>
            </a:r>
            <a:r>
              <a:rPr lang="en-IN" dirty="0" smtClean="0"/>
              <a:t>44</a:t>
            </a:r>
            <a:endParaRPr lang="en-US" dirty="0" smtClean="0"/>
          </a:p>
          <a:p>
            <a:r>
              <a:rPr lang="en-US" dirty="0" smtClean="0"/>
              <a:t>The Scripture {Old Testament} </a:t>
            </a:r>
            <a:r>
              <a:rPr lang="ml-IN" dirty="0"/>
              <a:t>തിരുവെഴുത്ത് </a:t>
            </a:r>
            <a:r>
              <a:rPr lang="en-IN" dirty="0"/>
              <a:t>{</a:t>
            </a:r>
            <a:r>
              <a:rPr lang="ml-IN" dirty="0"/>
              <a:t>പഴയ നിയമം</a:t>
            </a:r>
            <a:r>
              <a:rPr lang="en-IN" dirty="0" smtClean="0"/>
              <a:t>}</a:t>
            </a:r>
            <a:r>
              <a:rPr lang="en-US" dirty="0" smtClean="0"/>
              <a:t>  </a:t>
            </a:r>
          </a:p>
          <a:p>
            <a:r>
              <a:rPr lang="en-US" dirty="0" smtClean="0"/>
              <a:t>Torah : The Law - Genesis to Deuteronomy                                 				        </a:t>
            </a:r>
            <a:r>
              <a:rPr lang="ml-IN" dirty="0" smtClean="0"/>
              <a:t>തോറ</a:t>
            </a:r>
            <a:r>
              <a:rPr lang="ml-IN" dirty="0"/>
              <a:t>: നിയമം - ഉല്പത്തി മുതൽ ആവർത്തനം </a:t>
            </a:r>
            <a:r>
              <a:rPr lang="ml-IN" dirty="0" smtClean="0"/>
              <a:t>വരെ</a:t>
            </a:r>
            <a:endParaRPr lang="en-US" dirty="0" smtClean="0"/>
          </a:p>
          <a:p>
            <a:r>
              <a:rPr lang="en-US" dirty="0" err="1" smtClean="0"/>
              <a:t>Navim</a:t>
            </a:r>
            <a:r>
              <a:rPr lang="en-US" dirty="0" smtClean="0"/>
              <a:t> : The Prophetical Books   </a:t>
            </a:r>
            <a:r>
              <a:rPr lang="ml-IN" dirty="0"/>
              <a:t>നബീം: പ്രവാചക </a:t>
            </a:r>
            <a:r>
              <a:rPr lang="ml-IN" dirty="0" smtClean="0"/>
              <a:t>പുസ്തകങ്ങൾ</a:t>
            </a:r>
            <a:endParaRPr lang="en-US" dirty="0" smtClean="0"/>
          </a:p>
          <a:p>
            <a:pPr lvl="2"/>
            <a:r>
              <a:rPr lang="en-US" dirty="0" smtClean="0"/>
              <a:t>Earlier Prophetical Books - Joshua to Kings  								  </a:t>
            </a:r>
            <a:r>
              <a:rPr lang="ml-IN" dirty="0" smtClean="0"/>
              <a:t>ആദ്യകാല </a:t>
            </a:r>
            <a:r>
              <a:rPr lang="ml-IN" dirty="0"/>
              <a:t>പ്രവാചക പുസ്തകങ്ങൾ - യോശുവ മുതൽ രാജാക്കന്മാർ </a:t>
            </a:r>
            <a:r>
              <a:rPr lang="ml-IN" dirty="0" smtClean="0"/>
              <a:t>വരെ</a:t>
            </a:r>
            <a:endParaRPr lang="en-US" dirty="0" smtClean="0"/>
          </a:p>
          <a:p>
            <a:pPr lvl="1"/>
            <a:r>
              <a:rPr lang="en-IN" dirty="0" smtClean="0"/>
              <a:t>Latter </a:t>
            </a:r>
            <a:r>
              <a:rPr lang="en-US" dirty="0" smtClean="0"/>
              <a:t>Prophetical Books – Isaiah to Ezekiel, Hosea to Malachi 			         </a:t>
            </a:r>
            <a:r>
              <a:rPr lang="ml-IN" dirty="0" smtClean="0"/>
              <a:t>പിന്നീടുള്ള </a:t>
            </a:r>
            <a:r>
              <a:rPr lang="ml-IN" dirty="0"/>
              <a:t>പ്രവാചക പുസ്തകങ്ങൾ - യെശയ്യാവ് മുതൽ യെഹെസ്കേൽ വരെ</a:t>
            </a:r>
            <a:r>
              <a:rPr lang="en-IN" dirty="0"/>
              <a:t>, </a:t>
            </a:r>
            <a:r>
              <a:rPr lang="ml-IN" dirty="0"/>
              <a:t>ഹോശേയ മുതൽ മലാഖി </a:t>
            </a:r>
            <a:r>
              <a:rPr lang="ml-IN" dirty="0" smtClean="0"/>
              <a:t>വരെ</a:t>
            </a:r>
            <a:endParaRPr lang="en-US" dirty="0" smtClean="0"/>
          </a:p>
          <a:p>
            <a:r>
              <a:rPr lang="en-US" dirty="0" err="1" smtClean="0"/>
              <a:t>Ketuvim</a:t>
            </a:r>
            <a:r>
              <a:rPr lang="en-US" dirty="0" smtClean="0"/>
              <a:t> : Writings [Psalms] </a:t>
            </a:r>
            <a:r>
              <a:rPr lang="ml-IN" dirty="0"/>
              <a:t>കെതുവിം: എഴുത്തുകൾ [സങ്കീർത്തനങ്ങൾ</a:t>
            </a:r>
            <a:r>
              <a:rPr lang="ml-IN" dirty="0" smtClean="0"/>
              <a:t>]</a:t>
            </a:r>
            <a:endParaRPr lang="en-US" dirty="0" smtClean="0"/>
          </a:p>
          <a:p>
            <a:pPr lvl="2"/>
            <a:r>
              <a:rPr lang="en-US" dirty="0" smtClean="0"/>
              <a:t>Poetical Writings – Psalms, Proverbs &amp; Job </a:t>
            </a:r>
            <a:r>
              <a:rPr lang="ml-IN" dirty="0"/>
              <a:t>കാവ്യാത്മക എഴുത്തുകൾ - സങ്കീർത്തനങ്ങൾ</a:t>
            </a:r>
            <a:r>
              <a:rPr lang="en-IN" dirty="0"/>
              <a:t>, </a:t>
            </a:r>
            <a:r>
              <a:rPr lang="ml-IN" dirty="0"/>
              <a:t>സദൃശവാക്യങ്ങൾ </a:t>
            </a:r>
            <a:r>
              <a:rPr lang="en-IN" dirty="0"/>
              <a:t>&amp; </a:t>
            </a:r>
            <a:r>
              <a:rPr lang="ml-IN" dirty="0" smtClean="0"/>
              <a:t>ഇയ്യോബ്</a:t>
            </a:r>
            <a:endParaRPr lang="en-US" dirty="0" smtClean="0"/>
          </a:p>
          <a:p>
            <a:pPr lvl="2"/>
            <a:r>
              <a:rPr lang="en-US" dirty="0" err="1" smtClean="0"/>
              <a:t>Megilloth</a:t>
            </a:r>
            <a:r>
              <a:rPr lang="en-US" dirty="0"/>
              <a:t> </a:t>
            </a:r>
            <a:r>
              <a:rPr lang="en-US" dirty="0" smtClean="0"/>
              <a:t>– {5 books} – Ruth, Esther, </a:t>
            </a:r>
            <a:r>
              <a:rPr lang="en-IN" dirty="0"/>
              <a:t>Ecclesiastes</a:t>
            </a:r>
            <a:r>
              <a:rPr lang="en-US" dirty="0" smtClean="0"/>
              <a:t>, Song of Songs &amp; Lamentation   </a:t>
            </a:r>
            <a:r>
              <a:rPr lang="ml-IN" dirty="0"/>
              <a:t>മെഗില്ലോത്ത് – </a:t>
            </a:r>
            <a:r>
              <a:rPr lang="en-IN" dirty="0"/>
              <a:t>{5</a:t>
            </a:r>
            <a:r>
              <a:rPr lang="ml-IN" dirty="0"/>
              <a:t> പുസ്തകങ്ങൾ</a:t>
            </a:r>
            <a:r>
              <a:rPr lang="en-IN" dirty="0"/>
              <a:t>} – </a:t>
            </a:r>
            <a:r>
              <a:rPr lang="ml-IN" dirty="0"/>
              <a:t>രൂത്ത്</a:t>
            </a:r>
            <a:r>
              <a:rPr lang="en-IN" dirty="0"/>
              <a:t>, </a:t>
            </a:r>
            <a:r>
              <a:rPr lang="ml-IN" dirty="0"/>
              <a:t>എസ്ഥേർ</a:t>
            </a:r>
            <a:r>
              <a:rPr lang="en-IN" dirty="0"/>
              <a:t>, </a:t>
            </a:r>
            <a:r>
              <a:rPr lang="ml-IN" dirty="0"/>
              <a:t>സഭാപ്രസംഗി</a:t>
            </a:r>
            <a:r>
              <a:rPr lang="en-IN" dirty="0"/>
              <a:t>, </a:t>
            </a:r>
            <a:r>
              <a:rPr lang="ml-IN" dirty="0"/>
              <a:t>ഗീതങ്ങളുടെ ഗീതം </a:t>
            </a:r>
            <a:r>
              <a:rPr lang="en-IN" dirty="0"/>
              <a:t>&amp; </a:t>
            </a:r>
            <a:r>
              <a:rPr lang="ml-IN" dirty="0" smtClean="0"/>
              <a:t>വിലാപം</a:t>
            </a:r>
            <a:endParaRPr lang="en-US" dirty="0" smtClean="0"/>
          </a:p>
          <a:p>
            <a:pPr lvl="2"/>
            <a:r>
              <a:rPr lang="en-US" dirty="0" smtClean="0"/>
              <a:t>Historical Books – Chronicles, Ezra-Nehemiah &amp; Daniel                                                            </a:t>
            </a:r>
            <a:r>
              <a:rPr lang="ml-IN" dirty="0" smtClean="0"/>
              <a:t>ചരിത്ര </a:t>
            </a:r>
            <a:r>
              <a:rPr lang="ml-IN" dirty="0"/>
              <a:t>പുസ്തകങ്ങൾ - ദിനവൃത്താന്തങ്ങൾ</a:t>
            </a:r>
            <a:r>
              <a:rPr lang="en-IN" dirty="0"/>
              <a:t>, </a:t>
            </a:r>
            <a:r>
              <a:rPr lang="ml-IN" dirty="0"/>
              <a:t>എസ്രാ-നെഹെമ്യാവ് </a:t>
            </a:r>
            <a:r>
              <a:rPr lang="en-IN" dirty="0"/>
              <a:t>&amp; </a:t>
            </a:r>
            <a:r>
              <a:rPr lang="ml-IN" dirty="0"/>
              <a:t>ദാനിയേൽ</a:t>
            </a:r>
            <a:endParaRPr lang="en-IN" dirty="0"/>
          </a:p>
          <a:p>
            <a:pPr lvl="2"/>
            <a:endParaRPr lang="en-US" dirty="0" smtClean="0"/>
          </a:p>
          <a:p>
            <a:pPr lvl="1"/>
            <a:endParaRPr lang="en-US" dirty="0" smtClean="0"/>
          </a:p>
          <a:p>
            <a:pPr lvl="1"/>
            <a:endParaRPr lang="en-US" dirty="0" smtClean="0"/>
          </a:p>
          <a:p>
            <a:pPr marL="914400" lvl="2" indent="0">
              <a:buNone/>
            </a:pPr>
            <a:endParaRPr lang="en-US" dirty="0" smtClean="0"/>
          </a:p>
        </p:txBody>
      </p:sp>
    </p:spTree>
    <p:extLst>
      <p:ext uri="{BB962C8B-B14F-4D97-AF65-F5344CB8AC3E}">
        <p14:creationId xmlns:p14="http://schemas.microsoft.com/office/powerpoint/2010/main" val="29053943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par>
                                <p:cTn id="33" presetID="2" presetClass="entr" presetSubtype="4" fill="hold" grpId="0" nodeType="with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anim calcmode="lin" valueType="num">
                                      <p:cBhvr additive="base">
                                        <p:cTn id="35"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3">
                                            <p:txEl>
                                              <p:pRg st="5" end="5"/>
                                            </p:txEl>
                                          </p:spTgt>
                                        </p:tgtEl>
                                        <p:attrNameLst>
                                          <p:attrName>ppt_y</p:attrName>
                                        </p:attrNameLst>
                                      </p:cBhvr>
                                      <p:tavLst>
                                        <p:tav tm="0">
                                          <p:val>
                                            <p:strVal val="1+#ppt_h/2"/>
                                          </p:val>
                                        </p:tav>
                                        <p:tav tm="100000">
                                          <p:val>
                                            <p:strVal val="#ppt_y"/>
                                          </p:val>
                                        </p:tav>
                                      </p:tavLst>
                                    </p:anim>
                                  </p:childTnLst>
                                </p:cTn>
                              </p:par>
                              <p:par>
                                <p:cTn id="37" presetID="2" presetClass="entr" presetSubtype="4" fill="hold" grpId="0" nodeType="withEffect">
                                  <p:stCondLst>
                                    <p:cond delay="0"/>
                                  </p:stCondLst>
                                  <p:childTnLst>
                                    <p:set>
                                      <p:cBhvr>
                                        <p:cTn id="38" dur="1" fill="hold">
                                          <p:stCondLst>
                                            <p:cond delay="0"/>
                                          </p:stCondLst>
                                        </p:cTn>
                                        <p:tgtEl>
                                          <p:spTgt spid="3">
                                            <p:txEl>
                                              <p:pRg st="6" end="6"/>
                                            </p:txEl>
                                          </p:spTgt>
                                        </p:tgtEl>
                                        <p:attrNameLst>
                                          <p:attrName>style.visibility</p:attrName>
                                        </p:attrNameLst>
                                      </p:cBhvr>
                                      <p:to>
                                        <p:strVal val="visible"/>
                                      </p:to>
                                    </p:set>
                                    <p:anim calcmode="lin" valueType="num">
                                      <p:cBhvr additive="base">
                                        <p:cTn id="39"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0"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43" presetID="2" presetClass="entr" presetSubtype="4" fill="hold" grpId="0" nodeType="clickEffect">
                                  <p:stCondLst>
                                    <p:cond delay="0"/>
                                  </p:stCondLst>
                                  <p:childTnLst>
                                    <p:set>
                                      <p:cBhvr>
                                        <p:cTn id="44" dur="1" fill="hold">
                                          <p:stCondLst>
                                            <p:cond delay="0"/>
                                          </p:stCondLst>
                                        </p:cTn>
                                        <p:tgtEl>
                                          <p:spTgt spid="3">
                                            <p:txEl>
                                              <p:pRg st="7" end="7"/>
                                            </p:txEl>
                                          </p:spTgt>
                                        </p:tgtEl>
                                        <p:attrNameLst>
                                          <p:attrName>style.visibility</p:attrName>
                                        </p:attrNameLst>
                                      </p:cBhvr>
                                      <p:to>
                                        <p:strVal val="visible"/>
                                      </p:to>
                                    </p:set>
                                    <p:anim calcmode="lin" valueType="num">
                                      <p:cBhvr additive="base">
                                        <p:cTn id="45"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46" dur="500" fill="hold"/>
                                        <p:tgtEl>
                                          <p:spTgt spid="3">
                                            <p:txEl>
                                              <p:pRg st="7" end="7"/>
                                            </p:txEl>
                                          </p:spTgt>
                                        </p:tgtEl>
                                        <p:attrNameLst>
                                          <p:attrName>ppt_y</p:attrName>
                                        </p:attrNameLst>
                                      </p:cBhvr>
                                      <p:tavLst>
                                        <p:tav tm="0">
                                          <p:val>
                                            <p:strVal val="1+#ppt_h/2"/>
                                          </p:val>
                                        </p:tav>
                                        <p:tav tm="100000">
                                          <p:val>
                                            <p:strVal val="#ppt_y"/>
                                          </p:val>
                                        </p:tav>
                                      </p:tavLst>
                                    </p:anim>
                                  </p:childTnLst>
                                </p:cTn>
                              </p:par>
                              <p:par>
                                <p:cTn id="47" presetID="2" presetClass="entr" presetSubtype="4" fill="hold" grpId="0" nodeType="withEffect">
                                  <p:stCondLst>
                                    <p:cond delay="0"/>
                                  </p:stCondLst>
                                  <p:childTnLst>
                                    <p:set>
                                      <p:cBhvr>
                                        <p:cTn id="48" dur="1" fill="hold">
                                          <p:stCondLst>
                                            <p:cond delay="0"/>
                                          </p:stCondLst>
                                        </p:cTn>
                                        <p:tgtEl>
                                          <p:spTgt spid="3">
                                            <p:txEl>
                                              <p:pRg st="8" end="8"/>
                                            </p:txEl>
                                          </p:spTgt>
                                        </p:tgtEl>
                                        <p:attrNameLst>
                                          <p:attrName>style.visibility</p:attrName>
                                        </p:attrNameLst>
                                      </p:cBhvr>
                                      <p:to>
                                        <p:strVal val="visible"/>
                                      </p:to>
                                    </p:set>
                                    <p:anim calcmode="lin" valueType="num">
                                      <p:cBhvr additive="base">
                                        <p:cTn id="49"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8" end="8"/>
                                            </p:txEl>
                                          </p:spTgt>
                                        </p:tgtEl>
                                        <p:attrNameLst>
                                          <p:attrName>ppt_y</p:attrName>
                                        </p:attrNameLst>
                                      </p:cBhvr>
                                      <p:tavLst>
                                        <p:tav tm="0">
                                          <p:val>
                                            <p:strVal val="1+#ppt_h/2"/>
                                          </p:val>
                                        </p:tav>
                                        <p:tav tm="100000">
                                          <p:val>
                                            <p:strVal val="#ppt_y"/>
                                          </p:val>
                                        </p:tav>
                                      </p:tavLst>
                                    </p:anim>
                                  </p:childTnLst>
                                </p:cTn>
                              </p:par>
                              <p:par>
                                <p:cTn id="51" presetID="2" presetClass="entr" presetSubtype="4" fill="hold" grpId="0" nodeType="withEffect">
                                  <p:stCondLst>
                                    <p:cond delay="0"/>
                                  </p:stCondLst>
                                  <p:childTnLst>
                                    <p:set>
                                      <p:cBhvr>
                                        <p:cTn id="52" dur="1" fill="hold">
                                          <p:stCondLst>
                                            <p:cond delay="0"/>
                                          </p:stCondLst>
                                        </p:cTn>
                                        <p:tgtEl>
                                          <p:spTgt spid="3">
                                            <p:txEl>
                                              <p:pRg st="9" end="9"/>
                                            </p:txEl>
                                          </p:spTgt>
                                        </p:tgtEl>
                                        <p:attrNameLst>
                                          <p:attrName>style.visibility</p:attrName>
                                        </p:attrNameLst>
                                      </p:cBhvr>
                                      <p:to>
                                        <p:strVal val="visible"/>
                                      </p:to>
                                    </p:set>
                                    <p:anim calcmode="lin" valueType="num">
                                      <p:cBhvr additive="base">
                                        <p:cTn id="53"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54" dur="500" fill="hold"/>
                                        <p:tgtEl>
                                          <p:spTgt spid="3">
                                            <p:txEl>
                                              <p:pRg st="9" end="9"/>
                                            </p:txEl>
                                          </p:spTgt>
                                        </p:tgtEl>
                                        <p:attrNameLst>
                                          <p:attrName>ppt_y</p:attrName>
                                        </p:attrNameLst>
                                      </p:cBhvr>
                                      <p:tavLst>
                                        <p:tav tm="0">
                                          <p:val>
                                            <p:strVal val="1+#ppt_h/2"/>
                                          </p:val>
                                        </p:tav>
                                        <p:tav tm="100000">
                                          <p:val>
                                            <p:strVal val="#ppt_y"/>
                                          </p:val>
                                        </p:tav>
                                      </p:tavLst>
                                    </p:anim>
                                  </p:childTnLst>
                                </p:cTn>
                              </p:par>
                              <p:par>
                                <p:cTn id="55" presetID="2" presetClass="entr" presetSubtype="4" fill="hold" grpId="0" nodeType="withEffect">
                                  <p:stCondLst>
                                    <p:cond delay="0"/>
                                  </p:stCondLst>
                                  <p:childTnLst>
                                    <p:set>
                                      <p:cBhvr>
                                        <p:cTn id="56" dur="1" fill="hold">
                                          <p:stCondLst>
                                            <p:cond delay="0"/>
                                          </p:stCondLst>
                                        </p:cTn>
                                        <p:tgtEl>
                                          <p:spTgt spid="3">
                                            <p:txEl>
                                              <p:pRg st="10" end="10"/>
                                            </p:txEl>
                                          </p:spTgt>
                                        </p:tgtEl>
                                        <p:attrNameLst>
                                          <p:attrName>style.visibility</p:attrName>
                                        </p:attrNameLst>
                                      </p:cBhvr>
                                      <p:to>
                                        <p:strVal val="visible"/>
                                      </p:to>
                                    </p:set>
                                    <p:anim calcmode="lin" valueType="num">
                                      <p:cBhvr additive="base">
                                        <p:cTn id="57" dur="500" fill="hold"/>
                                        <p:tgtEl>
                                          <p:spTgt spid="3">
                                            <p:txEl>
                                              <p:pRg st="10" end="10"/>
                                            </p:txEl>
                                          </p:spTgt>
                                        </p:tgtEl>
                                        <p:attrNameLst>
                                          <p:attrName>ppt_x</p:attrName>
                                        </p:attrNameLst>
                                      </p:cBhvr>
                                      <p:tavLst>
                                        <p:tav tm="0">
                                          <p:val>
                                            <p:strVal val="#ppt_x"/>
                                          </p:val>
                                        </p:tav>
                                        <p:tav tm="100000">
                                          <p:val>
                                            <p:strVal val="#ppt_x"/>
                                          </p:val>
                                        </p:tav>
                                      </p:tavLst>
                                    </p:anim>
                                    <p:anim calcmode="lin" valueType="num">
                                      <p:cBhvr additive="base">
                                        <p:cTn id="58" dur="500" fill="hold"/>
                                        <p:tgtEl>
                                          <p:spTgt spid="3">
                                            <p:txEl>
                                              <p:pRg st="10" end="1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Bible Divisions Today</a:t>
            </a:r>
            <a:endParaRPr lang="en-IN" dirty="0"/>
          </a:p>
        </p:txBody>
      </p:sp>
      <p:sp>
        <p:nvSpPr>
          <p:cNvPr id="3" name="Content Placeholder 2"/>
          <p:cNvSpPr>
            <a:spLocks noGrp="1"/>
          </p:cNvSpPr>
          <p:nvPr>
            <p:ph idx="1"/>
          </p:nvPr>
        </p:nvSpPr>
        <p:spPr/>
        <p:txBody>
          <a:bodyPr>
            <a:normAutofit fontScale="92500" lnSpcReduction="20000"/>
          </a:bodyPr>
          <a:lstStyle/>
          <a:p>
            <a:r>
              <a:rPr lang="en-US" dirty="0" smtClean="0"/>
              <a:t>Old Testament</a:t>
            </a:r>
          </a:p>
          <a:p>
            <a:pPr lvl="1"/>
            <a:r>
              <a:rPr lang="en-US" dirty="0" smtClean="0"/>
              <a:t>The Law   </a:t>
            </a:r>
            <a:r>
              <a:rPr lang="ml-IN" dirty="0"/>
              <a:t>ന്യായപ്രമാണം</a:t>
            </a:r>
            <a:endParaRPr lang="en-US" dirty="0" smtClean="0"/>
          </a:p>
          <a:p>
            <a:pPr lvl="1"/>
            <a:r>
              <a:rPr lang="en-US" dirty="0" smtClean="0"/>
              <a:t>Historical Books  </a:t>
            </a:r>
            <a:r>
              <a:rPr lang="ml-IN" dirty="0"/>
              <a:t>ചരിത്രം</a:t>
            </a:r>
            <a:endParaRPr lang="en-US" dirty="0" smtClean="0"/>
          </a:p>
          <a:p>
            <a:pPr lvl="1"/>
            <a:r>
              <a:rPr lang="en-US" dirty="0" smtClean="0"/>
              <a:t>Poetical Books   </a:t>
            </a:r>
            <a:r>
              <a:rPr lang="ml-IN" dirty="0"/>
              <a:t>പദ്യം</a:t>
            </a:r>
            <a:endParaRPr lang="en-US" dirty="0" smtClean="0"/>
          </a:p>
          <a:p>
            <a:pPr lvl="1"/>
            <a:r>
              <a:rPr lang="en-US" dirty="0" smtClean="0"/>
              <a:t>Major Prophetical Books  </a:t>
            </a:r>
            <a:r>
              <a:rPr lang="ml-IN" dirty="0"/>
              <a:t>വലിയ പ്രവാചകന്മാർ</a:t>
            </a:r>
            <a:endParaRPr lang="en-US" dirty="0" smtClean="0"/>
          </a:p>
          <a:p>
            <a:pPr lvl="1"/>
            <a:r>
              <a:rPr lang="en-US" dirty="0" smtClean="0"/>
              <a:t>Minor Prophetical Books  </a:t>
            </a:r>
            <a:r>
              <a:rPr lang="ml-IN" dirty="0"/>
              <a:t>ചെറിയ പ്രവാചകന്മാർ</a:t>
            </a:r>
            <a:endParaRPr lang="en-US" dirty="0" smtClean="0"/>
          </a:p>
          <a:p>
            <a:r>
              <a:rPr lang="en-US" dirty="0" smtClean="0"/>
              <a:t>New Testament</a:t>
            </a:r>
          </a:p>
          <a:p>
            <a:pPr lvl="1"/>
            <a:r>
              <a:rPr lang="en-US" dirty="0" smtClean="0"/>
              <a:t>The Gospels   </a:t>
            </a:r>
            <a:r>
              <a:rPr lang="ml-IN" dirty="0"/>
              <a:t>സുവിശേഷ൦</a:t>
            </a:r>
            <a:endParaRPr lang="en-US" dirty="0" smtClean="0"/>
          </a:p>
          <a:p>
            <a:pPr lvl="1"/>
            <a:r>
              <a:rPr lang="en-US" dirty="0" smtClean="0"/>
              <a:t>Historical Book </a:t>
            </a:r>
            <a:r>
              <a:rPr lang="ml-IN" dirty="0"/>
              <a:t>സുവിശേഷ൦ചരിത്രം</a:t>
            </a:r>
            <a:endParaRPr lang="en-US" dirty="0" smtClean="0"/>
          </a:p>
          <a:p>
            <a:pPr lvl="1"/>
            <a:r>
              <a:rPr lang="en-US" dirty="0" smtClean="0"/>
              <a:t>Pauline Epistles {Letters} </a:t>
            </a:r>
            <a:r>
              <a:rPr lang="ml-IN" dirty="0"/>
              <a:t>പൌലൊസിന്റെ ലേഖനങ്ങൾ</a:t>
            </a:r>
            <a:endParaRPr lang="en-US" dirty="0" smtClean="0"/>
          </a:p>
          <a:p>
            <a:pPr lvl="1"/>
            <a:r>
              <a:rPr lang="en-US" dirty="0" smtClean="0"/>
              <a:t>General Epistles {Letters} </a:t>
            </a:r>
            <a:r>
              <a:rPr lang="ml-IN" dirty="0"/>
              <a:t>പൊതു ലേഖനങ്ങൾ</a:t>
            </a:r>
            <a:endParaRPr lang="en-US" dirty="0" smtClean="0"/>
          </a:p>
          <a:p>
            <a:pPr lvl="1"/>
            <a:r>
              <a:rPr lang="en-US" dirty="0" smtClean="0"/>
              <a:t>Prophetical Book	</a:t>
            </a:r>
            <a:r>
              <a:rPr lang="ml-IN" dirty="0"/>
              <a:t>പ്രവചന൦</a:t>
            </a:r>
            <a:endParaRPr lang="en-IN" dirty="0"/>
          </a:p>
        </p:txBody>
      </p:sp>
    </p:spTree>
    <p:extLst>
      <p:ext uri="{BB962C8B-B14F-4D97-AF65-F5344CB8AC3E}">
        <p14:creationId xmlns:p14="http://schemas.microsoft.com/office/powerpoint/2010/main" val="37616665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 calcmode="lin" valueType="num">
                                      <p:cBhvr additive="base">
                                        <p:cTn id="11"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3">
                                            <p:txEl>
                                              <p:pRg st="1" end="1"/>
                                            </p:txEl>
                                          </p:spTgt>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 calcmode="lin" valueType="num">
                                      <p:cBhvr additive="base">
                                        <p:cTn id="15"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3">
                                            <p:txEl>
                                              <p:pRg st="2" end="2"/>
                                            </p:txEl>
                                          </p:spTgt>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anim calcmode="lin" valueType="num">
                                      <p:cBhvr additive="base">
                                        <p:cTn id="19"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3" end="3"/>
                                            </p:txEl>
                                          </p:spTgt>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 calcmode="lin" valueType="num">
                                      <p:cBhvr additive="base">
                                        <p:cTn id="23"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3">
                                            <p:txEl>
                                              <p:pRg st="4" end="4"/>
                                            </p:txEl>
                                          </p:spTgt>
                                        </p:tgtEl>
                                        <p:attrNameLst>
                                          <p:attrName>ppt_y</p:attrName>
                                        </p:attrNameLst>
                                      </p:cBhvr>
                                      <p:tavLst>
                                        <p:tav tm="0">
                                          <p:val>
                                            <p:strVal val="1+#ppt_h/2"/>
                                          </p:val>
                                        </p:tav>
                                        <p:tav tm="100000">
                                          <p:val>
                                            <p:strVal val="#ppt_y"/>
                                          </p:val>
                                        </p:tav>
                                      </p:tavLst>
                                    </p:anim>
                                  </p:childTnLst>
                                </p:cTn>
                              </p:par>
                              <p:par>
                                <p:cTn id="25" presetID="2" presetClass="entr" presetSubtype="4" fill="hold" grpId="0" nodeType="with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anim calcmode="lin" valueType="num">
                                      <p:cBhvr additive="base">
                                        <p:cTn id="2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31" presetID="2" presetClass="entr" presetSubtype="4" fill="hold" grpId="0" nodeType="clickEffect">
                                  <p:stCondLst>
                                    <p:cond delay="0"/>
                                  </p:stCondLst>
                                  <p:childTnLst>
                                    <p:set>
                                      <p:cBhvr>
                                        <p:cTn id="32" dur="1" fill="hold">
                                          <p:stCondLst>
                                            <p:cond delay="0"/>
                                          </p:stCondLst>
                                        </p:cTn>
                                        <p:tgtEl>
                                          <p:spTgt spid="3">
                                            <p:txEl>
                                              <p:pRg st="6" end="6"/>
                                            </p:txEl>
                                          </p:spTgt>
                                        </p:tgtEl>
                                        <p:attrNameLst>
                                          <p:attrName>style.visibility</p:attrName>
                                        </p:attrNameLst>
                                      </p:cBhvr>
                                      <p:to>
                                        <p:strVal val="visible"/>
                                      </p:to>
                                    </p:set>
                                    <p:anim calcmode="lin" valueType="num">
                                      <p:cBhvr additive="base">
                                        <p:cTn id="3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34" dur="500" fill="hold"/>
                                        <p:tgtEl>
                                          <p:spTgt spid="3">
                                            <p:txEl>
                                              <p:pRg st="6" end="6"/>
                                            </p:txEl>
                                          </p:spTgt>
                                        </p:tgtEl>
                                        <p:attrNameLst>
                                          <p:attrName>ppt_y</p:attrName>
                                        </p:attrNameLst>
                                      </p:cBhvr>
                                      <p:tavLst>
                                        <p:tav tm="0">
                                          <p:val>
                                            <p:strVal val="1+#ppt_h/2"/>
                                          </p:val>
                                        </p:tav>
                                        <p:tav tm="100000">
                                          <p:val>
                                            <p:strVal val="#ppt_y"/>
                                          </p:val>
                                        </p:tav>
                                      </p:tavLst>
                                    </p:anim>
                                  </p:childTnLst>
                                </p:cTn>
                              </p:par>
                              <p:par>
                                <p:cTn id="35" presetID="2" presetClass="entr" presetSubtype="4" fill="hold" grpId="0" nodeType="withEffect">
                                  <p:stCondLst>
                                    <p:cond delay="0"/>
                                  </p:stCondLst>
                                  <p:childTnLst>
                                    <p:set>
                                      <p:cBhvr>
                                        <p:cTn id="36" dur="1" fill="hold">
                                          <p:stCondLst>
                                            <p:cond delay="0"/>
                                          </p:stCondLst>
                                        </p:cTn>
                                        <p:tgtEl>
                                          <p:spTgt spid="3">
                                            <p:txEl>
                                              <p:pRg st="7" end="7"/>
                                            </p:txEl>
                                          </p:spTgt>
                                        </p:tgtEl>
                                        <p:attrNameLst>
                                          <p:attrName>style.visibility</p:attrName>
                                        </p:attrNameLst>
                                      </p:cBhvr>
                                      <p:to>
                                        <p:strVal val="visible"/>
                                      </p:to>
                                    </p:set>
                                    <p:anim calcmode="lin" valueType="num">
                                      <p:cBhvr additive="base">
                                        <p:cTn id="37"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7" end="7"/>
                                            </p:txEl>
                                          </p:spTgt>
                                        </p:tgtEl>
                                        <p:attrNameLst>
                                          <p:attrName>ppt_y</p:attrName>
                                        </p:attrNameLst>
                                      </p:cBhvr>
                                      <p:tavLst>
                                        <p:tav tm="0">
                                          <p:val>
                                            <p:strVal val="1+#ppt_h/2"/>
                                          </p:val>
                                        </p:tav>
                                        <p:tav tm="100000">
                                          <p:val>
                                            <p:strVal val="#ppt_y"/>
                                          </p:val>
                                        </p:tav>
                                      </p:tavLst>
                                    </p:anim>
                                  </p:childTnLst>
                                </p:cTn>
                              </p:par>
                              <p:par>
                                <p:cTn id="39" presetID="2" presetClass="entr" presetSubtype="4" fill="hold" grpId="0" nodeType="withEffect">
                                  <p:stCondLst>
                                    <p:cond delay="0"/>
                                  </p:stCondLst>
                                  <p:childTnLst>
                                    <p:set>
                                      <p:cBhvr>
                                        <p:cTn id="40" dur="1" fill="hold">
                                          <p:stCondLst>
                                            <p:cond delay="0"/>
                                          </p:stCondLst>
                                        </p:cTn>
                                        <p:tgtEl>
                                          <p:spTgt spid="3">
                                            <p:txEl>
                                              <p:pRg st="8" end="8"/>
                                            </p:txEl>
                                          </p:spTgt>
                                        </p:tgtEl>
                                        <p:attrNameLst>
                                          <p:attrName>style.visibility</p:attrName>
                                        </p:attrNameLst>
                                      </p:cBhvr>
                                      <p:to>
                                        <p:strVal val="visible"/>
                                      </p:to>
                                    </p:set>
                                    <p:anim calcmode="lin" valueType="num">
                                      <p:cBhvr additive="base">
                                        <p:cTn id="41"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42" dur="500" fill="hold"/>
                                        <p:tgtEl>
                                          <p:spTgt spid="3">
                                            <p:txEl>
                                              <p:pRg st="8" end="8"/>
                                            </p:txEl>
                                          </p:spTgt>
                                        </p:tgtEl>
                                        <p:attrNameLst>
                                          <p:attrName>ppt_y</p:attrName>
                                        </p:attrNameLst>
                                      </p:cBhvr>
                                      <p:tavLst>
                                        <p:tav tm="0">
                                          <p:val>
                                            <p:strVal val="1+#ppt_h/2"/>
                                          </p:val>
                                        </p:tav>
                                        <p:tav tm="100000">
                                          <p:val>
                                            <p:strVal val="#ppt_y"/>
                                          </p:val>
                                        </p:tav>
                                      </p:tavLst>
                                    </p:anim>
                                  </p:childTnLst>
                                </p:cTn>
                              </p:par>
                              <p:par>
                                <p:cTn id="43" presetID="2" presetClass="entr" presetSubtype="4" fill="hold" grpId="0" nodeType="withEffect">
                                  <p:stCondLst>
                                    <p:cond delay="0"/>
                                  </p:stCondLst>
                                  <p:childTnLst>
                                    <p:set>
                                      <p:cBhvr>
                                        <p:cTn id="44" dur="1" fill="hold">
                                          <p:stCondLst>
                                            <p:cond delay="0"/>
                                          </p:stCondLst>
                                        </p:cTn>
                                        <p:tgtEl>
                                          <p:spTgt spid="3">
                                            <p:txEl>
                                              <p:pRg st="9" end="9"/>
                                            </p:txEl>
                                          </p:spTgt>
                                        </p:tgtEl>
                                        <p:attrNameLst>
                                          <p:attrName>style.visibility</p:attrName>
                                        </p:attrNameLst>
                                      </p:cBhvr>
                                      <p:to>
                                        <p:strVal val="visible"/>
                                      </p:to>
                                    </p:set>
                                    <p:anim calcmode="lin" valueType="num">
                                      <p:cBhvr additive="base">
                                        <p:cTn id="45"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46" dur="500" fill="hold"/>
                                        <p:tgtEl>
                                          <p:spTgt spid="3">
                                            <p:txEl>
                                              <p:pRg st="9" end="9"/>
                                            </p:txEl>
                                          </p:spTgt>
                                        </p:tgtEl>
                                        <p:attrNameLst>
                                          <p:attrName>ppt_y</p:attrName>
                                        </p:attrNameLst>
                                      </p:cBhvr>
                                      <p:tavLst>
                                        <p:tav tm="0">
                                          <p:val>
                                            <p:strVal val="1+#ppt_h/2"/>
                                          </p:val>
                                        </p:tav>
                                        <p:tav tm="100000">
                                          <p:val>
                                            <p:strVal val="#ppt_y"/>
                                          </p:val>
                                        </p:tav>
                                      </p:tavLst>
                                    </p:anim>
                                  </p:childTnLst>
                                </p:cTn>
                              </p:par>
                              <p:par>
                                <p:cTn id="47" presetID="2" presetClass="entr" presetSubtype="4" fill="hold" grpId="0" nodeType="withEffect">
                                  <p:stCondLst>
                                    <p:cond delay="0"/>
                                  </p:stCondLst>
                                  <p:childTnLst>
                                    <p:set>
                                      <p:cBhvr>
                                        <p:cTn id="48" dur="1" fill="hold">
                                          <p:stCondLst>
                                            <p:cond delay="0"/>
                                          </p:stCondLst>
                                        </p:cTn>
                                        <p:tgtEl>
                                          <p:spTgt spid="3">
                                            <p:txEl>
                                              <p:pRg st="10" end="10"/>
                                            </p:txEl>
                                          </p:spTgt>
                                        </p:tgtEl>
                                        <p:attrNameLst>
                                          <p:attrName>style.visibility</p:attrName>
                                        </p:attrNameLst>
                                      </p:cBhvr>
                                      <p:to>
                                        <p:strVal val="visible"/>
                                      </p:to>
                                    </p:set>
                                    <p:anim calcmode="lin" valueType="num">
                                      <p:cBhvr additive="base">
                                        <p:cTn id="49" dur="500" fill="hold"/>
                                        <p:tgtEl>
                                          <p:spTgt spid="3">
                                            <p:txEl>
                                              <p:pRg st="10" end="10"/>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10" end="10"/>
                                            </p:txEl>
                                          </p:spTgt>
                                        </p:tgtEl>
                                        <p:attrNameLst>
                                          <p:attrName>ppt_y</p:attrName>
                                        </p:attrNameLst>
                                      </p:cBhvr>
                                      <p:tavLst>
                                        <p:tav tm="0">
                                          <p:val>
                                            <p:strVal val="1+#ppt_h/2"/>
                                          </p:val>
                                        </p:tav>
                                        <p:tav tm="100000">
                                          <p:val>
                                            <p:strVal val="#ppt_y"/>
                                          </p:val>
                                        </p:tav>
                                      </p:tavLst>
                                    </p:anim>
                                  </p:childTnLst>
                                </p:cTn>
                              </p:par>
                              <p:par>
                                <p:cTn id="51" presetID="2" presetClass="entr" presetSubtype="4" fill="hold" grpId="0" nodeType="withEffect">
                                  <p:stCondLst>
                                    <p:cond delay="0"/>
                                  </p:stCondLst>
                                  <p:childTnLst>
                                    <p:set>
                                      <p:cBhvr>
                                        <p:cTn id="52" dur="1" fill="hold">
                                          <p:stCondLst>
                                            <p:cond delay="0"/>
                                          </p:stCondLst>
                                        </p:cTn>
                                        <p:tgtEl>
                                          <p:spTgt spid="3">
                                            <p:txEl>
                                              <p:pRg st="11" end="11"/>
                                            </p:txEl>
                                          </p:spTgt>
                                        </p:tgtEl>
                                        <p:attrNameLst>
                                          <p:attrName>style.visibility</p:attrName>
                                        </p:attrNameLst>
                                      </p:cBhvr>
                                      <p:to>
                                        <p:strVal val="visible"/>
                                      </p:to>
                                    </p:set>
                                    <p:anim calcmode="lin" valueType="num">
                                      <p:cBhvr additive="base">
                                        <p:cTn id="53" dur="500" fill="hold"/>
                                        <p:tgtEl>
                                          <p:spTgt spid="3">
                                            <p:txEl>
                                              <p:pRg st="11" end="11"/>
                                            </p:txEl>
                                          </p:spTgt>
                                        </p:tgtEl>
                                        <p:attrNameLst>
                                          <p:attrName>ppt_x</p:attrName>
                                        </p:attrNameLst>
                                      </p:cBhvr>
                                      <p:tavLst>
                                        <p:tav tm="0">
                                          <p:val>
                                            <p:strVal val="#ppt_x"/>
                                          </p:val>
                                        </p:tav>
                                        <p:tav tm="100000">
                                          <p:val>
                                            <p:strVal val="#ppt_x"/>
                                          </p:val>
                                        </p:tav>
                                      </p:tavLst>
                                    </p:anim>
                                    <p:anim calcmode="lin" valueType="num">
                                      <p:cBhvr additive="base">
                                        <p:cTn id="54" dur="500" fill="hold"/>
                                        <p:tgtEl>
                                          <p:spTgt spid="3">
                                            <p:txEl>
                                              <p:pRg st="11" end="11"/>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POETICAL BOOKS</a:t>
            </a:r>
            <a:endParaRPr lang="en-IN" dirty="0"/>
          </a:p>
        </p:txBody>
      </p:sp>
      <p:sp>
        <p:nvSpPr>
          <p:cNvPr id="3" name="Content Placeholder 2"/>
          <p:cNvSpPr>
            <a:spLocks noGrp="1"/>
          </p:cNvSpPr>
          <p:nvPr>
            <p:ph idx="1"/>
          </p:nvPr>
        </p:nvSpPr>
        <p:spPr>
          <a:xfrm>
            <a:off x="1103312" y="2052918"/>
            <a:ext cx="8946541" cy="2493445"/>
          </a:xfrm>
        </p:spPr>
        <p:txBody>
          <a:bodyPr/>
          <a:lstStyle/>
          <a:p>
            <a:pPr marL="457200" indent="-457200">
              <a:buFont typeface="+mj-lt"/>
              <a:buAutoNum type="arabicPeriod"/>
            </a:pPr>
            <a:r>
              <a:rPr lang="en-US" dirty="0" smtClean="0"/>
              <a:t>JOB</a:t>
            </a:r>
          </a:p>
          <a:p>
            <a:pPr marL="457200" indent="-457200">
              <a:buFont typeface="+mj-lt"/>
              <a:buAutoNum type="arabicPeriod"/>
            </a:pPr>
            <a:r>
              <a:rPr lang="en-US" dirty="0" smtClean="0"/>
              <a:t>PSALMS</a:t>
            </a:r>
          </a:p>
          <a:p>
            <a:pPr marL="457200" indent="-457200">
              <a:buFont typeface="+mj-lt"/>
              <a:buAutoNum type="arabicPeriod"/>
            </a:pPr>
            <a:r>
              <a:rPr lang="en-US" dirty="0" smtClean="0"/>
              <a:t>PROVERBS</a:t>
            </a:r>
          </a:p>
          <a:p>
            <a:pPr marL="457200" indent="-457200">
              <a:buFont typeface="+mj-lt"/>
              <a:buAutoNum type="arabicPeriod"/>
            </a:pPr>
            <a:r>
              <a:rPr lang="en-US" dirty="0" smtClean="0"/>
              <a:t>ECCLESIASTICS</a:t>
            </a:r>
          </a:p>
          <a:p>
            <a:pPr marL="457200" indent="-457200">
              <a:buFont typeface="+mj-lt"/>
              <a:buAutoNum type="arabicPeriod"/>
            </a:pPr>
            <a:r>
              <a:rPr lang="en-US" dirty="0" smtClean="0"/>
              <a:t>SONG OF SONGS</a:t>
            </a:r>
            <a:endParaRPr lang="en-IN" dirty="0"/>
          </a:p>
        </p:txBody>
      </p:sp>
    </p:spTree>
    <p:extLst>
      <p:ext uri="{BB962C8B-B14F-4D97-AF65-F5344CB8AC3E}">
        <p14:creationId xmlns:p14="http://schemas.microsoft.com/office/powerpoint/2010/main" val="11066456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154955" y="888764"/>
            <a:ext cx="8825658" cy="3888618"/>
          </a:xfrm>
        </p:spPr>
        <p:txBody>
          <a:bodyPr>
            <a:normAutofit/>
          </a:bodyPr>
          <a:lstStyle/>
          <a:p>
            <a:pPr algn="ctr"/>
            <a:r>
              <a:rPr lang="en-US" dirty="0" smtClean="0"/>
              <a:t>The Psalms </a:t>
            </a:r>
            <a:r>
              <a:rPr lang="ml-IN" dirty="0"/>
              <a:t>സങ്കീർത്തനങ്ങൾ</a:t>
            </a:r>
            <a:endParaRPr lang="en-IN" dirty="0"/>
          </a:p>
        </p:txBody>
      </p:sp>
      <p:sp>
        <p:nvSpPr>
          <p:cNvPr id="3" name="Subtitle 2"/>
          <p:cNvSpPr>
            <a:spLocks noGrp="1"/>
          </p:cNvSpPr>
          <p:nvPr>
            <p:ph type="subTitle" idx="1"/>
          </p:nvPr>
        </p:nvSpPr>
        <p:spPr/>
        <p:txBody>
          <a:bodyPr/>
          <a:lstStyle/>
          <a:p>
            <a:pPr algn="ctr"/>
            <a:endParaRPr lang="en-US" dirty="0" smtClean="0"/>
          </a:p>
        </p:txBody>
      </p:sp>
    </p:spTree>
    <p:extLst>
      <p:ext uri="{BB962C8B-B14F-4D97-AF65-F5344CB8AC3E}">
        <p14:creationId xmlns:p14="http://schemas.microsoft.com/office/powerpoint/2010/main" val="1823867776"/>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pPr algn="ctr"/>
            <a:r>
              <a:rPr lang="en-US" dirty="0" smtClean="0"/>
              <a:t>THE PSALMS  </a:t>
            </a:r>
            <a:r>
              <a:rPr lang="ml-IN" dirty="0"/>
              <a:t>സങ്കീർത്തനങ്ങൾ</a:t>
            </a:r>
            <a:r>
              <a:rPr lang="en-US" dirty="0" smtClean="0"/>
              <a:t> </a:t>
            </a:r>
            <a:endParaRPr lang="en-IN" dirty="0"/>
          </a:p>
        </p:txBody>
      </p:sp>
      <p:sp>
        <p:nvSpPr>
          <p:cNvPr id="5" name="Content Placeholder 4"/>
          <p:cNvSpPr>
            <a:spLocks noGrp="1"/>
          </p:cNvSpPr>
          <p:nvPr>
            <p:ph idx="1"/>
          </p:nvPr>
        </p:nvSpPr>
        <p:spPr/>
        <p:txBody>
          <a:bodyPr>
            <a:normAutofit lnSpcReduction="10000"/>
          </a:bodyPr>
          <a:lstStyle/>
          <a:p>
            <a:r>
              <a:rPr lang="en-US" dirty="0" smtClean="0"/>
              <a:t>Introduction</a:t>
            </a:r>
          </a:p>
          <a:p>
            <a:r>
              <a:rPr lang="en-US" dirty="0" smtClean="0"/>
              <a:t>The Psalm in English corresponding word in Greek ‘</a:t>
            </a:r>
            <a:r>
              <a:rPr lang="en-US" dirty="0" err="1" smtClean="0"/>
              <a:t>Psalmos</a:t>
            </a:r>
            <a:r>
              <a:rPr lang="en-US" dirty="0" smtClean="0"/>
              <a:t>’ meaning – The music of a stringed instrument </a:t>
            </a:r>
            <a:r>
              <a:rPr lang="ml-IN" dirty="0" smtClean="0"/>
              <a:t>കമ്പിനാദങ്ങൾ</a:t>
            </a:r>
            <a:r>
              <a:rPr lang="en-US" dirty="0" smtClean="0"/>
              <a:t>, </a:t>
            </a:r>
            <a:r>
              <a:rPr lang="ml-IN" dirty="0"/>
              <a:t>തന്ത്രിവാദ്യ൦</a:t>
            </a:r>
            <a:r>
              <a:rPr lang="en-US" dirty="0" smtClean="0"/>
              <a:t> ‘</a:t>
            </a:r>
            <a:r>
              <a:rPr lang="en-US" dirty="0" err="1" smtClean="0"/>
              <a:t>Psalmoi</a:t>
            </a:r>
            <a:r>
              <a:rPr lang="en-US" dirty="0" smtClean="0"/>
              <a:t>’ Plural form </a:t>
            </a:r>
            <a:r>
              <a:rPr lang="ml-IN" dirty="0"/>
              <a:t>തന്ത്രിവാദ്യങ്ങൾ</a:t>
            </a:r>
            <a:r>
              <a:rPr lang="en-US" dirty="0" smtClean="0"/>
              <a:t> </a:t>
            </a:r>
          </a:p>
          <a:p>
            <a:r>
              <a:rPr lang="en-US" dirty="0" smtClean="0"/>
              <a:t>Later it came -- The song of praise </a:t>
            </a:r>
            <a:r>
              <a:rPr lang="ml-IN" dirty="0"/>
              <a:t>സ്തുതിഗീതങ്ങൾ</a:t>
            </a:r>
            <a:endParaRPr lang="en-US" dirty="0" smtClean="0"/>
          </a:p>
          <a:p>
            <a:r>
              <a:rPr lang="en-US" dirty="0" smtClean="0"/>
              <a:t>Generally - The songs of praise But there are songs of Lament </a:t>
            </a:r>
            <a:r>
              <a:rPr lang="ml-IN" dirty="0" smtClean="0"/>
              <a:t>സ്തുതിഗീതങ്ങൾ</a:t>
            </a:r>
            <a:r>
              <a:rPr lang="en-US" dirty="0" smtClean="0"/>
              <a:t> </a:t>
            </a:r>
            <a:r>
              <a:rPr lang="ml-IN" dirty="0" smtClean="0"/>
              <a:t>മാത്രമല്ല</a:t>
            </a:r>
            <a:r>
              <a:rPr lang="en-US" dirty="0" smtClean="0"/>
              <a:t> </a:t>
            </a:r>
            <a:r>
              <a:rPr lang="ml-IN" dirty="0" smtClean="0"/>
              <a:t>വിലാപകീർത്തനങ്ങളു൦</a:t>
            </a:r>
            <a:r>
              <a:rPr lang="en-US" dirty="0" smtClean="0"/>
              <a:t> </a:t>
            </a:r>
            <a:r>
              <a:rPr lang="ml-IN" dirty="0" smtClean="0"/>
              <a:t>ഉണ്ട്</a:t>
            </a:r>
            <a:endParaRPr lang="en-US" dirty="0" smtClean="0"/>
          </a:p>
          <a:p>
            <a:r>
              <a:rPr lang="en-US" dirty="0" smtClean="0"/>
              <a:t>In Hebrew ‘</a:t>
            </a:r>
            <a:r>
              <a:rPr lang="en-US" dirty="0" err="1" smtClean="0"/>
              <a:t>Tehillim</a:t>
            </a:r>
            <a:r>
              <a:rPr lang="en-US" dirty="0" smtClean="0"/>
              <a:t>’  means The songs of praise </a:t>
            </a:r>
            <a:r>
              <a:rPr lang="ml-IN" dirty="0" smtClean="0"/>
              <a:t>സ്തുതിഗീതങ്ങൾ</a:t>
            </a:r>
            <a:endParaRPr lang="en-US" dirty="0" smtClean="0"/>
          </a:p>
          <a:p>
            <a:r>
              <a:rPr lang="en-US" dirty="0" smtClean="0"/>
              <a:t>Psalms are often referred to David – Psalms of David</a:t>
            </a:r>
          </a:p>
          <a:p>
            <a:r>
              <a:rPr lang="en-US" dirty="0" smtClean="0"/>
              <a:t>Psalm 42 –Sons of </a:t>
            </a:r>
            <a:r>
              <a:rPr lang="en-US" dirty="0" err="1" smtClean="0"/>
              <a:t>Korah</a:t>
            </a:r>
            <a:r>
              <a:rPr lang="en-US" dirty="0" smtClean="0"/>
              <a:t>,   Ps 72 – Solomon Ps 73 – </a:t>
            </a:r>
            <a:r>
              <a:rPr lang="en-US" dirty="0" err="1" smtClean="0"/>
              <a:t>Asaph</a:t>
            </a:r>
            <a:r>
              <a:rPr lang="en-US" dirty="0" smtClean="0"/>
              <a:t>  </a:t>
            </a:r>
          </a:p>
          <a:p>
            <a:r>
              <a:rPr lang="en-US" dirty="0" smtClean="0"/>
              <a:t>Ps 88 – </a:t>
            </a:r>
            <a:r>
              <a:rPr lang="en-US" dirty="0" err="1" smtClean="0"/>
              <a:t>Heman</a:t>
            </a:r>
            <a:r>
              <a:rPr lang="en-US" dirty="0" smtClean="0"/>
              <a:t>, Ps 89 – Ethan, Ps 90 – Mosses,  </a:t>
            </a:r>
          </a:p>
          <a:p>
            <a:endParaRPr lang="en-IN" dirty="0"/>
          </a:p>
        </p:txBody>
      </p:sp>
    </p:spTree>
    <p:extLst>
      <p:ext uri="{BB962C8B-B14F-4D97-AF65-F5344CB8AC3E}">
        <p14:creationId xmlns:p14="http://schemas.microsoft.com/office/powerpoint/2010/main" val="11052053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 calcmode="lin" valueType="num">
                                      <p:cBhvr additive="base">
                                        <p:cTn id="7" dur="500" fill="hold"/>
                                        <p:tgtEl>
                                          <p:spTgt spid="5">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5">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5">
                                            <p:txEl>
                                              <p:pRg st="1" end="1"/>
                                            </p:txEl>
                                          </p:spTgt>
                                        </p:tgtEl>
                                        <p:attrNameLst>
                                          <p:attrName>style.visibility</p:attrName>
                                        </p:attrNameLst>
                                      </p:cBhvr>
                                      <p:to>
                                        <p:strVal val="visible"/>
                                      </p:to>
                                    </p:set>
                                    <p:anim calcmode="lin" valueType="num">
                                      <p:cBhvr additive="base">
                                        <p:cTn id="13" dur="500" fill="hold"/>
                                        <p:tgtEl>
                                          <p:spTgt spid="5">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5">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5">
                                            <p:txEl>
                                              <p:pRg st="2" end="2"/>
                                            </p:txEl>
                                          </p:spTgt>
                                        </p:tgtEl>
                                        <p:attrNameLst>
                                          <p:attrName>style.visibility</p:attrName>
                                        </p:attrNameLst>
                                      </p:cBhvr>
                                      <p:to>
                                        <p:strVal val="visible"/>
                                      </p:to>
                                    </p:set>
                                    <p:anim calcmode="lin" valueType="num">
                                      <p:cBhvr additive="base">
                                        <p:cTn id="19" dur="500" fill="hold"/>
                                        <p:tgtEl>
                                          <p:spTgt spid="5">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5">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5">
                                            <p:txEl>
                                              <p:pRg st="3" end="3"/>
                                            </p:txEl>
                                          </p:spTgt>
                                        </p:tgtEl>
                                        <p:attrNameLst>
                                          <p:attrName>style.visibility</p:attrName>
                                        </p:attrNameLst>
                                      </p:cBhvr>
                                      <p:to>
                                        <p:strVal val="visible"/>
                                      </p:to>
                                    </p:set>
                                    <p:anim calcmode="lin" valueType="num">
                                      <p:cBhvr additive="base">
                                        <p:cTn id="25" dur="500" fill="hold"/>
                                        <p:tgtEl>
                                          <p:spTgt spid="5">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5">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5">
                                            <p:txEl>
                                              <p:pRg st="4" end="4"/>
                                            </p:txEl>
                                          </p:spTgt>
                                        </p:tgtEl>
                                        <p:attrNameLst>
                                          <p:attrName>style.visibility</p:attrName>
                                        </p:attrNameLst>
                                      </p:cBhvr>
                                      <p:to>
                                        <p:strVal val="visible"/>
                                      </p:to>
                                    </p:set>
                                    <p:anim calcmode="lin" valueType="num">
                                      <p:cBhvr additive="base">
                                        <p:cTn id="31" dur="500" fill="hold"/>
                                        <p:tgtEl>
                                          <p:spTgt spid="5">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5">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5">
                                            <p:txEl>
                                              <p:pRg st="5" end="5"/>
                                            </p:txEl>
                                          </p:spTgt>
                                        </p:tgtEl>
                                        <p:attrNameLst>
                                          <p:attrName>style.visibility</p:attrName>
                                        </p:attrNameLst>
                                      </p:cBhvr>
                                      <p:to>
                                        <p:strVal val="visible"/>
                                      </p:to>
                                    </p:set>
                                    <p:anim calcmode="lin" valueType="num">
                                      <p:cBhvr additive="base">
                                        <p:cTn id="37" dur="500" fill="hold"/>
                                        <p:tgtEl>
                                          <p:spTgt spid="5">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5">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5">
                                            <p:txEl>
                                              <p:pRg st="6" end="6"/>
                                            </p:txEl>
                                          </p:spTgt>
                                        </p:tgtEl>
                                        <p:attrNameLst>
                                          <p:attrName>style.visibility</p:attrName>
                                        </p:attrNameLst>
                                      </p:cBhvr>
                                      <p:to>
                                        <p:strVal val="visible"/>
                                      </p:to>
                                    </p:set>
                                    <p:anim calcmode="lin" valueType="num">
                                      <p:cBhvr additive="base">
                                        <p:cTn id="43" dur="500" fill="hold"/>
                                        <p:tgtEl>
                                          <p:spTgt spid="5">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5">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5">
                                            <p:txEl>
                                              <p:pRg st="7" end="7"/>
                                            </p:txEl>
                                          </p:spTgt>
                                        </p:tgtEl>
                                        <p:attrNameLst>
                                          <p:attrName>style.visibility</p:attrName>
                                        </p:attrNameLst>
                                      </p:cBhvr>
                                      <p:to>
                                        <p:strVal val="visible"/>
                                      </p:to>
                                    </p:set>
                                    <p:anim calcmode="lin" valueType="num">
                                      <p:cBhvr additive="base">
                                        <p:cTn id="49" dur="500" fill="hold"/>
                                        <p:tgtEl>
                                          <p:spTgt spid="5">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5">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46111" y="452717"/>
            <a:ext cx="9404723" cy="1923013"/>
          </a:xfrm>
        </p:spPr>
        <p:txBody>
          <a:bodyPr/>
          <a:lstStyle/>
          <a:p>
            <a:pPr algn="ctr"/>
            <a:r>
              <a:rPr lang="en-US" dirty="0" smtClean="0"/>
              <a:t>REASONS FOR STUDYING PSALMS TODAY </a:t>
            </a:r>
            <a:r>
              <a:rPr lang="ml-IN" dirty="0"/>
              <a:t>സങ്കീർത്തനങ്ങൾ</a:t>
            </a:r>
            <a:r>
              <a:rPr lang="en-US" dirty="0" smtClean="0"/>
              <a:t> </a:t>
            </a:r>
            <a:r>
              <a:rPr lang="ml-IN" dirty="0" smtClean="0"/>
              <a:t>പഠിക്കുന്നതിന്റെ</a:t>
            </a:r>
            <a:r>
              <a:rPr lang="en-US" dirty="0" smtClean="0"/>
              <a:t> </a:t>
            </a:r>
            <a:r>
              <a:rPr lang="ml-IN" dirty="0" smtClean="0"/>
              <a:t>ആവശ്യകത</a:t>
            </a:r>
            <a:endParaRPr lang="en-IN" dirty="0"/>
          </a:p>
        </p:txBody>
      </p:sp>
      <p:sp>
        <p:nvSpPr>
          <p:cNvPr id="3" name="Content Placeholder 2"/>
          <p:cNvSpPr>
            <a:spLocks noGrp="1"/>
          </p:cNvSpPr>
          <p:nvPr>
            <p:ph idx="1"/>
          </p:nvPr>
        </p:nvSpPr>
        <p:spPr>
          <a:xfrm>
            <a:off x="1103312" y="2461189"/>
            <a:ext cx="8946541" cy="3787210"/>
          </a:xfrm>
        </p:spPr>
        <p:txBody>
          <a:bodyPr>
            <a:normAutofit lnSpcReduction="10000"/>
          </a:bodyPr>
          <a:lstStyle/>
          <a:p>
            <a:r>
              <a:rPr lang="en-US" dirty="0" smtClean="0"/>
              <a:t>Jesus obviously valued the Psalms and therefore we should Ps 22</a:t>
            </a:r>
          </a:p>
          <a:p>
            <a:r>
              <a:rPr lang="ml-IN" dirty="0" smtClean="0"/>
              <a:t>യേശുക്രിസ്തു</a:t>
            </a:r>
            <a:r>
              <a:rPr lang="en-US" dirty="0" smtClean="0"/>
              <a:t> </a:t>
            </a:r>
            <a:r>
              <a:rPr lang="ml-IN" dirty="0" smtClean="0"/>
              <a:t>സങ്കീർത്തനങ്ങൾക്ക്</a:t>
            </a:r>
            <a:r>
              <a:rPr lang="en-US" dirty="0" smtClean="0"/>
              <a:t> </a:t>
            </a:r>
            <a:r>
              <a:rPr lang="ml-IN" dirty="0" smtClean="0"/>
              <a:t>വില</a:t>
            </a:r>
            <a:r>
              <a:rPr lang="en-US" dirty="0" smtClean="0"/>
              <a:t> </a:t>
            </a:r>
            <a:r>
              <a:rPr lang="ml-IN" dirty="0" smtClean="0"/>
              <a:t>കല്പിച്ചതുകൊണ്ട്</a:t>
            </a:r>
            <a:endParaRPr lang="en-US" dirty="0" smtClean="0"/>
          </a:p>
          <a:p>
            <a:r>
              <a:rPr lang="en-US" dirty="0" smtClean="0"/>
              <a:t>In the NT the Psalms are used as an important sources of information concerning Christ and Christian doctrine. </a:t>
            </a:r>
          </a:p>
          <a:p>
            <a:r>
              <a:rPr lang="ml-IN" dirty="0" smtClean="0"/>
              <a:t>ക്രിസ്തുവിനെ</a:t>
            </a:r>
            <a:r>
              <a:rPr lang="en-US" dirty="0" smtClean="0"/>
              <a:t> </a:t>
            </a:r>
            <a:r>
              <a:rPr lang="ml-IN" dirty="0" smtClean="0"/>
              <a:t>കുറിച്ചു൦</a:t>
            </a:r>
            <a:r>
              <a:rPr lang="en-US" dirty="0" smtClean="0"/>
              <a:t> </a:t>
            </a:r>
            <a:r>
              <a:rPr lang="ml-IN" dirty="0" smtClean="0"/>
              <a:t>ക്രിസ്തുവിന്റെ ഉപദേശത്തെക്കുറിച്ചു൦</a:t>
            </a:r>
            <a:r>
              <a:rPr lang="en-US" dirty="0" smtClean="0"/>
              <a:t> </a:t>
            </a:r>
            <a:r>
              <a:rPr lang="ml-IN" dirty="0" smtClean="0"/>
              <a:t>സങ്കീർത്തനം</a:t>
            </a:r>
            <a:r>
              <a:rPr lang="en-US" dirty="0" smtClean="0"/>
              <a:t> </a:t>
            </a:r>
            <a:r>
              <a:rPr lang="ml-IN" dirty="0" smtClean="0"/>
              <a:t>ആണ് പുതിയനിയമത്തിന്റെ</a:t>
            </a:r>
            <a:r>
              <a:rPr lang="en-US" dirty="0" smtClean="0"/>
              <a:t> </a:t>
            </a:r>
            <a:r>
              <a:rPr lang="ml-IN" dirty="0" smtClean="0"/>
              <a:t>പ്രധാന</a:t>
            </a:r>
            <a:r>
              <a:rPr lang="en-US" dirty="0" smtClean="0"/>
              <a:t> </a:t>
            </a:r>
            <a:r>
              <a:rPr lang="ml-IN" dirty="0" smtClean="0"/>
              <a:t>ഉറവിടമായിരിക്കുന്നത്</a:t>
            </a:r>
            <a:r>
              <a:rPr lang="en-US" dirty="0" smtClean="0"/>
              <a:t> Psalm 2, 8, 22, 69,89, 110, 118. Ps 95 used in Hebrews 3-4, Ps 16 by Peter and Paul in Acts 2, and 13 etc..</a:t>
            </a:r>
          </a:p>
          <a:p>
            <a:r>
              <a:rPr lang="en-US" dirty="0" smtClean="0"/>
              <a:t>The Psalms contain much valuable teaching E.g. Ps 86</a:t>
            </a:r>
          </a:p>
          <a:p>
            <a:r>
              <a:rPr lang="ml-IN" dirty="0" smtClean="0"/>
              <a:t>വിലയേറിയ</a:t>
            </a:r>
            <a:r>
              <a:rPr lang="en-US" dirty="0" smtClean="0"/>
              <a:t> </a:t>
            </a:r>
            <a:r>
              <a:rPr lang="ml-IN" dirty="0" smtClean="0"/>
              <a:t>പഠനങ്ങൾ</a:t>
            </a:r>
            <a:r>
              <a:rPr lang="en-US" dirty="0" smtClean="0"/>
              <a:t> </a:t>
            </a:r>
            <a:r>
              <a:rPr lang="ml-IN" dirty="0" smtClean="0"/>
              <a:t>സങ്കീർത്തനങ്ങളിൽ</a:t>
            </a:r>
            <a:r>
              <a:rPr lang="en-US" dirty="0" smtClean="0"/>
              <a:t> </a:t>
            </a:r>
            <a:r>
              <a:rPr lang="ml-IN" dirty="0" smtClean="0"/>
              <a:t>ഉണ്ട്</a:t>
            </a:r>
            <a:r>
              <a:rPr lang="en-US" dirty="0" smtClean="0"/>
              <a:t> </a:t>
            </a:r>
            <a:endParaRPr lang="en-IN" dirty="0"/>
          </a:p>
        </p:txBody>
      </p:sp>
    </p:spTree>
    <p:extLst>
      <p:ext uri="{BB962C8B-B14F-4D97-AF65-F5344CB8AC3E}">
        <p14:creationId xmlns:p14="http://schemas.microsoft.com/office/powerpoint/2010/main" val="20361602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3">
                                            <p:txEl>
                                              <p:pRg st="1" end="1"/>
                                            </p:txEl>
                                          </p:spTgt>
                                        </p:tgtEl>
                                        <p:attrNameLst>
                                          <p:attrName>style.visibility</p:attrName>
                                        </p:attrNameLst>
                                      </p:cBhvr>
                                      <p:to>
                                        <p:strVal val="visible"/>
                                      </p:to>
                                    </p:set>
                                    <p:animEffect transition="in" filter="fade">
                                      <p:cBhvr>
                                        <p:cTn id="14" dur="1000"/>
                                        <p:tgtEl>
                                          <p:spTgt spid="3">
                                            <p:txEl>
                                              <p:pRg st="1" end="1"/>
                                            </p:txEl>
                                          </p:spTgt>
                                        </p:tgtEl>
                                      </p:cBhvr>
                                    </p:animEffect>
                                    <p:anim calcmode="lin" valueType="num">
                                      <p:cBhvr>
                                        <p:cTn id="15"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3">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Effect transition="in" filter="fade">
                                      <p:cBhvr>
                                        <p:cTn id="21" dur="1000"/>
                                        <p:tgtEl>
                                          <p:spTgt spid="3">
                                            <p:txEl>
                                              <p:pRg st="2" end="2"/>
                                            </p:txEl>
                                          </p:spTgt>
                                        </p:tgtEl>
                                      </p:cBhvr>
                                    </p:animEffect>
                                    <p:anim calcmode="lin" valueType="num">
                                      <p:cBhvr>
                                        <p:cTn id="22"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23"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3">
                                            <p:txEl>
                                              <p:pRg st="3" end="3"/>
                                            </p:txEl>
                                          </p:spTgt>
                                        </p:tgtEl>
                                        <p:attrNameLst>
                                          <p:attrName>style.visibility</p:attrName>
                                        </p:attrNameLst>
                                      </p:cBhvr>
                                      <p:to>
                                        <p:strVal val="visible"/>
                                      </p:to>
                                    </p:set>
                                    <p:animEffect transition="in" filter="fade">
                                      <p:cBhvr>
                                        <p:cTn id="28" dur="1000"/>
                                        <p:tgtEl>
                                          <p:spTgt spid="3">
                                            <p:txEl>
                                              <p:pRg st="3" end="3"/>
                                            </p:txEl>
                                          </p:spTgt>
                                        </p:tgtEl>
                                      </p:cBhvr>
                                    </p:animEffect>
                                    <p:anim calcmode="lin" valueType="num">
                                      <p:cBhvr>
                                        <p:cTn id="29"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30"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3">
                                            <p:txEl>
                                              <p:pRg st="4" end="4"/>
                                            </p:txEl>
                                          </p:spTgt>
                                        </p:tgtEl>
                                        <p:attrNameLst>
                                          <p:attrName>style.visibility</p:attrName>
                                        </p:attrNameLst>
                                      </p:cBhvr>
                                      <p:to>
                                        <p:strVal val="visible"/>
                                      </p:to>
                                    </p:set>
                                    <p:animEffect transition="in" filter="fade">
                                      <p:cBhvr>
                                        <p:cTn id="35" dur="1000"/>
                                        <p:tgtEl>
                                          <p:spTgt spid="3">
                                            <p:txEl>
                                              <p:pRg st="4" end="4"/>
                                            </p:txEl>
                                          </p:spTgt>
                                        </p:tgtEl>
                                      </p:cBhvr>
                                    </p:animEffect>
                                    <p:anim calcmode="lin" valueType="num">
                                      <p:cBhvr>
                                        <p:cTn id="36"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37" dur="1000" fill="hold"/>
                                        <p:tgtEl>
                                          <p:spTgt spid="3">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3">
                                            <p:txEl>
                                              <p:pRg st="5" end="5"/>
                                            </p:txEl>
                                          </p:spTgt>
                                        </p:tgtEl>
                                        <p:attrNameLst>
                                          <p:attrName>style.visibility</p:attrName>
                                        </p:attrNameLst>
                                      </p:cBhvr>
                                      <p:to>
                                        <p:strVal val="visible"/>
                                      </p:to>
                                    </p:set>
                                    <p:animEffect transition="in" filter="fade">
                                      <p:cBhvr>
                                        <p:cTn id="42" dur="1000"/>
                                        <p:tgtEl>
                                          <p:spTgt spid="3">
                                            <p:txEl>
                                              <p:pRg st="5" end="5"/>
                                            </p:txEl>
                                          </p:spTgt>
                                        </p:tgtEl>
                                      </p:cBhvr>
                                    </p:animEffect>
                                    <p:anim calcmode="lin" valueType="num">
                                      <p:cBhvr>
                                        <p:cTn id="43"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44" dur="1000" fill="hold"/>
                                        <p:tgtEl>
                                          <p:spTgt spid="3">
                                            <p:txEl>
                                              <p:pRg st="5" end="5"/>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sz="3600" dirty="0" smtClean="0"/>
              <a:t>Difference between</a:t>
            </a:r>
            <a:br>
              <a:rPr lang="en-US" sz="3600" dirty="0" smtClean="0"/>
            </a:br>
            <a:r>
              <a:rPr lang="en-US" sz="3600" dirty="0" smtClean="0"/>
              <a:t>Roman Catholic Bible &amp; Protestant Bible</a:t>
            </a:r>
            <a:endParaRPr lang="en-IN" sz="3600" dirty="0"/>
          </a:p>
        </p:txBody>
      </p:sp>
      <p:sp>
        <p:nvSpPr>
          <p:cNvPr id="3" name="Content Placeholder 2"/>
          <p:cNvSpPr>
            <a:spLocks noGrp="1"/>
          </p:cNvSpPr>
          <p:nvPr>
            <p:ph idx="1"/>
          </p:nvPr>
        </p:nvSpPr>
        <p:spPr/>
        <p:txBody>
          <a:bodyPr>
            <a:normAutofit fontScale="92500" lnSpcReduction="20000"/>
          </a:bodyPr>
          <a:lstStyle/>
          <a:p>
            <a:r>
              <a:rPr lang="en-US" dirty="0" smtClean="0"/>
              <a:t>Protestant            Roman Catholic</a:t>
            </a:r>
          </a:p>
          <a:p>
            <a:r>
              <a:rPr lang="en-US" dirty="0" smtClean="0"/>
              <a:t>8                             8</a:t>
            </a:r>
          </a:p>
          <a:p>
            <a:r>
              <a:rPr lang="en-US" dirty="0" smtClean="0"/>
              <a:t>9+10                       9</a:t>
            </a:r>
          </a:p>
          <a:p>
            <a:r>
              <a:rPr lang="en-US" dirty="0" smtClean="0"/>
              <a:t>11                           10</a:t>
            </a:r>
          </a:p>
          <a:p>
            <a:r>
              <a:rPr lang="en-US" dirty="0" smtClean="0"/>
              <a:t>37                           36</a:t>
            </a:r>
          </a:p>
          <a:p>
            <a:r>
              <a:rPr lang="en-US" dirty="0" smtClean="0"/>
              <a:t>136                         135</a:t>
            </a:r>
          </a:p>
          <a:p>
            <a:r>
              <a:rPr lang="en-US" dirty="0" smtClean="0"/>
              <a:t>147                         146+147</a:t>
            </a:r>
          </a:p>
          <a:p>
            <a:r>
              <a:rPr lang="en-US" dirty="0" smtClean="0"/>
              <a:t>148                         148</a:t>
            </a:r>
          </a:p>
          <a:p>
            <a:r>
              <a:rPr lang="en-US" dirty="0" smtClean="0"/>
              <a:t>150                         150 </a:t>
            </a:r>
          </a:p>
          <a:p>
            <a:r>
              <a:rPr lang="en-US" dirty="0" smtClean="0"/>
              <a:t>Which numbers are common ? 1 -8, 148-150</a:t>
            </a:r>
          </a:p>
          <a:p>
            <a:r>
              <a:rPr lang="en-US" dirty="0" smtClean="0"/>
              <a:t>Hebrew Bible assigns a verse number to the tittle. Long tittle is counted as two verses.</a:t>
            </a:r>
            <a:endParaRPr lang="en-IN" dirty="0"/>
          </a:p>
        </p:txBody>
      </p:sp>
    </p:spTree>
    <p:extLst>
      <p:ext uri="{BB962C8B-B14F-4D97-AF65-F5344CB8AC3E}">
        <p14:creationId xmlns:p14="http://schemas.microsoft.com/office/powerpoint/2010/main" val="33119843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fade">
                                      <p:cBhvr>
                                        <p:cTn id="37" dur="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fade">
                                      <p:cBhvr>
                                        <p:cTn id="42" dur="5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fade">
                                      <p:cBhvr>
                                        <p:cTn id="47" dur="500"/>
                                        <p:tgtEl>
                                          <p:spTgt spid="3">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grpId="0" nodeType="clickEffect">
                                  <p:stCondLst>
                                    <p:cond delay="0"/>
                                  </p:stCondLst>
                                  <p:childTnLst>
                                    <p:set>
                                      <p:cBhvr>
                                        <p:cTn id="51" dur="1" fill="hold">
                                          <p:stCondLst>
                                            <p:cond delay="0"/>
                                          </p:stCondLst>
                                        </p:cTn>
                                        <p:tgtEl>
                                          <p:spTgt spid="3">
                                            <p:txEl>
                                              <p:pRg st="9" end="9"/>
                                            </p:txEl>
                                          </p:spTgt>
                                        </p:tgtEl>
                                        <p:attrNameLst>
                                          <p:attrName>style.visibility</p:attrName>
                                        </p:attrNameLst>
                                      </p:cBhvr>
                                      <p:to>
                                        <p:strVal val="visible"/>
                                      </p:to>
                                    </p:set>
                                    <p:animEffect transition="in" filter="fade">
                                      <p:cBhvr>
                                        <p:cTn id="52" dur="500"/>
                                        <p:tgtEl>
                                          <p:spTgt spid="3">
                                            <p:txEl>
                                              <p:pRg st="9" end="9"/>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3">
                                            <p:txEl>
                                              <p:pRg st="10" end="10"/>
                                            </p:txEl>
                                          </p:spTgt>
                                        </p:tgtEl>
                                        <p:attrNameLst>
                                          <p:attrName>style.visibility</p:attrName>
                                        </p:attrNameLst>
                                      </p:cBhvr>
                                      <p:to>
                                        <p:strVal val="visible"/>
                                      </p:to>
                                    </p:set>
                                    <p:animEffect transition="in" filter="fade">
                                      <p:cBhvr>
                                        <p:cTn id="57" dur="500"/>
                                        <p:tgtEl>
                                          <p:spTgt spid="3">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Collection based on Books</a:t>
            </a:r>
            <a:endParaRPr lang="en-IN" dirty="0"/>
          </a:p>
        </p:txBody>
      </p:sp>
      <p:sp>
        <p:nvSpPr>
          <p:cNvPr id="3" name="Content Placeholder 2"/>
          <p:cNvSpPr>
            <a:spLocks noGrp="1"/>
          </p:cNvSpPr>
          <p:nvPr>
            <p:ph idx="1"/>
          </p:nvPr>
        </p:nvSpPr>
        <p:spPr>
          <a:xfrm>
            <a:off x="1103312" y="2052918"/>
            <a:ext cx="8946541" cy="3305295"/>
          </a:xfrm>
        </p:spPr>
        <p:txBody>
          <a:bodyPr/>
          <a:lstStyle/>
          <a:p>
            <a:r>
              <a:rPr lang="en-US" dirty="0" smtClean="0"/>
              <a:t>There are 5 books.</a:t>
            </a:r>
          </a:p>
          <a:p>
            <a:r>
              <a:rPr lang="en-US" dirty="0" smtClean="0"/>
              <a:t>Ps 01 – 41   1</a:t>
            </a:r>
            <a:r>
              <a:rPr lang="en-US" baseline="30000" dirty="0" smtClean="0"/>
              <a:t>st</a:t>
            </a:r>
            <a:r>
              <a:rPr lang="en-US" dirty="0" smtClean="0"/>
              <a:t> book</a:t>
            </a:r>
          </a:p>
          <a:p>
            <a:r>
              <a:rPr lang="en-US" dirty="0" smtClean="0"/>
              <a:t>Ps 42 - 72    2</a:t>
            </a:r>
            <a:r>
              <a:rPr lang="en-US" baseline="30000" dirty="0" smtClean="0"/>
              <a:t>nd</a:t>
            </a:r>
            <a:r>
              <a:rPr lang="en-US" dirty="0" smtClean="0"/>
              <a:t> book</a:t>
            </a:r>
          </a:p>
          <a:p>
            <a:r>
              <a:rPr lang="en-US" dirty="0" smtClean="0"/>
              <a:t>Ps 73 - 89    3</a:t>
            </a:r>
            <a:r>
              <a:rPr lang="en-US" baseline="30000" dirty="0" smtClean="0"/>
              <a:t>rd</a:t>
            </a:r>
            <a:r>
              <a:rPr lang="en-US" dirty="0" smtClean="0"/>
              <a:t> book</a:t>
            </a:r>
          </a:p>
          <a:p>
            <a:r>
              <a:rPr lang="en-US" dirty="0" smtClean="0"/>
              <a:t>Ps 90 – 106  4</a:t>
            </a:r>
            <a:r>
              <a:rPr lang="en-US" baseline="30000" dirty="0" smtClean="0"/>
              <a:t>th</a:t>
            </a:r>
            <a:r>
              <a:rPr lang="en-US" dirty="0" smtClean="0"/>
              <a:t> book</a:t>
            </a:r>
          </a:p>
          <a:p>
            <a:r>
              <a:rPr lang="en-US" dirty="0" smtClean="0"/>
              <a:t>Ps 107 –150 5</a:t>
            </a:r>
            <a:r>
              <a:rPr lang="en-US" baseline="30000" dirty="0" smtClean="0"/>
              <a:t>th</a:t>
            </a:r>
            <a:r>
              <a:rPr lang="en-US" dirty="0" smtClean="0"/>
              <a:t> book</a:t>
            </a:r>
            <a:endParaRPr lang="en-IN" dirty="0"/>
          </a:p>
        </p:txBody>
      </p:sp>
    </p:spTree>
    <p:extLst>
      <p:ext uri="{BB962C8B-B14F-4D97-AF65-F5344CB8AC3E}">
        <p14:creationId xmlns:p14="http://schemas.microsoft.com/office/powerpoint/2010/main" val="3347154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03311" y="452718"/>
            <a:ext cx="9014909" cy="940246"/>
          </a:xfrm>
        </p:spPr>
        <p:txBody>
          <a:bodyPr/>
          <a:lstStyle/>
          <a:p>
            <a:pPr algn="ctr"/>
            <a:r>
              <a:rPr lang="en-US" sz="3600" dirty="0" smtClean="0"/>
              <a:t>Collections of Psalms based on Authors </a:t>
            </a:r>
            <a:endParaRPr lang="en-IN" sz="3600" dirty="0"/>
          </a:p>
        </p:txBody>
      </p:sp>
      <p:sp>
        <p:nvSpPr>
          <p:cNvPr id="3" name="Content Placeholder 2"/>
          <p:cNvSpPr>
            <a:spLocks noGrp="1"/>
          </p:cNvSpPr>
          <p:nvPr>
            <p:ph idx="1"/>
          </p:nvPr>
        </p:nvSpPr>
        <p:spPr/>
        <p:txBody>
          <a:bodyPr>
            <a:normAutofit/>
          </a:bodyPr>
          <a:lstStyle/>
          <a:p>
            <a:r>
              <a:rPr lang="en-US" dirty="0" smtClean="0"/>
              <a:t>Five books      </a:t>
            </a:r>
            <a:r>
              <a:rPr lang="ml-IN" dirty="0" smtClean="0"/>
              <a:t>അഞ്ച്</a:t>
            </a:r>
            <a:r>
              <a:rPr lang="en-US" dirty="0" smtClean="0"/>
              <a:t> </a:t>
            </a:r>
            <a:r>
              <a:rPr lang="ml-IN" dirty="0" smtClean="0"/>
              <a:t>പുസ്തകങ്ങൾ</a:t>
            </a:r>
            <a:endParaRPr lang="en-US" dirty="0" smtClean="0"/>
          </a:p>
          <a:p>
            <a:r>
              <a:rPr lang="en-US" dirty="0" smtClean="0"/>
              <a:t>1 – 41 , 42 – 72, 73 – 89, 90 – 106, 107 – 150</a:t>
            </a:r>
          </a:p>
          <a:p>
            <a:r>
              <a:rPr lang="en-US" dirty="0" smtClean="0"/>
              <a:t>Collections based on the names</a:t>
            </a:r>
          </a:p>
          <a:p>
            <a:r>
              <a:rPr lang="en-US" dirty="0" smtClean="0"/>
              <a:t> 1. Davidic Collections </a:t>
            </a:r>
            <a:r>
              <a:rPr lang="ml-IN" dirty="0" smtClean="0"/>
              <a:t>ദാവീദിന്റെ</a:t>
            </a:r>
            <a:r>
              <a:rPr lang="en-US" dirty="0" smtClean="0"/>
              <a:t> </a:t>
            </a:r>
            <a:r>
              <a:rPr lang="ml-IN" dirty="0" smtClean="0"/>
              <a:t>സങ്കീർത്തനങ്ങൾ</a:t>
            </a:r>
            <a:r>
              <a:rPr lang="en-US" dirty="0" smtClean="0"/>
              <a:t> 1- 41</a:t>
            </a:r>
          </a:p>
          <a:p>
            <a:r>
              <a:rPr lang="en-US" dirty="0" smtClean="0"/>
              <a:t>2. (Sons of </a:t>
            </a:r>
            <a:r>
              <a:rPr lang="en-US" dirty="0" err="1" smtClean="0"/>
              <a:t>Korah</a:t>
            </a:r>
            <a:r>
              <a:rPr lang="en-US" dirty="0" smtClean="0"/>
              <a:t>) Korahites Collections </a:t>
            </a:r>
            <a:r>
              <a:rPr lang="ml-IN" dirty="0"/>
              <a:t>കോരഹ്</a:t>
            </a:r>
            <a:r>
              <a:rPr lang="en-US" dirty="0" smtClean="0"/>
              <a:t> </a:t>
            </a:r>
            <a:r>
              <a:rPr lang="ml-IN" dirty="0" smtClean="0"/>
              <a:t>പുത്രൻമാരുടെ</a:t>
            </a:r>
            <a:r>
              <a:rPr lang="en-US" dirty="0"/>
              <a:t> </a:t>
            </a:r>
            <a:r>
              <a:rPr lang="ml-IN" dirty="0" smtClean="0"/>
              <a:t>സങ്കീർത്തനങ്ങൾ</a:t>
            </a:r>
            <a:r>
              <a:rPr lang="en-US" dirty="0" smtClean="0"/>
              <a:t>  42 - 49</a:t>
            </a:r>
          </a:p>
          <a:p>
            <a:r>
              <a:rPr lang="en-US" dirty="0" smtClean="0"/>
              <a:t>3. </a:t>
            </a:r>
            <a:r>
              <a:rPr lang="en-US" dirty="0" err="1" smtClean="0"/>
              <a:t>Asaphites</a:t>
            </a:r>
            <a:r>
              <a:rPr lang="en-US" dirty="0"/>
              <a:t> </a:t>
            </a:r>
            <a:r>
              <a:rPr lang="en-US" dirty="0" smtClean="0"/>
              <a:t>Collections </a:t>
            </a:r>
            <a:r>
              <a:rPr lang="ml-IN" dirty="0" smtClean="0"/>
              <a:t>ആസാഫിന്റെ</a:t>
            </a:r>
            <a:r>
              <a:rPr lang="en-US" dirty="0" smtClean="0"/>
              <a:t> </a:t>
            </a:r>
            <a:r>
              <a:rPr lang="ml-IN" dirty="0" smtClean="0"/>
              <a:t>സങ്കീർത്തനങ്ങൾ</a:t>
            </a:r>
            <a:r>
              <a:rPr lang="en-US" dirty="0" smtClean="0"/>
              <a:t> 50,73 - 83</a:t>
            </a:r>
          </a:p>
          <a:p>
            <a:r>
              <a:rPr lang="en-US" dirty="0" smtClean="0"/>
              <a:t>Collections based on Tradition of Jews</a:t>
            </a:r>
          </a:p>
          <a:p>
            <a:r>
              <a:rPr lang="en-US" dirty="0" smtClean="0"/>
              <a:t>4. Songs of Ascents </a:t>
            </a:r>
            <a:r>
              <a:rPr lang="ml-IN" dirty="0" smtClean="0"/>
              <a:t>ആരോഹണഗീതങ്ങൾ</a:t>
            </a:r>
            <a:r>
              <a:rPr lang="en-US" dirty="0" smtClean="0"/>
              <a:t> 120 - 134                      </a:t>
            </a:r>
          </a:p>
          <a:p>
            <a:endParaRPr lang="en-US" dirty="0" smtClean="0"/>
          </a:p>
          <a:p>
            <a:endParaRPr lang="en-IN" dirty="0"/>
          </a:p>
        </p:txBody>
      </p:sp>
    </p:spTree>
    <p:extLst>
      <p:ext uri="{BB962C8B-B14F-4D97-AF65-F5344CB8AC3E}">
        <p14:creationId xmlns:p14="http://schemas.microsoft.com/office/powerpoint/2010/main" val="1917934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7" end="7"/>
                                            </p:txEl>
                                          </p:spTgt>
                                        </p:tgtEl>
                                        <p:attrNameLst>
                                          <p:attrName>style.visibility</p:attrName>
                                        </p:attrNameLst>
                                      </p:cBhvr>
                                      <p:to>
                                        <p:strVal val="visible"/>
                                      </p:to>
                                    </p:set>
                                    <p:anim calcmode="lin" valueType="num">
                                      <p:cBhvr additive="base">
                                        <p:cTn id="4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COLLECTIONS OF PSALMS </a:t>
            </a:r>
            <a:r>
              <a:rPr lang="ml-IN" dirty="0" smtClean="0"/>
              <a:t>സങ്കീർത്തന</a:t>
            </a:r>
            <a:r>
              <a:rPr lang="en-US" dirty="0" smtClean="0"/>
              <a:t> </a:t>
            </a:r>
            <a:r>
              <a:rPr lang="ml-IN" dirty="0"/>
              <a:t>ശേഖരങ്ങൾ</a:t>
            </a:r>
            <a:endParaRPr lang="en-IN" dirty="0"/>
          </a:p>
        </p:txBody>
      </p:sp>
      <p:sp>
        <p:nvSpPr>
          <p:cNvPr id="3" name="Content Placeholder 2"/>
          <p:cNvSpPr>
            <a:spLocks noGrp="1"/>
          </p:cNvSpPr>
          <p:nvPr>
            <p:ph idx="1"/>
          </p:nvPr>
        </p:nvSpPr>
        <p:spPr/>
        <p:txBody>
          <a:bodyPr/>
          <a:lstStyle/>
          <a:p>
            <a:r>
              <a:rPr lang="en-US" dirty="0" smtClean="0"/>
              <a:t>David : </a:t>
            </a:r>
            <a:r>
              <a:rPr lang="en-US" dirty="0" err="1" smtClean="0"/>
              <a:t>Pss</a:t>
            </a:r>
            <a:r>
              <a:rPr lang="en-US" dirty="0" smtClean="0"/>
              <a:t> 3- 41, 51- 65, 68-70, 86, 101,103, 108-110, 138- 145</a:t>
            </a:r>
          </a:p>
          <a:p>
            <a:r>
              <a:rPr lang="en-US" dirty="0" smtClean="0"/>
              <a:t>Sons of </a:t>
            </a:r>
            <a:r>
              <a:rPr lang="en-US" dirty="0" err="1" smtClean="0"/>
              <a:t>Korah</a:t>
            </a:r>
            <a:r>
              <a:rPr lang="en-US" dirty="0" smtClean="0"/>
              <a:t> : </a:t>
            </a:r>
            <a:r>
              <a:rPr lang="en-US" dirty="0" err="1" smtClean="0"/>
              <a:t>Pss</a:t>
            </a:r>
            <a:r>
              <a:rPr lang="en-US" dirty="0" smtClean="0"/>
              <a:t> 42, 44 - 49, 84- 85, 87,  </a:t>
            </a:r>
          </a:p>
          <a:p>
            <a:r>
              <a:rPr lang="en-US" dirty="0" err="1" smtClean="0"/>
              <a:t>Asaph</a:t>
            </a:r>
            <a:r>
              <a:rPr lang="en-US" dirty="0" smtClean="0"/>
              <a:t> : 50, 73- 83, </a:t>
            </a:r>
          </a:p>
          <a:p>
            <a:r>
              <a:rPr lang="en-US" dirty="0" smtClean="0"/>
              <a:t>Solomon : 72,</a:t>
            </a:r>
          </a:p>
          <a:p>
            <a:r>
              <a:rPr lang="en-US" dirty="0" err="1" smtClean="0"/>
              <a:t>Heman</a:t>
            </a:r>
            <a:r>
              <a:rPr lang="en-US" dirty="0" smtClean="0"/>
              <a:t> : 88, </a:t>
            </a:r>
          </a:p>
          <a:p>
            <a:r>
              <a:rPr lang="en-US" dirty="0" smtClean="0"/>
              <a:t>Ethan : 89</a:t>
            </a:r>
          </a:p>
          <a:p>
            <a:r>
              <a:rPr lang="en-US" dirty="0" smtClean="0"/>
              <a:t>Mosses : 90,   </a:t>
            </a:r>
          </a:p>
          <a:p>
            <a:r>
              <a:rPr lang="en-US" dirty="0" smtClean="0"/>
              <a:t>Songs of Ascents : 120- 134</a:t>
            </a:r>
          </a:p>
          <a:p>
            <a:r>
              <a:rPr lang="en-US" dirty="0" smtClean="0"/>
              <a:t>Unknown : 1, 2, 43, 66, 67, 71, 91- 100, 102, 104- 107, 111- 119, 135-137, 146- 150</a:t>
            </a:r>
            <a:endParaRPr lang="en-IN" dirty="0"/>
          </a:p>
        </p:txBody>
      </p:sp>
    </p:spTree>
    <p:extLst>
      <p:ext uri="{BB962C8B-B14F-4D97-AF65-F5344CB8AC3E}">
        <p14:creationId xmlns:p14="http://schemas.microsoft.com/office/powerpoint/2010/main" val="2427553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7" end="7"/>
                                            </p:txEl>
                                          </p:spTgt>
                                        </p:tgtEl>
                                        <p:attrNameLst>
                                          <p:attrName>style.visibility</p:attrName>
                                        </p:attrNameLst>
                                      </p:cBhvr>
                                      <p:to>
                                        <p:strVal val="visible"/>
                                      </p:to>
                                    </p:set>
                                    <p:anim calcmode="lin" valueType="num">
                                      <p:cBhvr additive="base">
                                        <p:cTn id="4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grpId="0" nodeType="clickEffect">
                                  <p:stCondLst>
                                    <p:cond delay="0"/>
                                  </p:stCondLst>
                                  <p:childTnLst>
                                    <p:set>
                                      <p:cBhvr>
                                        <p:cTn id="54" dur="1" fill="hold">
                                          <p:stCondLst>
                                            <p:cond delay="0"/>
                                          </p:stCondLst>
                                        </p:cTn>
                                        <p:tgtEl>
                                          <p:spTgt spid="3">
                                            <p:txEl>
                                              <p:pRg st="8" end="8"/>
                                            </p:txEl>
                                          </p:spTgt>
                                        </p:tgtEl>
                                        <p:attrNameLst>
                                          <p:attrName>style.visibility</p:attrName>
                                        </p:attrNameLst>
                                      </p:cBhvr>
                                      <p:to>
                                        <p:strVal val="visible"/>
                                      </p:to>
                                    </p:set>
                                    <p:anim calcmode="lin" valueType="num">
                                      <p:cBhvr additive="base">
                                        <p:cTn id="55"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56" dur="500" fill="hold"/>
                                        <p:tgtEl>
                                          <p:spTgt spid="3">
                                            <p:txEl>
                                              <p:pRg st="8" end="8"/>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SUBJECT-MATTER OF THE PSALMS </a:t>
            </a:r>
            <a:br>
              <a:rPr lang="en-US" dirty="0" smtClean="0"/>
            </a:br>
            <a:r>
              <a:rPr lang="ml-IN" dirty="0" smtClean="0"/>
              <a:t>സങ്കീർത്തന</a:t>
            </a:r>
            <a:r>
              <a:rPr lang="en-US" dirty="0" smtClean="0"/>
              <a:t> </a:t>
            </a:r>
            <a:r>
              <a:rPr lang="ml-IN" dirty="0"/>
              <a:t>ഉള്ളടക്കം</a:t>
            </a:r>
            <a:endParaRPr lang="en-IN" dirty="0"/>
          </a:p>
        </p:txBody>
      </p:sp>
      <p:sp>
        <p:nvSpPr>
          <p:cNvPr id="3" name="Content Placeholder 2"/>
          <p:cNvSpPr>
            <a:spLocks noGrp="1"/>
          </p:cNvSpPr>
          <p:nvPr>
            <p:ph idx="1"/>
          </p:nvPr>
        </p:nvSpPr>
        <p:spPr/>
        <p:txBody>
          <a:bodyPr>
            <a:normAutofit fontScale="92500" lnSpcReduction="10000"/>
          </a:bodyPr>
          <a:lstStyle/>
          <a:p>
            <a:r>
              <a:rPr lang="en-US" dirty="0" smtClean="0"/>
              <a:t>Why the Psalms were arranged in five books – we don’t know       </a:t>
            </a:r>
            <a:r>
              <a:rPr lang="ml-IN" dirty="0" smtClean="0"/>
              <a:t>അഞ്ചു </a:t>
            </a:r>
            <a:r>
              <a:rPr lang="ml-IN" dirty="0"/>
              <a:t>പുസ്തകങ്ങൾ എന്തിനെന്ന് </a:t>
            </a:r>
            <a:r>
              <a:rPr lang="ml-IN" dirty="0" smtClean="0"/>
              <a:t>നമുക്കറിയില്ല</a:t>
            </a:r>
            <a:endParaRPr lang="en-US" dirty="0" smtClean="0"/>
          </a:p>
          <a:p>
            <a:r>
              <a:rPr lang="en-US" dirty="0" smtClean="0"/>
              <a:t>One suggestion – Five fold response of the congregation to the Word of God in the five books of Mosses. Psalms basically people talking to God. </a:t>
            </a:r>
            <a:r>
              <a:rPr lang="ml-IN" dirty="0" smtClean="0"/>
              <a:t>മോശയുടെ</a:t>
            </a:r>
            <a:r>
              <a:rPr lang="en-US" dirty="0" smtClean="0"/>
              <a:t> </a:t>
            </a:r>
            <a:r>
              <a:rPr lang="ml-IN" dirty="0" smtClean="0"/>
              <a:t>പഞ്ചഗ്രന്ഥങ്ങളുമായി ബന്ധപ്പെട്ടതാണന്ന്</a:t>
            </a:r>
            <a:r>
              <a:rPr lang="en-US" dirty="0" smtClean="0"/>
              <a:t> </a:t>
            </a:r>
            <a:r>
              <a:rPr lang="ml-IN" dirty="0" smtClean="0"/>
              <a:t>ഒരു</a:t>
            </a:r>
            <a:r>
              <a:rPr lang="en-US" dirty="0" smtClean="0"/>
              <a:t> </a:t>
            </a:r>
            <a:r>
              <a:rPr lang="ml-IN" dirty="0" smtClean="0"/>
              <a:t>അഭിപ്രായം</a:t>
            </a:r>
            <a:r>
              <a:rPr lang="en-US" dirty="0" smtClean="0"/>
              <a:t> </a:t>
            </a:r>
            <a:r>
              <a:rPr lang="ml-IN" dirty="0" smtClean="0"/>
              <a:t>ഉണ്ട്</a:t>
            </a:r>
            <a:r>
              <a:rPr lang="en-US" dirty="0" smtClean="0"/>
              <a:t>. </a:t>
            </a:r>
            <a:r>
              <a:rPr lang="ml-IN" dirty="0"/>
              <a:t>ജനങ്ങൾക്ക് </a:t>
            </a:r>
            <a:r>
              <a:rPr lang="ml-IN" dirty="0" smtClean="0"/>
              <a:t>ദൈവവുമായി</a:t>
            </a:r>
            <a:r>
              <a:rPr lang="en-US" dirty="0" smtClean="0"/>
              <a:t> </a:t>
            </a:r>
            <a:r>
              <a:rPr lang="ml-IN" dirty="0" smtClean="0"/>
              <a:t>ബന്ധപ്പെടാനുള്ള</a:t>
            </a:r>
            <a:r>
              <a:rPr lang="en-US" dirty="0" smtClean="0"/>
              <a:t> </a:t>
            </a:r>
            <a:r>
              <a:rPr lang="ml-IN" dirty="0" smtClean="0"/>
              <a:t>മാർഗ്ഗമായിരുന്നു.</a:t>
            </a:r>
            <a:endParaRPr lang="en-US" dirty="0" smtClean="0"/>
          </a:p>
          <a:p>
            <a:r>
              <a:rPr lang="ml-IN" dirty="0"/>
              <a:t>എന്നാൽ ദൈവ൦ സംസാരിക്കുന്ന ഭാഗങ്ങളും, പിൻഗാമികളോട് സംസാരിക്കുന്ന കാര്യങ്ങളും </a:t>
            </a:r>
            <a:r>
              <a:rPr lang="ml-IN" dirty="0" smtClean="0"/>
              <a:t>ഉണ്ട്</a:t>
            </a:r>
            <a:r>
              <a:rPr lang="en-US" dirty="0" smtClean="0"/>
              <a:t>.          We will find the words that comes from God, and words to his fellow worshippers or the rest of the congregation.</a:t>
            </a:r>
          </a:p>
          <a:p>
            <a:r>
              <a:rPr lang="en-US" dirty="0" smtClean="0"/>
              <a:t>Psalms contain Facts, Feelings, Prayer. </a:t>
            </a:r>
            <a:r>
              <a:rPr lang="ml-IN" dirty="0"/>
              <a:t>സങ്കീർത്തനങ്ങളിൽ യാഥാർത്ഥ്യങ്ങളു൦, </a:t>
            </a:r>
            <a:r>
              <a:rPr lang="ml-IN" dirty="0" smtClean="0"/>
              <a:t>വികാരങ്ങളു൦</a:t>
            </a:r>
            <a:r>
              <a:rPr lang="ml-IN" dirty="0"/>
              <a:t>, പ്രാർത്ഥനകളു൦  </a:t>
            </a:r>
            <a:r>
              <a:rPr lang="ml-IN" dirty="0" smtClean="0"/>
              <a:t>ഉൾക്കൊണ്ടിരിക്കുന്നു</a:t>
            </a:r>
            <a:r>
              <a:rPr lang="en-US" dirty="0" smtClean="0"/>
              <a:t>.</a:t>
            </a:r>
            <a:endParaRPr lang="en-IN" dirty="0"/>
          </a:p>
        </p:txBody>
      </p:sp>
    </p:spTree>
    <p:extLst>
      <p:ext uri="{BB962C8B-B14F-4D97-AF65-F5344CB8AC3E}">
        <p14:creationId xmlns:p14="http://schemas.microsoft.com/office/powerpoint/2010/main" val="20834688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TITLES OF THE PSALM      </a:t>
            </a:r>
            <a:r>
              <a:rPr lang="ml-IN" dirty="0" smtClean="0"/>
              <a:t>സങ്കീർത്തന</a:t>
            </a:r>
            <a:r>
              <a:rPr lang="en-US" dirty="0" smtClean="0"/>
              <a:t> </a:t>
            </a:r>
            <a:r>
              <a:rPr lang="ml-IN" dirty="0" smtClean="0"/>
              <a:t>ശീർഷകങ്ങൾ</a:t>
            </a:r>
            <a:endParaRPr lang="en-IN" dirty="0"/>
          </a:p>
        </p:txBody>
      </p:sp>
      <p:sp>
        <p:nvSpPr>
          <p:cNvPr id="3" name="Content Placeholder 2"/>
          <p:cNvSpPr>
            <a:spLocks noGrp="1"/>
          </p:cNvSpPr>
          <p:nvPr>
            <p:ph idx="1"/>
          </p:nvPr>
        </p:nvSpPr>
        <p:spPr/>
        <p:txBody>
          <a:bodyPr>
            <a:normAutofit fontScale="92500"/>
          </a:bodyPr>
          <a:lstStyle/>
          <a:p>
            <a:r>
              <a:rPr lang="en-US" dirty="0" smtClean="0"/>
              <a:t>Titles were mentioned about situation or context </a:t>
            </a:r>
            <a:r>
              <a:rPr lang="ml-IN" dirty="0"/>
              <a:t>ശീർഷകങ്ങളിലൂടെ സങ്കീർത്തന പശ്ചാത്തല൦ നമുക്ക് ലഭിക്കുന്നു.</a:t>
            </a:r>
            <a:endParaRPr lang="en-US" dirty="0" smtClean="0"/>
          </a:p>
          <a:p>
            <a:r>
              <a:rPr lang="en-US" dirty="0" smtClean="0"/>
              <a:t>Two reasons against the reliability of the Psalm title</a:t>
            </a:r>
          </a:p>
          <a:p>
            <a:pPr lvl="1"/>
            <a:r>
              <a:rPr lang="en-US" dirty="0" smtClean="0"/>
              <a:t>Titles may have been added later by someone </a:t>
            </a:r>
            <a:r>
              <a:rPr lang="ml-IN" dirty="0"/>
              <a:t>ശീർഷകങ്ങൾ പിന്നീട് കൂട്ടിചേർത്തവയാണ്</a:t>
            </a:r>
            <a:endParaRPr lang="en-US" dirty="0" smtClean="0"/>
          </a:p>
          <a:p>
            <a:pPr lvl="1"/>
            <a:r>
              <a:rPr lang="en-US" dirty="0" smtClean="0"/>
              <a:t>Titles of some Psalms do not fit the content </a:t>
            </a:r>
            <a:r>
              <a:rPr lang="ml-IN" dirty="0"/>
              <a:t>ചില സങ്കീർത്തനങ്ങളിലെ ആശയങ്ങളുമായി യാതൊരു പൊരുത്തവും ശീർഷകങ്ങൾക്ക് ഇല്ല.</a:t>
            </a:r>
            <a:endParaRPr lang="en-US" dirty="0" smtClean="0"/>
          </a:p>
          <a:p>
            <a:r>
              <a:rPr lang="en-US" dirty="0" smtClean="0"/>
              <a:t>Two reasons for the reliability of Psalm title</a:t>
            </a:r>
          </a:p>
          <a:p>
            <a:pPr lvl="1"/>
            <a:r>
              <a:rPr lang="en-US" dirty="0" smtClean="0"/>
              <a:t>Part of O T text </a:t>
            </a:r>
            <a:r>
              <a:rPr lang="ml-IN" dirty="0"/>
              <a:t>പഴയനിയമ ഭാഗമാണ്</a:t>
            </a:r>
            <a:endParaRPr lang="en-US" dirty="0" smtClean="0"/>
          </a:p>
          <a:p>
            <a:pPr lvl="1"/>
            <a:r>
              <a:rPr lang="en-US" dirty="0" smtClean="0"/>
              <a:t>Titles not commonly used in later times </a:t>
            </a:r>
            <a:r>
              <a:rPr lang="ml-IN" dirty="0"/>
              <a:t>പിൻകാലത്തു ശീർഷകങ്ങൾ സാധാരണ ഗതിയിൽ ഉപയോഗിച്ചിരുന്നില്ല</a:t>
            </a:r>
            <a:endParaRPr lang="en-US" dirty="0" smtClean="0"/>
          </a:p>
          <a:p>
            <a:endParaRPr lang="en-IN" dirty="0"/>
          </a:p>
        </p:txBody>
      </p:sp>
    </p:spTree>
    <p:extLst>
      <p:ext uri="{BB962C8B-B14F-4D97-AF65-F5344CB8AC3E}">
        <p14:creationId xmlns:p14="http://schemas.microsoft.com/office/powerpoint/2010/main" val="10917643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par>
                                <p:cTn id="15" presetID="2" presetClass="entr" presetSubtype="4" fill="hold" grpId="0"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 calcmode="lin" valueType="num">
                                      <p:cBhvr additive="base">
                                        <p:cTn id="17"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3">
                                            <p:txEl>
                                              <p:pRg st="2" end="2"/>
                                            </p:txEl>
                                          </p:spTgt>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0"/>
                                  </p:stCondLst>
                                  <p:childTnLst>
                                    <p:set>
                                      <p:cBhvr>
                                        <p:cTn id="20" dur="1" fill="hold">
                                          <p:stCondLst>
                                            <p:cond delay="0"/>
                                          </p:stCondLst>
                                        </p:cTn>
                                        <p:tgtEl>
                                          <p:spTgt spid="3">
                                            <p:txEl>
                                              <p:pRg st="3" end="3"/>
                                            </p:txEl>
                                          </p:spTgt>
                                        </p:tgtEl>
                                        <p:attrNameLst>
                                          <p:attrName>style.visibility</p:attrName>
                                        </p:attrNameLst>
                                      </p:cBhvr>
                                      <p:to>
                                        <p:strVal val="visible"/>
                                      </p:to>
                                    </p:set>
                                    <p:anim calcmode="lin" valueType="num">
                                      <p:cBhvr additive="base">
                                        <p:cTn id="21"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2"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2" presetClass="entr" presetSubtype="4"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 calcmode="lin" valueType="num">
                                      <p:cBhvr additive="base">
                                        <p:cTn id="27"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3">
                                            <p:txEl>
                                              <p:pRg st="4" end="4"/>
                                            </p:txEl>
                                          </p:spTgt>
                                        </p:tgtEl>
                                        <p:attrNameLst>
                                          <p:attrName>ppt_y</p:attrName>
                                        </p:attrNameLst>
                                      </p:cBhvr>
                                      <p:tavLst>
                                        <p:tav tm="0">
                                          <p:val>
                                            <p:strVal val="1+#ppt_h/2"/>
                                          </p:val>
                                        </p:tav>
                                        <p:tav tm="100000">
                                          <p:val>
                                            <p:strVal val="#ppt_y"/>
                                          </p:val>
                                        </p:tav>
                                      </p:tavLst>
                                    </p:anim>
                                  </p:childTnLst>
                                </p:cTn>
                              </p:par>
                              <p:par>
                                <p:cTn id="29" presetID="2" presetClass="entr" presetSubtype="4" fill="hold" grpId="0" nodeType="with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 calcmode="lin" valueType="num">
                                      <p:cBhvr additive="base">
                                        <p:cTn id="31"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5" end="5"/>
                                            </p:txEl>
                                          </p:spTgt>
                                        </p:tgtEl>
                                        <p:attrNameLst>
                                          <p:attrName>ppt_y</p:attrName>
                                        </p:attrNameLst>
                                      </p:cBhvr>
                                      <p:tavLst>
                                        <p:tav tm="0">
                                          <p:val>
                                            <p:strVal val="1+#ppt_h/2"/>
                                          </p:val>
                                        </p:tav>
                                        <p:tav tm="100000">
                                          <p:val>
                                            <p:strVal val="#ppt_y"/>
                                          </p:val>
                                        </p:tav>
                                      </p:tavLst>
                                    </p:anim>
                                  </p:childTnLst>
                                </p:cTn>
                              </p:par>
                              <p:par>
                                <p:cTn id="33" presetID="2" presetClass="entr" presetSubtype="4" fill="hold" grpId="0" nodeType="withEffect">
                                  <p:stCondLst>
                                    <p:cond delay="0"/>
                                  </p:stCondLst>
                                  <p:childTnLst>
                                    <p:set>
                                      <p:cBhvr>
                                        <p:cTn id="34" dur="1" fill="hold">
                                          <p:stCondLst>
                                            <p:cond delay="0"/>
                                          </p:stCondLst>
                                        </p:cTn>
                                        <p:tgtEl>
                                          <p:spTgt spid="3">
                                            <p:txEl>
                                              <p:pRg st="6" end="6"/>
                                            </p:txEl>
                                          </p:spTgt>
                                        </p:tgtEl>
                                        <p:attrNameLst>
                                          <p:attrName>style.visibility</p:attrName>
                                        </p:attrNameLst>
                                      </p:cBhvr>
                                      <p:to>
                                        <p:strVal val="visible"/>
                                      </p:to>
                                    </p:set>
                                    <p:anim calcmode="lin" valueType="num">
                                      <p:cBhvr additive="base">
                                        <p:cTn id="35"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ml-IN" dirty="0"/>
              <a:t>ശീർഷകങ്ങൾ</a:t>
            </a:r>
            <a:endParaRPr lang="en-IN" dirty="0"/>
          </a:p>
        </p:txBody>
      </p:sp>
      <p:sp>
        <p:nvSpPr>
          <p:cNvPr id="3" name="Content Placeholder 2"/>
          <p:cNvSpPr>
            <a:spLocks noGrp="1"/>
          </p:cNvSpPr>
          <p:nvPr>
            <p:ph idx="1"/>
          </p:nvPr>
        </p:nvSpPr>
        <p:spPr>
          <a:xfrm>
            <a:off x="646111" y="1204957"/>
            <a:ext cx="9557567" cy="5503491"/>
          </a:xfrm>
        </p:spPr>
        <p:txBody>
          <a:bodyPr>
            <a:normAutofit fontScale="92500" lnSpcReduction="20000"/>
          </a:bodyPr>
          <a:lstStyle/>
          <a:p>
            <a:r>
              <a:rPr lang="en-US" dirty="0" smtClean="0"/>
              <a:t> </a:t>
            </a:r>
            <a:r>
              <a:rPr lang="ml-IN" dirty="0" smtClean="0"/>
              <a:t>മുഖവുര</a:t>
            </a:r>
            <a:r>
              <a:rPr lang="en-US" dirty="0" smtClean="0"/>
              <a:t> INTRODUCTION</a:t>
            </a:r>
          </a:p>
          <a:p>
            <a:pPr lvl="1"/>
            <a:r>
              <a:rPr lang="en-US" dirty="0" smtClean="0"/>
              <a:t> </a:t>
            </a:r>
            <a:r>
              <a:rPr lang="ml-IN" dirty="0" smtClean="0"/>
              <a:t>സങ്കീർത്തനങ്ങളുടെ</a:t>
            </a:r>
            <a:r>
              <a:rPr lang="en-US" dirty="0" smtClean="0"/>
              <a:t> </a:t>
            </a:r>
            <a:r>
              <a:rPr lang="ml-IN" dirty="0" smtClean="0"/>
              <a:t>ശീർഷകങ്ങൾ</a:t>
            </a:r>
            <a:r>
              <a:rPr lang="en-US" dirty="0" smtClean="0"/>
              <a:t> </a:t>
            </a:r>
            <a:r>
              <a:rPr lang="ml-IN" dirty="0" smtClean="0"/>
              <a:t>പാടെ</a:t>
            </a:r>
            <a:r>
              <a:rPr lang="en-US" dirty="0" smtClean="0"/>
              <a:t> </a:t>
            </a:r>
            <a:r>
              <a:rPr lang="ml-IN" dirty="0" smtClean="0"/>
              <a:t>തള്ളിക്കളയുന്നതു൦ അവ</a:t>
            </a:r>
            <a:r>
              <a:rPr lang="en-US" dirty="0" smtClean="0"/>
              <a:t> </a:t>
            </a:r>
            <a:r>
              <a:rPr lang="ml-IN" dirty="0" smtClean="0"/>
              <a:t>തിരുവെഴുത്തുകളുടെ</a:t>
            </a:r>
            <a:r>
              <a:rPr lang="en-US" dirty="0" smtClean="0"/>
              <a:t> </a:t>
            </a:r>
            <a:r>
              <a:rPr lang="ml-IN" dirty="0" smtClean="0"/>
              <a:t>ഭാഗമായി</a:t>
            </a:r>
            <a:r>
              <a:rPr lang="en-US" dirty="0" smtClean="0"/>
              <a:t> </a:t>
            </a:r>
            <a:r>
              <a:rPr lang="ml-IN" dirty="0" smtClean="0"/>
              <a:t>സ്വീകരിക്കുന്നതു൦</a:t>
            </a:r>
            <a:r>
              <a:rPr lang="en-US" dirty="0" smtClean="0"/>
              <a:t> </a:t>
            </a:r>
            <a:r>
              <a:rPr lang="ml-IN" dirty="0" smtClean="0"/>
              <a:t>ഒരു പോലെ</a:t>
            </a:r>
            <a:r>
              <a:rPr lang="en-US" dirty="0" smtClean="0"/>
              <a:t> </a:t>
            </a:r>
            <a:r>
              <a:rPr lang="ml-IN" dirty="0" smtClean="0"/>
              <a:t>പിശകാണ്.</a:t>
            </a:r>
            <a:endParaRPr lang="en-US" dirty="0" smtClean="0"/>
          </a:p>
          <a:p>
            <a:pPr marL="457200" indent="-457200"/>
            <a:r>
              <a:rPr lang="ml-IN" dirty="0" smtClean="0"/>
              <a:t>കവിതയുടെ സ്വഭാവ൦</a:t>
            </a:r>
            <a:r>
              <a:rPr lang="en-US" dirty="0" smtClean="0"/>
              <a:t> </a:t>
            </a:r>
          </a:p>
          <a:p>
            <a:pPr marL="857250" lvl="1" indent="-457200"/>
            <a:r>
              <a:rPr lang="ml-IN" dirty="0" smtClean="0"/>
              <a:t>സങ്കീർത്തന൦</a:t>
            </a:r>
            <a:r>
              <a:rPr lang="en-US" dirty="0" smtClean="0"/>
              <a:t>, </a:t>
            </a:r>
            <a:r>
              <a:rPr lang="ml-IN" dirty="0" smtClean="0"/>
              <a:t>ഗീത൦</a:t>
            </a:r>
            <a:r>
              <a:rPr lang="en-US" dirty="0" smtClean="0"/>
              <a:t>, </a:t>
            </a:r>
            <a:r>
              <a:rPr lang="ml-IN" dirty="0" smtClean="0"/>
              <a:t>മസ്കിൽ</a:t>
            </a:r>
            <a:r>
              <a:rPr lang="en-US" dirty="0" smtClean="0"/>
              <a:t>, </a:t>
            </a:r>
            <a:r>
              <a:rPr lang="ml-IN" dirty="0" smtClean="0"/>
              <a:t>ധ്യാനം</a:t>
            </a:r>
            <a:r>
              <a:rPr lang="en-US" dirty="0" smtClean="0"/>
              <a:t>, </a:t>
            </a:r>
            <a:r>
              <a:rPr lang="ml-IN" dirty="0" smtClean="0"/>
              <a:t>സ്വർണ്ണഗീത൦</a:t>
            </a:r>
            <a:r>
              <a:rPr lang="en-US" dirty="0" smtClean="0"/>
              <a:t>, </a:t>
            </a:r>
            <a:r>
              <a:rPr lang="ml-IN" dirty="0" smtClean="0"/>
              <a:t>വിഭ്രമ ഗീത൦</a:t>
            </a:r>
            <a:r>
              <a:rPr lang="en-US" dirty="0" smtClean="0"/>
              <a:t>, </a:t>
            </a:r>
            <a:r>
              <a:rPr lang="ml-IN" dirty="0" smtClean="0"/>
              <a:t>ഒരു</a:t>
            </a:r>
            <a:r>
              <a:rPr lang="en-US" dirty="0" smtClean="0"/>
              <a:t> </a:t>
            </a:r>
            <a:r>
              <a:rPr lang="ml-IN" dirty="0" smtClean="0"/>
              <a:t>പ്രാർത്ഥന</a:t>
            </a:r>
            <a:r>
              <a:rPr lang="en-US" dirty="0" smtClean="0"/>
              <a:t>.</a:t>
            </a:r>
          </a:p>
          <a:p>
            <a:pPr marL="457200" indent="-457200"/>
            <a:r>
              <a:rPr lang="ml-IN" dirty="0" smtClean="0"/>
              <a:t>സംഗീത വിന്യാസം സംബന്ധിച്ചുള്ളത്</a:t>
            </a:r>
            <a:endParaRPr lang="en-US" dirty="0" smtClean="0"/>
          </a:p>
          <a:p>
            <a:pPr marL="857250" lvl="1" indent="-457200"/>
            <a:r>
              <a:rPr lang="ml-IN" dirty="0" smtClean="0"/>
              <a:t>സംഗീത</a:t>
            </a:r>
            <a:r>
              <a:rPr lang="en-US" dirty="0" smtClean="0"/>
              <a:t> </a:t>
            </a:r>
            <a:r>
              <a:rPr lang="ml-IN" dirty="0" smtClean="0"/>
              <a:t>പ്രമാണിക്ക്</a:t>
            </a:r>
            <a:r>
              <a:rPr lang="en-US" dirty="0" smtClean="0"/>
              <a:t>, </a:t>
            </a:r>
            <a:r>
              <a:rPr lang="ml-IN" dirty="0" smtClean="0"/>
              <a:t>സേല</a:t>
            </a:r>
            <a:r>
              <a:rPr lang="en-US" dirty="0" smtClean="0"/>
              <a:t>, </a:t>
            </a:r>
          </a:p>
          <a:p>
            <a:r>
              <a:rPr lang="en-US" dirty="0" smtClean="0"/>
              <a:t>  </a:t>
            </a:r>
            <a:r>
              <a:rPr lang="ml-IN" dirty="0" smtClean="0"/>
              <a:t>ഉപകരണങ്ങളോട്</a:t>
            </a:r>
            <a:r>
              <a:rPr lang="en-US" dirty="0" smtClean="0"/>
              <a:t> </a:t>
            </a:r>
            <a:r>
              <a:rPr lang="ml-IN" dirty="0" smtClean="0"/>
              <a:t>ബന്ധപ്പെട്ട്</a:t>
            </a:r>
            <a:endParaRPr lang="en-US" dirty="0" smtClean="0"/>
          </a:p>
          <a:p>
            <a:pPr lvl="1"/>
            <a:r>
              <a:rPr lang="en-US" dirty="0" smtClean="0"/>
              <a:t> </a:t>
            </a:r>
            <a:r>
              <a:rPr lang="ml-IN" dirty="0" smtClean="0"/>
              <a:t>തന്ത്രിനാദ൦</a:t>
            </a:r>
            <a:r>
              <a:rPr lang="en-US" dirty="0" smtClean="0"/>
              <a:t>, </a:t>
            </a:r>
            <a:r>
              <a:rPr lang="ml-IN" dirty="0" smtClean="0"/>
              <a:t>വേണുനാദ൦</a:t>
            </a:r>
            <a:r>
              <a:rPr lang="en-US" dirty="0" smtClean="0"/>
              <a:t>, </a:t>
            </a:r>
            <a:r>
              <a:rPr lang="ml-IN" dirty="0" smtClean="0"/>
              <a:t>കന്യകമാർ</a:t>
            </a:r>
            <a:r>
              <a:rPr lang="en-US" dirty="0" smtClean="0"/>
              <a:t>, </a:t>
            </a:r>
            <a:r>
              <a:rPr lang="ml-IN" dirty="0" smtClean="0"/>
              <a:t>അഷ്ടമരാഗ൦</a:t>
            </a:r>
            <a:r>
              <a:rPr lang="en-US" dirty="0" smtClean="0"/>
              <a:t>, </a:t>
            </a:r>
            <a:r>
              <a:rPr lang="ml-IN" dirty="0" smtClean="0"/>
              <a:t>ഗത്യരാഗ൦</a:t>
            </a:r>
            <a:r>
              <a:rPr lang="en-US" dirty="0" smtClean="0"/>
              <a:t>, </a:t>
            </a:r>
            <a:r>
              <a:rPr lang="ml-IN" dirty="0" smtClean="0"/>
              <a:t>യെദൂഥൂൻ</a:t>
            </a:r>
            <a:r>
              <a:rPr lang="en-US" dirty="0" smtClean="0"/>
              <a:t>, </a:t>
            </a:r>
            <a:r>
              <a:rPr lang="ml-IN" dirty="0" smtClean="0"/>
              <a:t>പുത്രമരണ</a:t>
            </a:r>
            <a:r>
              <a:rPr lang="en-US" dirty="0" smtClean="0"/>
              <a:t> </a:t>
            </a:r>
            <a:r>
              <a:rPr lang="ml-IN" dirty="0" smtClean="0"/>
              <a:t>രാഗ൦</a:t>
            </a:r>
            <a:r>
              <a:rPr lang="en-US" dirty="0" smtClean="0"/>
              <a:t>, </a:t>
            </a:r>
            <a:r>
              <a:rPr lang="ml-IN" dirty="0" smtClean="0"/>
              <a:t>ഉഷസ്സിൻ</a:t>
            </a:r>
            <a:r>
              <a:rPr lang="en-US" dirty="0" smtClean="0"/>
              <a:t> </a:t>
            </a:r>
            <a:r>
              <a:rPr lang="ml-IN" dirty="0" smtClean="0"/>
              <a:t>മാൻപേട</a:t>
            </a:r>
            <a:r>
              <a:rPr lang="en-US" dirty="0" smtClean="0"/>
              <a:t>, </a:t>
            </a:r>
            <a:r>
              <a:rPr lang="ml-IN" dirty="0"/>
              <a:t>സാരസ </a:t>
            </a:r>
            <a:r>
              <a:rPr lang="ml-IN" dirty="0" smtClean="0"/>
              <a:t>രാഗ൦</a:t>
            </a:r>
            <a:r>
              <a:rPr lang="en-US" dirty="0" smtClean="0"/>
              <a:t>, </a:t>
            </a:r>
            <a:r>
              <a:rPr lang="ml-IN" dirty="0" smtClean="0"/>
              <a:t>ദൂരസ്ഥൻമാരുടെ</a:t>
            </a:r>
            <a:r>
              <a:rPr lang="en-US" dirty="0" smtClean="0"/>
              <a:t> </a:t>
            </a:r>
            <a:r>
              <a:rPr lang="ml-IN" dirty="0" smtClean="0"/>
              <a:t>ഇടയിൽ</a:t>
            </a:r>
            <a:r>
              <a:rPr lang="en-US" dirty="0" smtClean="0"/>
              <a:t> </a:t>
            </a:r>
            <a:r>
              <a:rPr lang="ml-IN" dirty="0" smtClean="0"/>
              <a:t>മിണ്ടാത്ത</a:t>
            </a:r>
            <a:r>
              <a:rPr lang="en-US" dirty="0" smtClean="0"/>
              <a:t> </a:t>
            </a:r>
            <a:r>
              <a:rPr lang="ml-IN" dirty="0" smtClean="0"/>
              <a:t>പ്രാവ്</a:t>
            </a:r>
            <a:r>
              <a:rPr lang="en-US" dirty="0" smtClean="0"/>
              <a:t>, </a:t>
            </a:r>
            <a:r>
              <a:rPr lang="ml-IN" dirty="0"/>
              <a:t>നശിപ്പിക്കരുതേ</a:t>
            </a:r>
            <a:r>
              <a:rPr lang="en-US" dirty="0" smtClean="0"/>
              <a:t> </a:t>
            </a:r>
            <a:r>
              <a:rPr lang="ml-IN" dirty="0" smtClean="0"/>
              <a:t> </a:t>
            </a:r>
            <a:r>
              <a:rPr lang="en-US" dirty="0" smtClean="0"/>
              <a:t>																	</a:t>
            </a:r>
          </a:p>
          <a:p>
            <a:pPr marL="457200" indent="-457200"/>
            <a:r>
              <a:rPr lang="ml-IN" dirty="0" smtClean="0"/>
              <a:t>ആരാധനാ സൂചിതമായത്</a:t>
            </a:r>
            <a:r>
              <a:rPr lang="en-US" dirty="0" smtClean="0"/>
              <a:t> </a:t>
            </a:r>
          </a:p>
          <a:p>
            <a:pPr marL="857250" lvl="1" indent="-457200"/>
            <a:r>
              <a:rPr lang="ml-IN" dirty="0"/>
              <a:t>ശബ്ബത്ത് </a:t>
            </a:r>
            <a:r>
              <a:rPr lang="ml-IN" dirty="0" smtClean="0"/>
              <a:t>നാൾക്കുള്ളത്</a:t>
            </a:r>
            <a:endParaRPr lang="en-US" dirty="0"/>
          </a:p>
          <a:p>
            <a:r>
              <a:rPr lang="en-US" dirty="0"/>
              <a:t> </a:t>
            </a:r>
            <a:r>
              <a:rPr lang="en-US" dirty="0" smtClean="0"/>
              <a:t> </a:t>
            </a:r>
            <a:r>
              <a:rPr lang="ml-IN" dirty="0" smtClean="0"/>
              <a:t>ചരിത്രസന്ദർഭസൂചിത൦</a:t>
            </a:r>
            <a:endParaRPr lang="en-US" dirty="0" smtClean="0"/>
          </a:p>
          <a:p>
            <a:pPr marL="457200" indent="-457200"/>
            <a:r>
              <a:rPr lang="ml-IN" dirty="0" smtClean="0"/>
              <a:t>ഗ്രന്ഥ കർത്തൃത്വം സൂചിപ്പിക്കുന്നവകൾ</a:t>
            </a:r>
            <a:endParaRPr lang="en-IN" dirty="0"/>
          </a:p>
        </p:txBody>
      </p:sp>
    </p:spTree>
    <p:extLst>
      <p:ext uri="{BB962C8B-B14F-4D97-AF65-F5344CB8AC3E}">
        <p14:creationId xmlns:p14="http://schemas.microsoft.com/office/powerpoint/2010/main" val="27943466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 calcmode="lin" valueType="num">
                                      <p:cBhvr additive="base">
                                        <p:cTn id="11"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 calcmode="lin" valueType="num">
                                      <p:cBhvr additive="base">
                                        <p:cTn id="17"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3">
                                            <p:txEl>
                                              <p:pRg st="2" end="2"/>
                                            </p:txEl>
                                          </p:spTgt>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0"/>
                                  </p:stCondLst>
                                  <p:childTnLst>
                                    <p:set>
                                      <p:cBhvr>
                                        <p:cTn id="20" dur="1" fill="hold">
                                          <p:stCondLst>
                                            <p:cond delay="0"/>
                                          </p:stCondLst>
                                        </p:cTn>
                                        <p:tgtEl>
                                          <p:spTgt spid="3">
                                            <p:txEl>
                                              <p:pRg st="3" end="3"/>
                                            </p:txEl>
                                          </p:spTgt>
                                        </p:tgtEl>
                                        <p:attrNameLst>
                                          <p:attrName>style.visibility</p:attrName>
                                        </p:attrNameLst>
                                      </p:cBhvr>
                                      <p:to>
                                        <p:strVal val="visible"/>
                                      </p:to>
                                    </p:set>
                                    <p:anim calcmode="lin" valueType="num">
                                      <p:cBhvr additive="base">
                                        <p:cTn id="21"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2"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2" presetClass="entr" presetSubtype="4"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 calcmode="lin" valueType="num">
                                      <p:cBhvr additive="base">
                                        <p:cTn id="27"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3">
                                            <p:txEl>
                                              <p:pRg st="4" end="4"/>
                                            </p:txEl>
                                          </p:spTgt>
                                        </p:tgtEl>
                                        <p:attrNameLst>
                                          <p:attrName>ppt_y</p:attrName>
                                        </p:attrNameLst>
                                      </p:cBhvr>
                                      <p:tavLst>
                                        <p:tav tm="0">
                                          <p:val>
                                            <p:strVal val="1+#ppt_h/2"/>
                                          </p:val>
                                        </p:tav>
                                        <p:tav tm="100000">
                                          <p:val>
                                            <p:strVal val="#ppt_y"/>
                                          </p:val>
                                        </p:tav>
                                      </p:tavLst>
                                    </p:anim>
                                  </p:childTnLst>
                                </p:cTn>
                              </p:par>
                              <p:par>
                                <p:cTn id="29" presetID="2" presetClass="entr" presetSubtype="4" fill="hold" grpId="0" nodeType="with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 calcmode="lin" valueType="num">
                                      <p:cBhvr additive="base">
                                        <p:cTn id="31"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 calcmode="lin" valueType="num">
                                      <p:cBhvr additive="base">
                                        <p:cTn id="37"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6" end="6"/>
                                            </p:txEl>
                                          </p:spTgt>
                                        </p:tgtEl>
                                        <p:attrNameLst>
                                          <p:attrName>ppt_y</p:attrName>
                                        </p:attrNameLst>
                                      </p:cBhvr>
                                      <p:tavLst>
                                        <p:tav tm="0">
                                          <p:val>
                                            <p:strVal val="1+#ppt_h/2"/>
                                          </p:val>
                                        </p:tav>
                                        <p:tav tm="100000">
                                          <p:val>
                                            <p:strVal val="#ppt_y"/>
                                          </p:val>
                                        </p:tav>
                                      </p:tavLst>
                                    </p:anim>
                                  </p:childTnLst>
                                </p:cTn>
                              </p:par>
                              <p:par>
                                <p:cTn id="39" presetID="2" presetClass="entr" presetSubtype="4" fill="hold" grpId="0" nodeType="withEffect">
                                  <p:stCondLst>
                                    <p:cond delay="0"/>
                                  </p:stCondLst>
                                  <p:childTnLst>
                                    <p:set>
                                      <p:cBhvr>
                                        <p:cTn id="40" dur="1" fill="hold">
                                          <p:stCondLst>
                                            <p:cond delay="0"/>
                                          </p:stCondLst>
                                        </p:cTn>
                                        <p:tgtEl>
                                          <p:spTgt spid="3">
                                            <p:txEl>
                                              <p:pRg st="7" end="7"/>
                                            </p:txEl>
                                          </p:spTgt>
                                        </p:tgtEl>
                                        <p:attrNameLst>
                                          <p:attrName>style.visibility</p:attrName>
                                        </p:attrNameLst>
                                      </p:cBhvr>
                                      <p:to>
                                        <p:strVal val="visible"/>
                                      </p:to>
                                    </p:set>
                                    <p:anim calcmode="lin" valueType="num">
                                      <p:cBhvr additive="base">
                                        <p:cTn id="41"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42"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5" presetID="2" presetClass="entr" presetSubtype="4"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 calcmode="lin" valueType="num">
                                      <p:cBhvr additive="base">
                                        <p:cTn id="47"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48" dur="500" fill="hold"/>
                                        <p:tgtEl>
                                          <p:spTgt spid="3">
                                            <p:txEl>
                                              <p:pRg st="8" end="8"/>
                                            </p:txEl>
                                          </p:spTgt>
                                        </p:tgtEl>
                                        <p:attrNameLst>
                                          <p:attrName>ppt_y</p:attrName>
                                        </p:attrNameLst>
                                      </p:cBhvr>
                                      <p:tavLst>
                                        <p:tav tm="0">
                                          <p:val>
                                            <p:strVal val="1+#ppt_h/2"/>
                                          </p:val>
                                        </p:tav>
                                        <p:tav tm="100000">
                                          <p:val>
                                            <p:strVal val="#ppt_y"/>
                                          </p:val>
                                        </p:tav>
                                      </p:tavLst>
                                    </p:anim>
                                  </p:childTnLst>
                                </p:cTn>
                              </p:par>
                              <p:par>
                                <p:cTn id="49" presetID="2" presetClass="entr" presetSubtype="4" fill="hold" grpId="0" nodeType="withEffect">
                                  <p:stCondLst>
                                    <p:cond delay="0"/>
                                  </p:stCondLst>
                                  <p:childTnLst>
                                    <p:set>
                                      <p:cBhvr>
                                        <p:cTn id="50" dur="1" fill="hold">
                                          <p:stCondLst>
                                            <p:cond delay="0"/>
                                          </p:stCondLst>
                                        </p:cTn>
                                        <p:tgtEl>
                                          <p:spTgt spid="3">
                                            <p:txEl>
                                              <p:pRg st="9" end="9"/>
                                            </p:txEl>
                                          </p:spTgt>
                                        </p:tgtEl>
                                        <p:attrNameLst>
                                          <p:attrName>style.visibility</p:attrName>
                                        </p:attrNameLst>
                                      </p:cBhvr>
                                      <p:to>
                                        <p:strVal val="visible"/>
                                      </p:to>
                                    </p:set>
                                    <p:anim calcmode="lin" valueType="num">
                                      <p:cBhvr additive="base">
                                        <p:cTn id="51"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52" dur="500" fill="hold"/>
                                        <p:tgtEl>
                                          <p:spTgt spid="3">
                                            <p:txEl>
                                              <p:pRg st="9" end="9"/>
                                            </p:txEl>
                                          </p:spTgt>
                                        </p:tgtEl>
                                        <p:attrNameLst>
                                          <p:attrName>ppt_y</p:attrName>
                                        </p:attrNameLst>
                                      </p:cBhvr>
                                      <p:tavLst>
                                        <p:tav tm="0">
                                          <p:val>
                                            <p:strVal val="1+#ppt_h/2"/>
                                          </p:val>
                                        </p:tav>
                                        <p:tav tm="100000">
                                          <p:val>
                                            <p:strVal val="#ppt_y"/>
                                          </p:val>
                                        </p:tav>
                                      </p:tavLst>
                                    </p:anim>
                                  </p:childTnLst>
                                </p:cTn>
                              </p:par>
                            </p:childTnLst>
                          </p:cTn>
                        </p:par>
                      </p:childTnLst>
                    </p:cTn>
                  </p:par>
                  <p:par>
                    <p:cTn id="53" fill="hold">
                      <p:stCondLst>
                        <p:cond delay="indefinite"/>
                      </p:stCondLst>
                      <p:childTnLst>
                        <p:par>
                          <p:cTn id="54" fill="hold">
                            <p:stCondLst>
                              <p:cond delay="0"/>
                            </p:stCondLst>
                            <p:childTnLst>
                              <p:par>
                                <p:cTn id="55" presetID="2" presetClass="entr" presetSubtype="4" fill="hold" grpId="0" nodeType="clickEffect">
                                  <p:stCondLst>
                                    <p:cond delay="0"/>
                                  </p:stCondLst>
                                  <p:childTnLst>
                                    <p:set>
                                      <p:cBhvr>
                                        <p:cTn id="56" dur="1" fill="hold">
                                          <p:stCondLst>
                                            <p:cond delay="0"/>
                                          </p:stCondLst>
                                        </p:cTn>
                                        <p:tgtEl>
                                          <p:spTgt spid="3">
                                            <p:txEl>
                                              <p:pRg st="10" end="10"/>
                                            </p:txEl>
                                          </p:spTgt>
                                        </p:tgtEl>
                                        <p:attrNameLst>
                                          <p:attrName>style.visibility</p:attrName>
                                        </p:attrNameLst>
                                      </p:cBhvr>
                                      <p:to>
                                        <p:strVal val="visible"/>
                                      </p:to>
                                    </p:set>
                                    <p:anim calcmode="lin" valueType="num">
                                      <p:cBhvr additive="base">
                                        <p:cTn id="57" dur="500" fill="hold"/>
                                        <p:tgtEl>
                                          <p:spTgt spid="3">
                                            <p:txEl>
                                              <p:pRg st="10" end="10"/>
                                            </p:txEl>
                                          </p:spTgt>
                                        </p:tgtEl>
                                        <p:attrNameLst>
                                          <p:attrName>ppt_x</p:attrName>
                                        </p:attrNameLst>
                                      </p:cBhvr>
                                      <p:tavLst>
                                        <p:tav tm="0">
                                          <p:val>
                                            <p:strVal val="#ppt_x"/>
                                          </p:val>
                                        </p:tav>
                                        <p:tav tm="100000">
                                          <p:val>
                                            <p:strVal val="#ppt_x"/>
                                          </p:val>
                                        </p:tav>
                                      </p:tavLst>
                                    </p:anim>
                                    <p:anim calcmode="lin" valueType="num">
                                      <p:cBhvr additive="base">
                                        <p:cTn id="58" dur="500" fill="hold"/>
                                        <p:tgtEl>
                                          <p:spTgt spid="3">
                                            <p:txEl>
                                              <p:pRg st="10" end="10"/>
                                            </p:txEl>
                                          </p:spTgt>
                                        </p:tgtEl>
                                        <p:attrNameLst>
                                          <p:attrName>ppt_y</p:attrName>
                                        </p:attrNameLst>
                                      </p:cBhvr>
                                      <p:tavLst>
                                        <p:tav tm="0">
                                          <p:val>
                                            <p:strVal val="1+#ppt_h/2"/>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61" presetID="2" presetClass="entr" presetSubtype="4" fill="hold" grpId="0" nodeType="clickEffect">
                                  <p:stCondLst>
                                    <p:cond delay="0"/>
                                  </p:stCondLst>
                                  <p:childTnLst>
                                    <p:set>
                                      <p:cBhvr>
                                        <p:cTn id="62" dur="1" fill="hold">
                                          <p:stCondLst>
                                            <p:cond delay="0"/>
                                          </p:stCondLst>
                                        </p:cTn>
                                        <p:tgtEl>
                                          <p:spTgt spid="3">
                                            <p:txEl>
                                              <p:pRg st="11" end="11"/>
                                            </p:txEl>
                                          </p:spTgt>
                                        </p:tgtEl>
                                        <p:attrNameLst>
                                          <p:attrName>style.visibility</p:attrName>
                                        </p:attrNameLst>
                                      </p:cBhvr>
                                      <p:to>
                                        <p:strVal val="visible"/>
                                      </p:to>
                                    </p:set>
                                    <p:anim calcmode="lin" valueType="num">
                                      <p:cBhvr additive="base">
                                        <p:cTn id="63" dur="500" fill="hold"/>
                                        <p:tgtEl>
                                          <p:spTgt spid="3">
                                            <p:txEl>
                                              <p:pRg st="11" end="11"/>
                                            </p:txEl>
                                          </p:spTgt>
                                        </p:tgtEl>
                                        <p:attrNameLst>
                                          <p:attrName>ppt_x</p:attrName>
                                        </p:attrNameLst>
                                      </p:cBhvr>
                                      <p:tavLst>
                                        <p:tav tm="0">
                                          <p:val>
                                            <p:strVal val="#ppt_x"/>
                                          </p:val>
                                        </p:tav>
                                        <p:tav tm="100000">
                                          <p:val>
                                            <p:strVal val="#ppt_x"/>
                                          </p:val>
                                        </p:tav>
                                      </p:tavLst>
                                    </p:anim>
                                    <p:anim calcmode="lin" valueType="num">
                                      <p:cBhvr additive="base">
                                        <p:cTn id="64" dur="500" fill="hold"/>
                                        <p:tgtEl>
                                          <p:spTgt spid="3">
                                            <p:txEl>
                                              <p:pRg st="11" end="11"/>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46111" y="452718"/>
            <a:ext cx="9404723" cy="1190102"/>
          </a:xfrm>
        </p:spPr>
        <p:txBody>
          <a:bodyPr/>
          <a:lstStyle/>
          <a:p>
            <a:pPr algn="ctr"/>
            <a:r>
              <a:rPr lang="en-US" dirty="0" smtClean="0"/>
              <a:t>Characteristics of Hebrew Poetry </a:t>
            </a:r>
            <a:r>
              <a:rPr lang="ml-IN" sz="3200" dirty="0" smtClean="0"/>
              <a:t>എബ്രായകവിതയുടെ</a:t>
            </a:r>
            <a:r>
              <a:rPr lang="en-US" sz="3200" dirty="0" smtClean="0"/>
              <a:t> </a:t>
            </a:r>
            <a:r>
              <a:rPr lang="ml-IN" sz="3200" dirty="0" smtClean="0"/>
              <a:t>സവിശേഷതകൾ</a:t>
            </a:r>
            <a:endParaRPr lang="en-IN" sz="3200" dirty="0"/>
          </a:p>
        </p:txBody>
      </p:sp>
      <p:sp>
        <p:nvSpPr>
          <p:cNvPr id="3" name="Content Placeholder 2"/>
          <p:cNvSpPr>
            <a:spLocks noGrp="1"/>
          </p:cNvSpPr>
          <p:nvPr>
            <p:ph idx="1"/>
          </p:nvPr>
        </p:nvSpPr>
        <p:spPr/>
        <p:txBody>
          <a:bodyPr>
            <a:normAutofit/>
          </a:bodyPr>
          <a:lstStyle/>
          <a:p>
            <a:r>
              <a:rPr lang="en-US" dirty="0" smtClean="0"/>
              <a:t>Rhythm </a:t>
            </a:r>
            <a:r>
              <a:rPr lang="ml-IN" dirty="0" smtClean="0"/>
              <a:t>താള൦ </a:t>
            </a:r>
            <a:r>
              <a:rPr lang="ml-IN" dirty="0"/>
              <a:t>(</a:t>
            </a:r>
            <a:r>
              <a:rPr lang="ml-IN" dirty="0" smtClean="0"/>
              <a:t>ലയ൦)</a:t>
            </a:r>
            <a:r>
              <a:rPr lang="en-US" dirty="0" smtClean="0"/>
              <a:t> </a:t>
            </a:r>
          </a:p>
          <a:p>
            <a:r>
              <a:rPr lang="en-US" dirty="0" smtClean="0"/>
              <a:t>Parallelism </a:t>
            </a:r>
            <a:r>
              <a:rPr lang="ml-IN" dirty="0" smtClean="0"/>
              <a:t>സമാന്തരത്വ൦</a:t>
            </a:r>
            <a:endParaRPr lang="en-US" dirty="0" smtClean="0"/>
          </a:p>
          <a:p>
            <a:pPr marL="857250" lvl="1" indent="-457200">
              <a:buAutoNum type="arabicPeriod"/>
            </a:pPr>
            <a:r>
              <a:rPr lang="en-US" dirty="0" smtClean="0"/>
              <a:t>Complete Parallelism      </a:t>
            </a:r>
            <a:r>
              <a:rPr lang="ml-IN" dirty="0" smtClean="0"/>
              <a:t>സമ്പൂർണ്ണ</a:t>
            </a:r>
            <a:r>
              <a:rPr lang="en-US" dirty="0" smtClean="0"/>
              <a:t> </a:t>
            </a:r>
            <a:r>
              <a:rPr lang="ml-IN" dirty="0" smtClean="0"/>
              <a:t>സമാന്തരത്വ൦</a:t>
            </a:r>
            <a:endParaRPr lang="en-US" dirty="0" smtClean="0"/>
          </a:p>
          <a:p>
            <a:pPr marL="857250" lvl="1" indent="-457200">
              <a:buAutoNum type="arabicPeriod"/>
            </a:pPr>
            <a:r>
              <a:rPr lang="en-US" dirty="0" smtClean="0"/>
              <a:t>Antithetic Parallelism       </a:t>
            </a:r>
            <a:r>
              <a:rPr lang="ml-IN" dirty="0" smtClean="0"/>
              <a:t>വിപരീത</a:t>
            </a:r>
            <a:r>
              <a:rPr lang="en-US" dirty="0" smtClean="0"/>
              <a:t> </a:t>
            </a:r>
            <a:r>
              <a:rPr lang="ml-IN" dirty="0" smtClean="0"/>
              <a:t>സമാന്തരത്വ൦</a:t>
            </a:r>
            <a:endParaRPr lang="en-US" dirty="0" smtClean="0"/>
          </a:p>
          <a:p>
            <a:pPr marL="857250" lvl="1" indent="-457200">
              <a:buAutoNum type="arabicPeriod"/>
            </a:pPr>
            <a:r>
              <a:rPr lang="en-US" dirty="0" smtClean="0"/>
              <a:t>Synonymous Parallelism  </a:t>
            </a:r>
            <a:r>
              <a:rPr lang="ml-IN" dirty="0" smtClean="0"/>
              <a:t>ആവർത്തന</a:t>
            </a:r>
            <a:r>
              <a:rPr lang="en-US" dirty="0" smtClean="0"/>
              <a:t> </a:t>
            </a:r>
            <a:r>
              <a:rPr lang="ml-IN" dirty="0"/>
              <a:t>സമാന്തരത്വ൦</a:t>
            </a:r>
            <a:endParaRPr lang="en-US" dirty="0" smtClean="0"/>
          </a:p>
          <a:p>
            <a:pPr marL="857250" lvl="1" indent="-457200">
              <a:buAutoNum type="arabicPeriod"/>
            </a:pPr>
            <a:r>
              <a:rPr lang="en-US" dirty="0" smtClean="0"/>
              <a:t>Synthetic Parallelism        </a:t>
            </a:r>
            <a:r>
              <a:rPr lang="ml-IN" dirty="0"/>
              <a:t>സ൦ശ്ലേഷണ</a:t>
            </a:r>
            <a:r>
              <a:rPr lang="en-US" dirty="0" smtClean="0"/>
              <a:t>  </a:t>
            </a:r>
            <a:r>
              <a:rPr lang="ml-IN" dirty="0" smtClean="0"/>
              <a:t>സമാന്തരത്വ൦</a:t>
            </a:r>
            <a:endParaRPr lang="en-US" dirty="0" smtClean="0"/>
          </a:p>
          <a:p>
            <a:pPr marL="857250" lvl="1" indent="-457200">
              <a:buAutoNum type="arabicPeriod"/>
            </a:pPr>
            <a:r>
              <a:rPr lang="en-US" dirty="0" smtClean="0"/>
              <a:t>Incomplete Parallelism    </a:t>
            </a:r>
            <a:r>
              <a:rPr lang="ml-IN" dirty="0"/>
              <a:t>അപൂർണ്ണ</a:t>
            </a:r>
            <a:r>
              <a:rPr lang="en-US" dirty="0" smtClean="0"/>
              <a:t> </a:t>
            </a:r>
            <a:r>
              <a:rPr lang="ml-IN" dirty="0"/>
              <a:t>സമാന്തരത്വ൦</a:t>
            </a:r>
            <a:endParaRPr lang="en-US" dirty="0" smtClean="0"/>
          </a:p>
          <a:p>
            <a:pPr marL="857250" lvl="1" indent="-457200">
              <a:buAutoNum type="arabicPeriod"/>
            </a:pPr>
            <a:r>
              <a:rPr lang="en-US" dirty="0" smtClean="0"/>
              <a:t>Climatic Parallelism          </a:t>
            </a:r>
            <a:r>
              <a:rPr lang="ml-IN" dirty="0"/>
              <a:t>പരമകാഷ്ഠോന്മുഖ</a:t>
            </a:r>
            <a:r>
              <a:rPr lang="en-US" dirty="0" smtClean="0"/>
              <a:t> </a:t>
            </a:r>
            <a:r>
              <a:rPr lang="ml-IN" dirty="0"/>
              <a:t>സമാന്തരത്വ൦</a:t>
            </a:r>
            <a:endParaRPr lang="en-US" dirty="0" smtClean="0"/>
          </a:p>
          <a:p>
            <a:r>
              <a:rPr lang="en-US" dirty="0"/>
              <a:t> </a:t>
            </a:r>
            <a:r>
              <a:rPr lang="en-US" dirty="0" smtClean="0"/>
              <a:t> Structure   </a:t>
            </a:r>
            <a:r>
              <a:rPr lang="ml-IN" dirty="0"/>
              <a:t>ഘടന</a:t>
            </a:r>
            <a:endParaRPr lang="en-US" dirty="0" smtClean="0"/>
          </a:p>
          <a:p>
            <a:r>
              <a:rPr lang="en-US" dirty="0" smtClean="0"/>
              <a:t>  Acrostics  Psalm  </a:t>
            </a:r>
            <a:r>
              <a:rPr lang="ml-IN" dirty="0" smtClean="0"/>
              <a:t>അക്ഷരമാലാക്രമത്തിലുള്ള</a:t>
            </a:r>
            <a:r>
              <a:rPr lang="en-US" dirty="0" smtClean="0"/>
              <a:t> </a:t>
            </a:r>
            <a:r>
              <a:rPr lang="ml-IN" dirty="0"/>
              <a:t>സങ്കീർത്തനങ്ങൾ</a:t>
            </a:r>
            <a:endParaRPr lang="en-IN" dirty="0"/>
          </a:p>
        </p:txBody>
      </p:sp>
    </p:spTree>
    <p:extLst>
      <p:ext uri="{BB962C8B-B14F-4D97-AF65-F5344CB8AC3E}">
        <p14:creationId xmlns:p14="http://schemas.microsoft.com/office/powerpoint/2010/main" val="19111240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par>
                                <p:cTn id="15" presetID="2" presetClass="entr" presetSubtype="4" fill="hold" grpId="0"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 calcmode="lin" valueType="num">
                                      <p:cBhvr additive="base">
                                        <p:cTn id="17"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3">
                                            <p:txEl>
                                              <p:pRg st="2" end="2"/>
                                            </p:txEl>
                                          </p:spTgt>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0"/>
                                  </p:stCondLst>
                                  <p:childTnLst>
                                    <p:set>
                                      <p:cBhvr>
                                        <p:cTn id="20" dur="1" fill="hold">
                                          <p:stCondLst>
                                            <p:cond delay="0"/>
                                          </p:stCondLst>
                                        </p:cTn>
                                        <p:tgtEl>
                                          <p:spTgt spid="3">
                                            <p:txEl>
                                              <p:pRg st="3" end="3"/>
                                            </p:txEl>
                                          </p:spTgt>
                                        </p:tgtEl>
                                        <p:attrNameLst>
                                          <p:attrName>style.visibility</p:attrName>
                                        </p:attrNameLst>
                                      </p:cBhvr>
                                      <p:to>
                                        <p:strVal val="visible"/>
                                      </p:to>
                                    </p:set>
                                    <p:anim calcmode="lin" valueType="num">
                                      <p:cBhvr additive="base">
                                        <p:cTn id="21"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2" dur="500" fill="hold"/>
                                        <p:tgtEl>
                                          <p:spTgt spid="3">
                                            <p:txEl>
                                              <p:pRg st="3" end="3"/>
                                            </p:txEl>
                                          </p:spTgt>
                                        </p:tgtEl>
                                        <p:attrNameLst>
                                          <p:attrName>ppt_y</p:attrName>
                                        </p:attrNameLst>
                                      </p:cBhvr>
                                      <p:tavLst>
                                        <p:tav tm="0">
                                          <p:val>
                                            <p:strVal val="1+#ppt_h/2"/>
                                          </p:val>
                                        </p:tav>
                                        <p:tav tm="100000">
                                          <p:val>
                                            <p:strVal val="#ppt_y"/>
                                          </p:val>
                                        </p:tav>
                                      </p:tavLst>
                                    </p:anim>
                                  </p:childTnLst>
                                </p:cTn>
                              </p:par>
                              <p:par>
                                <p:cTn id="23" presetID="2" presetClass="entr" presetSubtype="4" fill="hold" grpId="0" nodeType="with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 calcmode="lin" valueType="num">
                                      <p:cBhvr additive="base">
                                        <p:cTn id="25"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4" end="4"/>
                                            </p:txEl>
                                          </p:spTgt>
                                        </p:tgtEl>
                                        <p:attrNameLst>
                                          <p:attrName>ppt_y</p:attrName>
                                        </p:attrNameLst>
                                      </p:cBhvr>
                                      <p:tavLst>
                                        <p:tav tm="0">
                                          <p:val>
                                            <p:strVal val="1+#ppt_h/2"/>
                                          </p:val>
                                        </p:tav>
                                        <p:tav tm="100000">
                                          <p:val>
                                            <p:strVal val="#ppt_y"/>
                                          </p:val>
                                        </p:tav>
                                      </p:tavLst>
                                    </p:anim>
                                  </p:childTnLst>
                                </p:cTn>
                              </p:par>
                              <p:par>
                                <p:cTn id="27" presetID="2" presetClass="entr" presetSubtype="4" fill="hold" grpId="0" nodeType="with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anim calcmode="lin" valueType="num">
                                      <p:cBhvr additive="base">
                                        <p:cTn id="29"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0" dur="500" fill="hold"/>
                                        <p:tgtEl>
                                          <p:spTgt spid="3">
                                            <p:txEl>
                                              <p:pRg st="5" end="5"/>
                                            </p:txEl>
                                          </p:spTgt>
                                        </p:tgtEl>
                                        <p:attrNameLst>
                                          <p:attrName>ppt_y</p:attrName>
                                        </p:attrNameLst>
                                      </p:cBhvr>
                                      <p:tavLst>
                                        <p:tav tm="0">
                                          <p:val>
                                            <p:strVal val="1+#ppt_h/2"/>
                                          </p:val>
                                        </p:tav>
                                        <p:tav tm="100000">
                                          <p:val>
                                            <p:strVal val="#ppt_y"/>
                                          </p:val>
                                        </p:tav>
                                      </p:tavLst>
                                    </p:anim>
                                  </p:childTnLst>
                                </p:cTn>
                              </p:par>
                              <p:par>
                                <p:cTn id="31" presetID="2" presetClass="entr" presetSubtype="4" fill="hold" grpId="0" nodeType="withEffect">
                                  <p:stCondLst>
                                    <p:cond delay="0"/>
                                  </p:stCondLst>
                                  <p:childTnLst>
                                    <p:set>
                                      <p:cBhvr>
                                        <p:cTn id="32" dur="1" fill="hold">
                                          <p:stCondLst>
                                            <p:cond delay="0"/>
                                          </p:stCondLst>
                                        </p:cTn>
                                        <p:tgtEl>
                                          <p:spTgt spid="3">
                                            <p:txEl>
                                              <p:pRg st="6" end="6"/>
                                            </p:txEl>
                                          </p:spTgt>
                                        </p:tgtEl>
                                        <p:attrNameLst>
                                          <p:attrName>style.visibility</p:attrName>
                                        </p:attrNameLst>
                                      </p:cBhvr>
                                      <p:to>
                                        <p:strVal val="visible"/>
                                      </p:to>
                                    </p:set>
                                    <p:anim calcmode="lin" valueType="num">
                                      <p:cBhvr additive="base">
                                        <p:cTn id="3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34" dur="500" fill="hold"/>
                                        <p:tgtEl>
                                          <p:spTgt spid="3">
                                            <p:txEl>
                                              <p:pRg st="6" end="6"/>
                                            </p:txEl>
                                          </p:spTgt>
                                        </p:tgtEl>
                                        <p:attrNameLst>
                                          <p:attrName>ppt_y</p:attrName>
                                        </p:attrNameLst>
                                      </p:cBhvr>
                                      <p:tavLst>
                                        <p:tav tm="0">
                                          <p:val>
                                            <p:strVal val="1+#ppt_h/2"/>
                                          </p:val>
                                        </p:tav>
                                        <p:tav tm="100000">
                                          <p:val>
                                            <p:strVal val="#ppt_y"/>
                                          </p:val>
                                        </p:tav>
                                      </p:tavLst>
                                    </p:anim>
                                  </p:childTnLst>
                                </p:cTn>
                              </p:par>
                              <p:par>
                                <p:cTn id="35" presetID="2" presetClass="entr" presetSubtype="4" fill="hold" grpId="0" nodeType="withEffect">
                                  <p:stCondLst>
                                    <p:cond delay="0"/>
                                  </p:stCondLst>
                                  <p:childTnLst>
                                    <p:set>
                                      <p:cBhvr>
                                        <p:cTn id="36" dur="1" fill="hold">
                                          <p:stCondLst>
                                            <p:cond delay="0"/>
                                          </p:stCondLst>
                                        </p:cTn>
                                        <p:tgtEl>
                                          <p:spTgt spid="3">
                                            <p:txEl>
                                              <p:pRg st="7" end="7"/>
                                            </p:txEl>
                                          </p:spTgt>
                                        </p:tgtEl>
                                        <p:attrNameLst>
                                          <p:attrName>style.visibility</p:attrName>
                                        </p:attrNameLst>
                                      </p:cBhvr>
                                      <p:to>
                                        <p:strVal val="visible"/>
                                      </p:to>
                                    </p:set>
                                    <p:anim calcmode="lin" valueType="num">
                                      <p:cBhvr additive="base">
                                        <p:cTn id="37"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8" end="8"/>
                                            </p:txEl>
                                          </p:spTgt>
                                        </p:tgtEl>
                                        <p:attrNameLst>
                                          <p:attrName>style.visibility</p:attrName>
                                        </p:attrNameLst>
                                      </p:cBhvr>
                                      <p:to>
                                        <p:strVal val="visible"/>
                                      </p:to>
                                    </p:set>
                                    <p:anim calcmode="lin" valueType="num">
                                      <p:cBhvr additive="base">
                                        <p:cTn id="43"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8" end="8"/>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9" end="9"/>
                                            </p:txEl>
                                          </p:spTgt>
                                        </p:tgtEl>
                                        <p:attrNameLst>
                                          <p:attrName>style.visibility</p:attrName>
                                        </p:attrNameLst>
                                      </p:cBhvr>
                                      <p:to>
                                        <p:strVal val="visible"/>
                                      </p:to>
                                    </p:set>
                                    <p:anim calcmode="lin" valueType="num">
                                      <p:cBhvr additive="base">
                                        <p:cTn id="49"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9" end="9"/>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ELEMENTS OF WORSHIP</a:t>
            </a:r>
            <a:endParaRPr lang="en-IN" dirty="0"/>
          </a:p>
        </p:txBody>
      </p:sp>
      <p:sp>
        <p:nvSpPr>
          <p:cNvPr id="3" name="Content Placeholder 2"/>
          <p:cNvSpPr>
            <a:spLocks noGrp="1"/>
          </p:cNvSpPr>
          <p:nvPr>
            <p:ph idx="1"/>
          </p:nvPr>
        </p:nvSpPr>
        <p:spPr/>
        <p:txBody>
          <a:bodyPr/>
          <a:lstStyle/>
          <a:p>
            <a:pPr marL="457200" indent="-457200">
              <a:buFont typeface="+mj-lt"/>
              <a:buAutoNum type="arabicPeriod"/>
            </a:pPr>
            <a:r>
              <a:rPr lang="en-US" dirty="0" smtClean="0"/>
              <a:t>God should be in the Centre </a:t>
            </a:r>
            <a:r>
              <a:rPr lang="ml-IN" dirty="0"/>
              <a:t>ദൈവമാണ് കേന്ദ്രം</a:t>
            </a:r>
            <a:endParaRPr lang="en-US" dirty="0" smtClean="0"/>
          </a:p>
          <a:p>
            <a:pPr marL="457200" indent="-457200">
              <a:buFont typeface="+mj-lt"/>
              <a:buAutoNum type="arabicPeriod"/>
            </a:pPr>
            <a:r>
              <a:rPr lang="en-US" dirty="0" smtClean="0"/>
              <a:t>We should be completely frank </a:t>
            </a:r>
            <a:r>
              <a:rPr lang="ml-IN" dirty="0" smtClean="0"/>
              <a:t>നമ്മൾക്ക്</a:t>
            </a:r>
            <a:r>
              <a:rPr lang="en-US" dirty="0" smtClean="0"/>
              <a:t> </a:t>
            </a:r>
            <a:r>
              <a:rPr lang="ml-IN" dirty="0" smtClean="0"/>
              <a:t>വളരെ സുതാര്യമായി</a:t>
            </a:r>
            <a:r>
              <a:rPr lang="en-US" dirty="0" smtClean="0"/>
              <a:t> </a:t>
            </a:r>
            <a:r>
              <a:rPr lang="ml-IN" dirty="0" smtClean="0"/>
              <a:t>ആരാധനയിൽ</a:t>
            </a:r>
            <a:r>
              <a:rPr lang="en-US" dirty="0" smtClean="0"/>
              <a:t> </a:t>
            </a:r>
            <a:r>
              <a:rPr lang="ml-IN" dirty="0" smtClean="0"/>
              <a:t>പങ്കാളികൾ</a:t>
            </a:r>
            <a:r>
              <a:rPr lang="en-US" dirty="0" smtClean="0"/>
              <a:t> </a:t>
            </a:r>
            <a:r>
              <a:rPr lang="ml-IN" dirty="0" smtClean="0"/>
              <a:t>ആകുവാൻ</a:t>
            </a:r>
            <a:r>
              <a:rPr lang="en-US" dirty="0" smtClean="0"/>
              <a:t> </a:t>
            </a:r>
            <a:r>
              <a:rPr lang="ml-IN" dirty="0" smtClean="0"/>
              <a:t>സാധിക്കുന്നു.</a:t>
            </a:r>
            <a:endParaRPr lang="en-US" dirty="0" smtClean="0"/>
          </a:p>
          <a:p>
            <a:pPr marL="0" indent="0">
              <a:buNone/>
            </a:pPr>
            <a:r>
              <a:rPr lang="en-US" dirty="0"/>
              <a:t> </a:t>
            </a:r>
            <a:r>
              <a:rPr lang="en-US" dirty="0" smtClean="0"/>
              <a:t>  </a:t>
            </a:r>
            <a:endParaRPr lang="en-US" sz="2800" dirty="0" smtClean="0"/>
          </a:p>
          <a:p>
            <a:pPr marL="400050" lvl="1" indent="0">
              <a:buNone/>
            </a:pPr>
            <a:r>
              <a:rPr lang="en-US" sz="2600" dirty="0" smtClean="0"/>
              <a:t>  </a:t>
            </a:r>
            <a:r>
              <a:rPr lang="en-US" sz="2600" dirty="0"/>
              <a:t>PLEASE MAKE AN ASSIGNMENT ABOUT TITLES. </a:t>
            </a:r>
            <a:endParaRPr lang="en-US" sz="2600" dirty="0" smtClean="0"/>
          </a:p>
          <a:p>
            <a:pPr marL="400050" lvl="1" indent="0">
              <a:buNone/>
            </a:pPr>
            <a:r>
              <a:rPr lang="en-US" sz="2600" dirty="0"/>
              <a:t> </a:t>
            </a:r>
            <a:r>
              <a:rPr lang="ml-IN" sz="2600" dirty="0" smtClean="0"/>
              <a:t>ശീർഷകങ്ങളെക്കുറിച്ച്</a:t>
            </a:r>
            <a:r>
              <a:rPr lang="en-US" sz="2600" dirty="0" smtClean="0"/>
              <a:t> </a:t>
            </a:r>
            <a:r>
              <a:rPr lang="ml-IN" sz="2600" dirty="0" smtClean="0"/>
              <a:t>ഒരു</a:t>
            </a:r>
            <a:r>
              <a:rPr lang="en-US" sz="2600" dirty="0" smtClean="0"/>
              <a:t> </a:t>
            </a:r>
            <a:r>
              <a:rPr lang="ml-IN" sz="2600" dirty="0" smtClean="0"/>
              <a:t>അസ്സൈൻമെന്റ് </a:t>
            </a:r>
            <a:r>
              <a:rPr lang="ml-IN" sz="2600" dirty="0"/>
              <a:t>തയ്യാറാക്കുക.</a:t>
            </a:r>
            <a:endParaRPr lang="en-IN" sz="2600" dirty="0"/>
          </a:p>
        </p:txBody>
      </p:sp>
    </p:spTree>
    <p:extLst>
      <p:ext uri="{BB962C8B-B14F-4D97-AF65-F5344CB8AC3E}">
        <p14:creationId xmlns:p14="http://schemas.microsoft.com/office/powerpoint/2010/main" val="1315077007"/>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ml-IN" dirty="0"/>
              <a:t>സങ്കീർത്തനങ്ങളിലെ സാഹിത്യ </a:t>
            </a:r>
            <a:r>
              <a:rPr lang="ml-IN" dirty="0" smtClean="0"/>
              <a:t>രൂപങ്ങൾ</a:t>
            </a:r>
            <a:endParaRPr lang="en-IN" dirty="0"/>
          </a:p>
        </p:txBody>
      </p:sp>
      <p:sp>
        <p:nvSpPr>
          <p:cNvPr id="3" name="Content Placeholder 2"/>
          <p:cNvSpPr>
            <a:spLocks noGrp="1"/>
          </p:cNvSpPr>
          <p:nvPr>
            <p:ph idx="1"/>
          </p:nvPr>
        </p:nvSpPr>
        <p:spPr>
          <a:xfrm>
            <a:off x="1034946" y="1734796"/>
            <a:ext cx="8946541" cy="4811282"/>
          </a:xfrm>
        </p:spPr>
        <p:txBody>
          <a:bodyPr>
            <a:normAutofit fontScale="85000" lnSpcReduction="20000"/>
          </a:bodyPr>
          <a:lstStyle/>
          <a:p>
            <a:r>
              <a:rPr lang="en-US" dirty="0" smtClean="0"/>
              <a:t>Different Types of Psalms</a:t>
            </a:r>
          </a:p>
          <a:p>
            <a:r>
              <a:rPr lang="en-US" dirty="0" smtClean="0"/>
              <a:t>1. Hymn  - (A Psalm of praise) </a:t>
            </a:r>
            <a:r>
              <a:rPr lang="ml-IN" dirty="0" smtClean="0"/>
              <a:t>കീർത്തനങ്ങൾ,ഗീതങ്ങൾ</a:t>
            </a:r>
            <a:r>
              <a:rPr lang="en-US" dirty="0" smtClean="0"/>
              <a:t>, </a:t>
            </a:r>
            <a:r>
              <a:rPr lang="ml-IN" dirty="0"/>
              <a:t>മലയാളത്തിൽ </a:t>
            </a:r>
            <a:r>
              <a:rPr lang="en-IN" b="1" dirty="0"/>
              <a:t>HYMN</a:t>
            </a:r>
            <a:r>
              <a:rPr lang="en-IN" dirty="0"/>
              <a:t> (</a:t>
            </a:r>
            <a:r>
              <a:rPr lang="ml-IN" dirty="0"/>
              <a:t>ഹിം) എന്നാൽ </a:t>
            </a:r>
            <a:r>
              <a:rPr lang="ml-IN" b="1" dirty="0"/>
              <a:t>സ്തോത്രം</a:t>
            </a:r>
            <a:r>
              <a:rPr lang="ml-IN" dirty="0"/>
              <a:t>, </a:t>
            </a:r>
            <a:r>
              <a:rPr lang="ml-IN" b="1" dirty="0"/>
              <a:t>ഭക്തിഗാനം</a:t>
            </a:r>
            <a:r>
              <a:rPr lang="ml-IN" dirty="0"/>
              <a:t>, അല്ലെങ്കിൽ </a:t>
            </a:r>
            <a:r>
              <a:rPr lang="ml-IN" b="1" dirty="0"/>
              <a:t>കീർത്തനം</a:t>
            </a:r>
            <a:r>
              <a:rPr lang="ml-IN" dirty="0"/>
              <a:t> എന്നാണ് അർത്ഥം. ദൈവത്തെയോ പ്രകൃതിയെയോ സ്തുതിച്ച് പാടുന്ന ഗാനങ്ങളെയാണ് ഇങ്ങനെ വിളിക്കുന്നത്.</a:t>
            </a:r>
            <a:endParaRPr lang="en-US" dirty="0" smtClean="0"/>
          </a:p>
          <a:p>
            <a:r>
              <a:rPr lang="en-US" dirty="0" smtClean="0"/>
              <a:t>A descriptive Psalm of praise </a:t>
            </a:r>
            <a:endParaRPr lang="en-US" dirty="0"/>
          </a:p>
          <a:p>
            <a:pPr lvl="1"/>
            <a:r>
              <a:rPr lang="ml-IN" dirty="0"/>
              <a:t>ദൈവത്തിന്റെ സ്വഭാവത്തെയും മഹിമയെയും വർണ്ണിക്കുന്ന </a:t>
            </a:r>
            <a:r>
              <a:rPr lang="ml-IN" dirty="0" smtClean="0"/>
              <a:t>സങ്കീർത്തനങ്ങളെയാണ്.അതായത്</a:t>
            </a:r>
            <a:r>
              <a:rPr lang="ml-IN" dirty="0"/>
              <a:t>, ദൈവത്തിന്റെ വലിയ പ്രവൃത്തികൾ മാത്രമല്ല, അവിടുത്തെ സ്വഭാവം, കാരുണ്യം, വിശ്വസ്തത എന്നിവയെക്കുറിച്ചെല്ലാം പാടിപ്പുകഴ്ത്തുന്ന ഭാഗങ്ങളെയാണ് അങ്ങനെ വിശേഷിപ്പിക്കുന്നത്. മലയാളത്തിൽ ഇതിനെ ദൈവത്തിന്റെ മഹിമയെ വർണ്ണിക്കുന്ന സ്തുതിസങ്കീർത്തനം എന്ന് </a:t>
            </a:r>
            <a:r>
              <a:rPr lang="ml-IN" dirty="0" smtClean="0"/>
              <a:t>പറയാം</a:t>
            </a:r>
            <a:r>
              <a:rPr lang="en-US" dirty="0"/>
              <a:t>.</a:t>
            </a:r>
            <a:endParaRPr lang="en-US" dirty="0" smtClean="0"/>
          </a:p>
          <a:p>
            <a:r>
              <a:rPr lang="en-US" dirty="0" smtClean="0"/>
              <a:t>Construction of Hymn</a:t>
            </a:r>
            <a:r>
              <a:rPr lang="en-IN" dirty="0"/>
              <a:t> </a:t>
            </a:r>
            <a:r>
              <a:rPr lang="en-IN" dirty="0" smtClean="0"/>
              <a:t> : two basic elements</a:t>
            </a:r>
          </a:p>
          <a:p>
            <a:pPr marL="457200" indent="-457200">
              <a:buFont typeface="+mj-lt"/>
              <a:buAutoNum type="arabicPeriod"/>
            </a:pPr>
            <a:r>
              <a:rPr lang="en-US" dirty="0" smtClean="0"/>
              <a:t>Call to worship : </a:t>
            </a:r>
            <a:r>
              <a:rPr lang="ml-IN" dirty="0"/>
              <a:t>ആരാധനയ്ക്കായിട്ടുള്ള </a:t>
            </a:r>
            <a:r>
              <a:rPr lang="ml-IN" dirty="0" smtClean="0"/>
              <a:t>ആഹ്വാന൦</a:t>
            </a:r>
            <a:endParaRPr lang="en-US" dirty="0" smtClean="0"/>
          </a:p>
          <a:p>
            <a:pPr marL="457200" indent="-457200">
              <a:buFont typeface="+mj-lt"/>
              <a:buAutoNum type="arabicPeriod"/>
            </a:pPr>
            <a:r>
              <a:rPr lang="en-US" dirty="0" smtClean="0"/>
              <a:t>Description of What God has done and What God is like                                                          </a:t>
            </a:r>
            <a:r>
              <a:rPr lang="ml-IN" dirty="0" smtClean="0"/>
              <a:t>ദൈവ൦ </a:t>
            </a:r>
            <a:r>
              <a:rPr lang="ml-IN" dirty="0"/>
              <a:t>എന്തു </a:t>
            </a:r>
            <a:r>
              <a:rPr lang="ml-IN" dirty="0" smtClean="0"/>
              <a:t>ചെയ്തു</a:t>
            </a:r>
            <a:r>
              <a:rPr lang="en-US" dirty="0" smtClean="0"/>
              <a:t> / </a:t>
            </a:r>
            <a:r>
              <a:rPr lang="ml-IN" dirty="0"/>
              <a:t>ദൈവം </a:t>
            </a:r>
            <a:r>
              <a:rPr lang="ml-IN" dirty="0" smtClean="0"/>
              <a:t>എന്തായിരിക്കുന്നു</a:t>
            </a:r>
            <a:r>
              <a:rPr lang="en-US" dirty="0" smtClean="0"/>
              <a:t>   example Ps 103.</a:t>
            </a:r>
          </a:p>
          <a:p>
            <a:r>
              <a:rPr lang="en-US" dirty="0" smtClean="0"/>
              <a:t>Call to worship 103: 1- 2, </a:t>
            </a:r>
          </a:p>
          <a:p>
            <a:r>
              <a:rPr lang="en-US" dirty="0" smtClean="0"/>
              <a:t>What God has done 3 – 5</a:t>
            </a:r>
          </a:p>
          <a:p>
            <a:pPr marL="0" indent="0">
              <a:buNone/>
            </a:pPr>
            <a:endParaRPr lang="en-US" dirty="0" smtClean="0"/>
          </a:p>
          <a:p>
            <a:endParaRPr lang="en-US" dirty="0" smtClean="0"/>
          </a:p>
          <a:p>
            <a:endParaRPr lang="en-US" dirty="0" smtClean="0"/>
          </a:p>
        </p:txBody>
      </p:sp>
    </p:spTree>
    <p:extLst>
      <p:ext uri="{BB962C8B-B14F-4D97-AF65-F5344CB8AC3E}">
        <p14:creationId xmlns:p14="http://schemas.microsoft.com/office/powerpoint/2010/main" val="26684272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 calcmode="lin" valueType="num">
                                      <p:cBhvr additive="base">
                                        <p:cTn id="23"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grpId="0" nodeType="clickEffect">
                                  <p:stCondLst>
                                    <p:cond delay="0"/>
                                  </p:stCondLst>
                                  <p:childTnLst>
                                    <p:set>
                                      <p:cBhvr>
                                        <p:cTn id="28" dur="1" fill="hold">
                                          <p:stCondLst>
                                            <p:cond delay="0"/>
                                          </p:stCondLst>
                                        </p:cTn>
                                        <p:tgtEl>
                                          <p:spTgt spid="3">
                                            <p:txEl>
                                              <p:pRg st="4" end="4"/>
                                            </p:txEl>
                                          </p:spTgt>
                                        </p:tgtEl>
                                        <p:attrNameLst>
                                          <p:attrName>style.visibility</p:attrName>
                                        </p:attrNameLst>
                                      </p:cBhvr>
                                      <p:to>
                                        <p:strVal val="visible"/>
                                      </p:to>
                                    </p:set>
                                    <p:anim calcmode="lin" valueType="num">
                                      <p:cBhvr additive="base">
                                        <p:cTn id="29"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0"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2" presetClass="entr" presetSubtype="4" fill="hold" grpId="0" nodeType="click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anim calcmode="lin" valueType="num">
                                      <p:cBhvr additive="base">
                                        <p:cTn id="35"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2" presetClass="entr" presetSubtype="4" fill="hold" grpId="0" nodeType="clickEffect">
                                  <p:stCondLst>
                                    <p:cond delay="0"/>
                                  </p:stCondLst>
                                  <p:childTnLst>
                                    <p:set>
                                      <p:cBhvr>
                                        <p:cTn id="40" dur="1" fill="hold">
                                          <p:stCondLst>
                                            <p:cond delay="0"/>
                                          </p:stCondLst>
                                        </p:cTn>
                                        <p:tgtEl>
                                          <p:spTgt spid="3">
                                            <p:txEl>
                                              <p:pRg st="6" end="6"/>
                                            </p:txEl>
                                          </p:spTgt>
                                        </p:tgtEl>
                                        <p:attrNameLst>
                                          <p:attrName>style.visibility</p:attrName>
                                        </p:attrNameLst>
                                      </p:cBhvr>
                                      <p:to>
                                        <p:strVal val="visible"/>
                                      </p:to>
                                    </p:set>
                                    <p:anim calcmode="lin" valueType="num">
                                      <p:cBhvr additive="base">
                                        <p:cTn id="41"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2"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5" presetID="2" presetClass="entr" presetSubtype="4" fill="hold" grpId="0" nodeType="clickEffect">
                                  <p:stCondLst>
                                    <p:cond delay="0"/>
                                  </p:stCondLst>
                                  <p:childTnLst>
                                    <p:set>
                                      <p:cBhvr>
                                        <p:cTn id="46" dur="1" fill="hold">
                                          <p:stCondLst>
                                            <p:cond delay="0"/>
                                          </p:stCondLst>
                                        </p:cTn>
                                        <p:tgtEl>
                                          <p:spTgt spid="3">
                                            <p:txEl>
                                              <p:pRg st="7" end="7"/>
                                            </p:txEl>
                                          </p:spTgt>
                                        </p:tgtEl>
                                        <p:attrNameLst>
                                          <p:attrName>style.visibility</p:attrName>
                                        </p:attrNameLst>
                                      </p:cBhvr>
                                      <p:to>
                                        <p:strVal val="visible"/>
                                      </p:to>
                                    </p:set>
                                    <p:anim calcmode="lin" valueType="num">
                                      <p:cBhvr additive="base">
                                        <p:cTn id="47"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48"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49" fill="hold">
                      <p:stCondLst>
                        <p:cond delay="indefinite"/>
                      </p:stCondLst>
                      <p:childTnLst>
                        <p:par>
                          <p:cTn id="50" fill="hold">
                            <p:stCondLst>
                              <p:cond delay="0"/>
                            </p:stCondLst>
                            <p:childTnLst>
                              <p:par>
                                <p:cTn id="51" presetID="2" presetClass="entr" presetSubtype="4" fill="hold" grpId="0" nodeType="clickEffect">
                                  <p:stCondLst>
                                    <p:cond delay="0"/>
                                  </p:stCondLst>
                                  <p:childTnLst>
                                    <p:set>
                                      <p:cBhvr>
                                        <p:cTn id="52" dur="1" fill="hold">
                                          <p:stCondLst>
                                            <p:cond delay="0"/>
                                          </p:stCondLst>
                                        </p:cTn>
                                        <p:tgtEl>
                                          <p:spTgt spid="3">
                                            <p:txEl>
                                              <p:pRg st="8" end="8"/>
                                            </p:txEl>
                                          </p:spTgt>
                                        </p:tgtEl>
                                        <p:attrNameLst>
                                          <p:attrName>style.visibility</p:attrName>
                                        </p:attrNameLst>
                                      </p:cBhvr>
                                      <p:to>
                                        <p:strVal val="visible"/>
                                      </p:to>
                                    </p:set>
                                    <p:anim calcmode="lin" valueType="num">
                                      <p:cBhvr additive="base">
                                        <p:cTn id="53"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54" dur="500" fill="hold"/>
                                        <p:tgtEl>
                                          <p:spTgt spid="3">
                                            <p:txEl>
                                              <p:pRg st="8" end="8"/>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45130" y="189248"/>
            <a:ext cx="9404723" cy="973126"/>
          </a:xfrm>
        </p:spPr>
        <p:txBody>
          <a:bodyPr/>
          <a:lstStyle/>
          <a:p>
            <a:pPr algn="ctr"/>
            <a:r>
              <a:rPr lang="en-US" dirty="0" smtClean="0"/>
              <a:t>Example for Hymn (Basic Elements)</a:t>
            </a:r>
            <a:endParaRPr lang="en-IN" dirty="0"/>
          </a:p>
        </p:txBody>
      </p:sp>
      <p:sp>
        <p:nvSpPr>
          <p:cNvPr id="3" name="Content Placeholder 2"/>
          <p:cNvSpPr>
            <a:spLocks noGrp="1"/>
          </p:cNvSpPr>
          <p:nvPr>
            <p:ph idx="1"/>
          </p:nvPr>
        </p:nvSpPr>
        <p:spPr/>
        <p:txBody>
          <a:bodyPr/>
          <a:lstStyle/>
          <a:p>
            <a:r>
              <a:rPr lang="en-US" dirty="0" smtClean="0"/>
              <a:t>Call to worship</a:t>
            </a:r>
          </a:p>
          <a:p>
            <a:r>
              <a:rPr lang="en-US" dirty="0" smtClean="0"/>
              <a:t>105</a:t>
            </a:r>
          </a:p>
          <a:p>
            <a:r>
              <a:rPr lang="en-US" dirty="0" smtClean="0"/>
              <a:t>105 : 1-6</a:t>
            </a:r>
          </a:p>
          <a:p>
            <a:r>
              <a:rPr lang="en-US" dirty="0" smtClean="0"/>
              <a:t>29</a:t>
            </a:r>
          </a:p>
          <a:p>
            <a:r>
              <a:rPr lang="en-US" dirty="0" err="1" smtClean="0"/>
              <a:t>Vss</a:t>
            </a:r>
            <a:r>
              <a:rPr lang="en-US" dirty="0" smtClean="0"/>
              <a:t> 1,2.   God’s work 3 - 11</a:t>
            </a:r>
          </a:p>
          <a:p>
            <a:r>
              <a:rPr lang="en-US" dirty="0" smtClean="0"/>
              <a:t>33: 1 – 3                      4 - 7</a:t>
            </a:r>
          </a:p>
          <a:p>
            <a:r>
              <a:rPr lang="en-US" dirty="0" smtClean="0"/>
              <a:t>47 : 1                           2 - 5</a:t>
            </a:r>
          </a:p>
          <a:p>
            <a:endParaRPr lang="en-IN" dirty="0"/>
          </a:p>
        </p:txBody>
      </p:sp>
    </p:spTree>
    <p:extLst>
      <p:ext uri="{BB962C8B-B14F-4D97-AF65-F5344CB8AC3E}">
        <p14:creationId xmlns:p14="http://schemas.microsoft.com/office/powerpoint/2010/main" val="7200347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Attributes of God mentioned in the following Psalms</a:t>
            </a:r>
            <a:endParaRPr lang="en-IN" dirty="0"/>
          </a:p>
        </p:txBody>
      </p:sp>
      <p:sp>
        <p:nvSpPr>
          <p:cNvPr id="3" name="Content Placeholder 2"/>
          <p:cNvSpPr>
            <a:spLocks noGrp="1"/>
          </p:cNvSpPr>
          <p:nvPr>
            <p:ph idx="1"/>
          </p:nvPr>
        </p:nvSpPr>
        <p:spPr/>
        <p:txBody>
          <a:bodyPr/>
          <a:lstStyle/>
          <a:p>
            <a:r>
              <a:rPr lang="en-US" dirty="0" smtClean="0"/>
              <a:t>96</a:t>
            </a:r>
          </a:p>
          <a:p>
            <a:r>
              <a:rPr lang="en-US" dirty="0" smtClean="0"/>
              <a:t>99</a:t>
            </a:r>
          </a:p>
          <a:p>
            <a:r>
              <a:rPr lang="en-US" dirty="0" smtClean="0"/>
              <a:t>136</a:t>
            </a:r>
          </a:p>
          <a:p>
            <a:r>
              <a:rPr lang="en-US" dirty="0" smtClean="0"/>
              <a:t>105 – 107</a:t>
            </a:r>
          </a:p>
          <a:p>
            <a:endParaRPr lang="en-IN" dirty="0"/>
          </a:p>
        </p:txBody>
      </p:sp>
    </p:spTree>
    <p:extLst>
      <p:ext uri="{BB962C8B-B14F-4D97-AF65-F5344CB8AC3E}">
        <p14:creationId xmlns:p14="http://schemas.microsoft.com/office/powerpoint/2010/main" val="4797693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EXPOSITION OF PSALMS </a:t>
            </a:r>
            <a:br>
              <a:rPr lang="en-US" dirty="0" smtClean="0"/>
            </a:br>
            <a:r>
              <a:rPr lang="ml-IN" sz="3200" dirty="0" smtClean="0"/>
              <a:t>സങ്കീർത്തന൦</a:t>
            </a:r>
            <a:r>
              <a:rPr lang="en-US" sz="3200" dirty="0" smtClean="0"/>
              <a:t> </a:t>
            </a:r>
            <a:r>
              <a:rPr lang="ml-IN" sz="3200" dirty="0" smtClean="0"/>
              <a:t>വിശദീകരിക്കുന്ന</a:t>
            </a:r>
            <a:r>
              <a:rPr lang="en-US" sz="3200" dirty="0" smtClean="0"/>
              <a:t> </a:t>
            </a:r>
            <a:r>
              <a:rPr lang="ml-IN" sz="3200" dirty="0" smtClean="0"/>
              <a:t>വിധം</a:t>
            </a:r>
            <a:endParaRPr lang="en-IN" sz="3200" dirty="0"/>
          </a:p>
        </p:txBody>
      </p:sp>
      <p:sp>
        <p:nvSpPr>
          <p:cNvPr id="3" name="Content Placeholder 2"/>
          <p:cNvSpPr>
            <a:spLocks noGrp="1"/>
          </p:cNvSpPr>
          <p:nvPr>
            <p:ph idx="1"/>
          </p:nvPr>
        </p:nvSpPr>
        <p:spPr>
          <a:xfrm>
            <a:off x="1104293" y="2138376"/>
            <a:ext cx="8946541" cy="3818043"/>
          </a:xfrm>
        </p:spPr>
        <p:txBody>
          <a:bodyPr>
            <a:normAutofit/>
          </a:bodyPr>
          <a:lstStyle/>
          <a:p>
            <a:r>
              <a:rPr lang="en-US" dirty="0" smtClean="0"/>
              <a:t>Psalms 8 and 19</a:t>
            </a:r>
          </a:p>
          <a:p>
            <a:r>
              <a:rPr lang="en-US" dirty="0" smtClean="0"/>
              <a:t>Call to worship is missing in both Psalms</a:t>
            </a:r>
          </a:p>
          <a:p>
            <a:r>
              <a:rPr lang="en-US" dirty="0" smtClean="0"/>
              <a:t>How to expound a Psalm  </a:t>
            </a:r>
            <a:r>
              <a:rPr lang="ml-IN" dirty="0" smtClean="0"/>
              <a:t>സങ്കീർത്തന൦</a:t>
            </a:r>
            <a:r>
              <a:rPr lang="en-US" dirty="0" smtClean="0"/>
              <a:t> </a:t>
            </a:r>
            <a:r>
              <a:rPr lang="ml-IN" dirty="0" smtClean="0"/>
              <a:t>വിശദീകരിക്കുന്ന</a:t>
            </a:r>
            <a:r>
              <a:rPr lang="en-US" dirty="0" smtClean="0"/>
              <a:t> </a:t>
            </a:r>
            <a:r>
              <a:rPr lang="ml-IN" dirty="0" smtClean="0"/>
              <a:t>വിധം</a:t>
            </a:r>
            <a:endParaRPr lang="en-US" dirty="0" smtClean="0"/>
          </a:p>
          <a:p>
            <a:r>
              <a:rPr lang="ml-IN" dirty="0" smtClean="0"/>
              <a:t>നാലു</a:t>
            </a:r>
            <a:r>
              <a:rPr lang="en-US" dirty="0" smtClean="0"/>
              <a:t> </a:t>
            </a:r>
            <a:r>
              <a:rPr lang="ml-IN" dirty="0" smtClean="0"/>
              <a:t>പ്രധാന</a:t>
            </a:r>
            <a:r>
              <a:rPr lang="en-US" dirty="0" smtClean="0"/>
              <a:t> </a:t>
            </a:r>
            <a:r>
              <a:rPr lang="ml-IN" dirty="0" smtClean="0"/>
              <a:t>ഘടകങ്ങൾ</a:t>
            </a:r>
            <a:endParaRPr lang="en-US" dirty="0" smtClean="0"/>
          </a:p>
          <a:p>
            <a:pPr marL="457200" indent="-457200">
              <a:buFont typeface="+mj-lt"/>
              <a:buAutoNum type="arabicPeriod"/>
            </a:pPr>
            <a:r>
              <a:rPr lang="en-US" dirty="0" smtClean="0"/>
              <a:t>Life Situation     </a:t>
            </a:r>
            <a:r>
              <a:rPr lang="ml-IN" dirty="0" smtClean="0"/>
              <a:t>ജീവിത/ചരിത്ര</a:t>
            </a:r>
            <a:r>
              <a:rPr lang="en-US" dirty="0" smtClean="0"/>
              <a:t> </a:t>
            </a:r>
            <a:r>
              <a:rPr lang="ml-IN" dirty="0" smtClean="0"/>
              <a:t>പശ്ചാത്തലം</a:t>
            </a:r>
            <a:r>
              <a:rPr lang="en-US" dirty="0"/>
              <a:t> </a:t>
            </a:r>
            <a:r>
              <a:rPr lang="en-US" dirty="0" smtClean="0"/>
              <a:t>                                “</a:t>
            </a:r>
            <a:r>
              <a:rPr lang="en-US" dirty="0" err="1" smtClean="0"/>
              <a:t>Sitz</a:t>
            </a:r>
            <a:r>
              <a:rPr lang="en-US" dirty="0" smtClean="0"/>
              <a:t> </a:t>
            </a:r>
            <a:r>
              <a:rPr lang="en-US" dirty="0" err="1" smtClean="0"/>
              <a:t>im</a:t>
            </a:r>
            <a:r>
              <a:rPr lang="en-US" dirty="0" smtClean="0"/>
              <a:t> </a:t>
            </a:r>
            <a:r>
              <a:rPr lang="en-US" dirty="0" err="1" smtClean="0"/>
              <a:t>Leben</a:t>
            </a:r>
            <a:r>
              <a:rPr lang="en-US" dirty="0" smtClean="0"/>
              <a:t>” (German Phrase)  meaning “Setting in life” </a:t>
            </a:r>
          </a:p>
          <a:p>
            <a:pPr marL="457200" indent="-457200">
              <a:buFont typeface="+mj-lt"/>
              <a:buAutoNum type="arabicPeriod"/>
            </a:pPr>
            <a:r>
              <a:rPr lang="en-US" dirty="0" smtClean="0"/>
              <a:t>Main Intent       </a:t>
            </a:r>
            <a:r>
              <a:rPr lang="ml-IN" dirty="0" smtClean="0"/>
              <a:t>പ്രധാന</a:t>
            </a:r>
            <a:r>
              <a:rPr lang="en-US" dirty="0" smtClean="0"/>
              <a:t> </a:t>
            </a:r>
            <a:r>
              <a:rPr lang="ml-IN" dirty="0" smtClean="0"/>
              <a:t>ഉദ്ദേശം</a:t>
            </a:r>
            <a:endParaRPr lang="en-US" dirty="0" smtClean="0"/>
          </a:p>
          <a:p>
            <a:pPr marL="457200" indent="-457200">
              <a:buFont typeface="+mj-lt"/>
              <a:buAutoNum type="arabicPeriod"/>
            </a:pPr>
            <a:r>
              <a:rPr lang="en-US" dirty="0" smtClean="0"/>
              <a:t>Detailed Study </a:t>
            </a:r>
            <a:r>
              <a:rPr lang="ml-IN" dirty="0" smtClean="0"/>
              <a:t>വിശദമായ</a:t>
            </a:r>
            <a:r>
              <a:rPr lang="en-US" dirty="0" smtClean="0"/>
              <a:t> </a:t>
            </a:r>
            <a:r>
              <a:rPr lang="ml-IN" dirty="0" smtClean="0"/>
              <a:t>പഠനം</a:t>
            </a:r>
            <a:endParaRPr lang="en-US" dirty="0" smtClean="0"/>
          </a:p>
          <a:p>
            <a:pPr marL="457200" indent="-457200">
              <a:buFont typeface="+mj-lt"/>
              <a:buAutoNum type="arabicPeriod"/>
            </a:pPr>
            <a:r>
              <a:rPr lang="en-US" dirty="0" smtClean="0"/>
              <a:t>Application      </a:t>
            </a:r>
            <a:r>
              <a:rPr lang="ml-IN" dirty="0" smtClean="0"/>
              <a:t>വർത്തമാനകാല</a:t>
            </a:r>
            <a:r>
              <a:rPr lang="en-US" dirty="0" smtClean="0"/>
              <a:t> </a:t>
            </a:r>
            <a:r>
              <a:rPr lang="ml-IN" dirty="0" smtClean="0"/>
              <a:t>ബദ്ധ൦</a:t>
            </a:r>
            <a:endParaRPr lang="en-IN" dirty="0"/>
          </a:p>
        </p:txBody>
      </p:sp>
    </p:spTree>
    <p:extLst>
      <p:ext uri="{BB962C8B-B14F-4D97-AF65-F5344CB8AC3E}">
        <p14:creationId xmlns:p14="http://schemas.microsoft.com/office/powerpoint/2010/main" val="39542662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7" end="7"/>
                                            </p:txEl>
                                          </p:spTgt>
                                        </p:tgtEl>
                                        <p:attrNameLst>
                                          <p:attrName>style.visibility</p:attrName>
                                        </p:attrNameLst>
                                      </p:cBhvr>
                                      <p:to>
                                        <p:strVal val="visible"/>
                                      </p:to>
                                    </p:set>
                                    <p:anim calcmode="lin" valueType="num">
                                      <p:cBhvr additive="base">
                                        <p:cTn id="4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Explanation of Psalms</a:t>
            </a:r>
            <a:endParaRPr lang="en-IN" dirty="0"/>
          </a:p>
        </p:txBody>
      </p:sp>
      <p:sp>
        <p:nvSpPr>
          <p:cNvPr id="3" name="Content Placeholder 2"/>
          <p:cNvSpPr>
            <a:spLocks noGrp="1"/>
          </p:cNvSpPr>
          <p:nvPr>
            <p:ph idx="1"/>
          </p:nvPr>
        </p:nvSpPr>
        <p:spPr/>
        <p:txBody>
          <a:bodyPr/>
          <a:lstStyle/>
          <a:p>
            <a:r>
              <a:rPr lang="en-US" dirty="0" smtClean="0"/>
              <a:t>Life Situation</a:t>
            </a:r>
          </a:p>
          <a:p>
            <a:r>
              <a:rPr lang="en-US" dirty="0" smtClean="0"/>
              <a:t>Main Intent </a:t>
            </a:r>
          </a:p>
          <a:p>
            <a:r>
              <a:rPr lang="en-US" dirty="0" smtClean="0"/>
              <a:t>Detailed Study</a:t>
            </a:r>
          </a:p>
          <a:p>
            <a:r>
              <a:rPr lang="en-US" dirty="0" smtClean="0"/>
              <a:t>Application</a:t>
            </a:r>
          </a:p>
          <a:p>
            <a:r>
              <a:rPr lang="en-US" smtClean="0"/>
              <a:t>Methods</a:t>
            </a:r>
          </a:p>
          <a:p>
            <a:r>
              <a:rPr lang="en-US" dirty="0" smtClean="0"/>
              <a:t>Own Thinking</a:t>
            </a:r>
          </a:p>
          <a:p>
            <a:r>
              <a:rPr lang="en-US" dirty="0" smtClean="0"/>
              <a:t>Different Versions</a:t>
            </a:r>
          </a:p>
          <a:p>
            <a:r>
              <a:rPr lang="en-US" dirty="0" smtClean="0"/>
              <a:t>Dictionary </a:t>
            </a:r>
          </a:p>
          <a:p>
            <a:r>
              <a:rPr lang="en-US" dirty="0" smtClean="0"/>
              <a:t>Commentary</a:t>
            </a:r>
          </a:p>
          <a:p>
            <a:endParaRPr lang="en-IN" dirty="0"/>
          </a:p>
        </p:txBody>
      </p:sp>
    </p:spTree>
    <p:extLst>
      <p:ext uri="{BB962C8B-B14F-4D97-AF65-F5344CB8AC3E}">
        <p14:creationId xmlns:p14="http://schemas.microsoft.com/office/powerpoint/2010/main" val="10908189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7" end="7"/>
                                            </p:txEl>
                                          </p:spTgt>
                                        </p:tgtEl>
                                        <p:attrNameLst>
                                          <p:attrName>style.visibility</p:attrName>
                                        </p:attrNameLst>
                                      </p:cBhvr>
                                      <p:to>
                                        <p:strVal val="visible"/>
                                      </p:to>
                                    </p:set>
                                    <p:anim calcmode="lin" valueType="num">
                                      <p:cBhvr additive="base">
                                        <p:cTn id="4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grpId="0" nodeType="clickEffect">
                                  <p:stCondLst>
                                    <p:cond delay="0"/>
                                  </p:stCondLst>
                                  <p:childTnLst>
                                    <p:set>
                                      <p:cBhvr>
                                        <p:cTn id="54" dur="1" fill="hold">
                                          <p:stCondLst>
                                            <p:cond delay="0"/>
                                          </p:stCondLst>
                                        </p:cTn>
                                        <p:tgtEl>
                                          <p:spTgt spid="3">
                                            <p:txEl>
                                              <p:pRg st="8" end="8"/>
                                            </p:txEl>
                                          </p:spTgt>
                                        </p:tgtEl>
                                        <p:attrNameLst>
                                          <p:attrName>style.visibility</p:attrName>
                                        </p:attrNameLst>
                                      </p:cBhvr>
                                      <p:to>
                                        <p:strVal val="visible"/>
                                      </p:to>
                                    </p:set>
                                    <p:anim calcmode="lin" valueType="num">
                                      <p:cBhvr additive="base">
                                        <p:cTn id="55"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56" dur="500" fill="hold"/>
                                        <p:tgtEl>
                                          <p:spTgt spid="3">
                                            <p:txEl>
                                              <p:pRg st="8" end="8"/>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EXPOSITION : 103</a:t>
            </a:r>
            <a:endParaRPr lang="en-IN" dirty="0"/>
          </a:p>
        </p:txBody>
      </p:sp>
      <p:sp>
        <p:nvSpPr>
          <p:cNvPr id="3" name="Content Placeholder 2"/>
          <p:cNvSpPr>
            <a:spLocks noGrp="1"/>
          </p:cNvSpPr>
          <p:nvPr>
            <p:ph idx="1"/>
          </p:nvPr>
        </p:nvSpPr>
        <p:spPr/>
        <p:txBody>
          <a:bodyPr>
            <a:normAutofit fontScale="92500" lnSpcReduction="10000"/>
          </a:bodyPr>
          <a:lstStyle/>
          <a:p>
            <a:r>
              <a:rPr lang="en-US" dirty="0" smtClean="0"/>
              <a:t>Verses 1 – </a:t>
            </a:r>
            <a:r>
              <a:rPr lang="en-US" sz="2400" dirty="0" smtClean="0"/>
              <a:t>2 : Call to worship</a:t>
            </a:r>
          </a:p>
          <a:p>
            <a:r>
              <a:rPr lang="en-US" sz="2400" dirty="0" smtClean="0"/>
              <a:t>Whom does the psalmist address</a:t>
            </a:r>
          </a:p>
          <a:p>
            <a:r>
              <a:rPr lang="en-US" sz="2400" dirty="0" smtClean="0"/>
              <a:t>Himself</a:t>
            </a:r>
          </a:p>
          <a:p>
            <a:r>
              <a:rPr lang="en-US" sz="2400" dirty="0" smtClean="0"/>
              <a:t>What </a:t>
            </a:r>
            <a:r>
              <a:rPr lang="en-US" dirty="0" smtClean="0"/>
              <a:t>do you think is the best title for this psalm</a:t>
            </a:r>
          </a:p>
          <a:p>
            <a:r>
              <a:rPr lang="en-US" dirty="0" smtClean="0"/>
              <a:t>The steadfast love of God</a:t>
            </a:r>
          </a:p>
          <a:p>
            <a:r>
              <a:rPr lang="en-US" dirty="0" smtClean="0"/>
              <a:t>In what verses does the word  “steadfast love” occur</a:t>
            </a:r>
          </a:p>
          <a:p>
            <a:r>
              <a:rPr lang="en-US" dirty="0" smtClean="0"/>
              <a:t>4,</a:t>
            </a:r>
          </a:p>
          <a:p>
            <a:r>
              <a:rPr lang="en-US" dirty="0" smtClean="0"/>
              <a:t>8,</a:t>
            </a:r>
          </a:p>
          <a:p>
            <a:r>
              <a:rPr lang="en-US" dirty="0" smtClean="0"/>
              <a:t>11,</a:t>
            </a:r>
          </a:p>
          <a:p>
            <a:r>
              <a:rPr lang="en-US" dirty="0" smtClean="0"/>
              <a:t>17                                                                                                            </a:t>
            </a:r>
          </a:p>
        </p:txBody>
      </p:sp>
    </p:spTree>
    <p:extLst>
      <p:ext uri="{BB962C8B-B14F-4D97-AF65-F5344CB8AC3E}">
        <p14:creationId xmlns:p14="http://schemas.microsoft.com/office/powerpoint/2010/main" val="38398943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7" end="7"/>
                                            </p:txEl>
                                          </p:spTgt>
                                        </p:tgtEl>
                                        <p:attrNameLst>
                                          <p:attrName>style.visibility</p:attrName>
                                        </p:attrNameLst>
                                      </p:cBhvr>
                                      <p:to>
                                        <p:strVal val="visible"/>
                                      </p:to>
                                    </p:set>
                                    <p:anim calcmode="lin" valueType="num">
                                      <p:cBhvr additive="base">
                                        <p:cTn id="4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grpId="0" nodeType="clickEffect">
                                  <p:stCondLst>
                                    <p:cond delay="0"/>
                                  </p:stCondLst>
                                  <p:childTnLst>
                                    <p:set>
                                      <p:cBhvr>
                                        <p:cTn id="54" dur="1" fill="hold">
                                          <p:stCondLst>
                                            <p:cond delay="0"/>
                                          </p:stCondLst>
                                        </p:cTn>
                                        <p:tgtEl>
                                          <p:spTgt spid="3">
                                            <p:txEl>
                                              <p:pRg st="8" end="8"/>
                                            </p:txEl>
                                          </p:spTgt>
                                        </p:tgtEl>
                                        <p:attrNameLst>
                                          <p:attrName>style.visibility</p:attrName>
                                        </p:attrNameLst>
                                      </p:cBhvr>
                                      <p:to>
                                        <p:strVal val="visible"/>
                                      </p:to>
                                    </p:set>
                                    <p:anim calcmode="lin" valueType="num">
                                      <p:cBhvr additive="base">
                                        <p:cTn id="55"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56" dur="500" fill="hold"/>
                                        <p:tgtEl>
                                          <p:spTgt spid="3">
                                            <p:txEl>
                                              <p:pRg st="8" end="8"/>
                                            </p:txEl>
                                          </p:spTgt>
                                        </p:tgtEl>
                                        <p:attrNameLst>
                                          <p:attrName>ppt_y</p:attrName>
                                        </p:attrNameLst>
                                      </p:cBhvr>
                                      <p:tavLst>
                                        <p:tav tm="0">
                                          <p:val>
                                            <p:strVal val="1+#ppt_h/2"/>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2" presetClass="entr" presetSubtype="4" fill="hold" grpId="0" nodeType="clickEffect">
                                  <p:stCondLst>
                                    <p:cond delay="0"/>
                                  </p:stCondLst>
                                  <p:childTnLst>
                                    <p:set>
                                      <p:cBhvr>
                                        <p:cTn id="60" dur="1" fill="hold">
                                          <p:stCondLst>
                                            <p:cond delay="0"/>
                                          </p:stCondLst>
                                        </p:cTn>
                                        <p:tgtEl>
                                          <p:spTgt spid="3">
                                            <p:txEl>
                                              <p:pRg st="9" end="9"/>
                                            </p:txEl>
                                          </p:spTgt>
                                        </p:tgtEl>
                                        <p:attrNameLst>
                                          <p:attrName>style.visibility</p:attrName>
                                        </p:attrNameLst>
                                      </p:cBhvr>
                                      <p:to>
                                        <p:strVal val="visible"/>
                                      </p:to>
                                    </p:set>
                                    <p:anim calcmode="lin" valueType="num">
                                      <p:cBhvr additive="base">
                                        <p:cTn id="61"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62" dur="500" fill="hold"/>
                                        <p:tgtEl>
                                          <p:spTgt spid="3">
                                            <p:txEl>
                                              <p:pRg st="9" end="9"/>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103312" y="817685"/>
            <a:ext cx="8946541" cy="5430715"/>
          </a:xfrm>
        </p:spPr>
        <p:txBody>
          <a:bodyPr>
            <a:normAutofit lnSpcReduction="10000"/>
          </a:bodyPr>
          <a:lstStyle/>
          <a:p>
            <a:r>
              <a:rPr lang="en-US" dirty="0" smtClean="0"/>
              <a:t>Next find Life Situation?</a:t>
            </a:r>
          </a:p>
          <a:p>
            <a:r>
              <a:rPr lang="en-US" dirty="0" smtClean="0"/>
              <a:t>We find very little information about the life situation of the writer.</a:t>
            </a:r>
          </a:p>
          <a:p>
            <a:r>
              <a:rPr lang="en-US" dirty="0" smtClean="0"/>
              <a:t>In fact psalm is very general and could be used by anyone at any time. Scholars think that the language would fit the time just after Israel returned from exile. If so, it could not be by David. </a:t>
            </a:r>
          </a:p>
          <a:p>
            <a:r>
              <a:rPr lang="en-US" dirty="0" smtClean="0"/>
              <a:t>Next  find Intent of the Psalm ?</a:t>
            </a:r>
          </a:p>
          <a:p>
            <a:r>
              <a:rPr lang="en-US" dirty="0" smtClean="0"/>
              <a:t>The psalmist recalls his own experience of God’s steadfast love and praises God by telling it out.</a:t>
            </a:r>
          </a:p>
          <a:p>
            <a:r>
              <a:rPr lang="en-US" dirty="0" smtClean="0"/>
              <a:t>Next detail study</a:t>
            </a:r>
          </a:p>
          <a:p>
            <a:r>
              <a:rPr lang="en-US" dirty="0" err="1"/>
              <a:t>v</a:t>
            </a:r>
            <a:r>
              <a:rPr lang="en-US" dirty="0" err="1" smtClean="0"/>
              <a:t>v</a:t>
            </a:r>
            <a:r>
              <a:rPr lang="en-US" dirty="0" smtClean="0"/>
              <a:t> 1 - 5  The psalmist address himself</a:t>
            </a:r>
          </a:p>
          <a:p>
            <a:r>
              <a:rPr lang="en-US" dirty="0" err="1"/>
              <a:t>v</a:t>
            </a:r>
            <a:r>
              <a:rPr lang="en-US" dirty="0" err="1" smtClean="0"/>
              <a:t>v</a:t>
            </a:r>
            <a:r>
              <a:rPr lang="en-US" dirty="0" smtClean="0"/>
              <a:t>  6 – 14 Description of love and his deeds of love</a:t>
            </a:r>
          </a:p>
          <a:p>
            <a:r>
              <a:rPr lang="en-US" dirty="0" err="1"/>
              <a:t>v</a:t>
            </a:r>
            <a:r>
              <a:rPr lang="en-US" dirty="0" err="1" smtClean="0"/>
              <a:t>v</a:t>
            </a:r>
            <a:r>
              <a:rPr lang="en-US" dirty="0" smtClean="0"/>
              <a:t> 15 – 18 Contrast between transient man and God’s everlasting love</a:t>
            </a:r>
          </a:p>
          <a:p>
            <a:r>
              <a:rPr lang="en-US" dirty="0" err="1"/>
              <a:t>v</a:t>
            </a:r>
            <a:r>
              <a:rPr lang="en-US" dirty="0" err="1" smtClean="0"/>
              <a:t>v</a:t>
            </a:r>
            <a:r>
              <a:rPr lang="en-US" dirty="0" smtClean="0"/>
              <a:t> 19 - 22 Description of God as King , and call to worship.</a:t>
            </a:r>
          </a:p>
        </p:txBody>
      </p:sp>
    </p:spTree>
    <p:extLst>
      <p:ext uri="{BB962C8B-B14F-4D97-AF65-F5344CB8AC3E}">
        <p14:creationId xmlns:p14="http://schemas.microsoft.com/office/powerpoint/2010/main" val="5466530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7" end="7"/>
                                            </p:txEl>
                                          </p:spTgt>
                                        </p:tgtEl>
                                        <p:attrNameLst>
                                          <p:attrName>style.visibility</p:attrName>
                                        </p:attrNameLst>
                                      </p:cBhvr>
                                      <p:to>
                                        <p:strVal val="visible"/>
                                      </p:to>
                                    </p:set>
                                    <p:anim calcmode="lin" valueType="num">
                                      <p:cBhvr additive="base">
                                        <p:cTn id="4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grpId="0" nodeType="clickEffect">
                                  <p:stCondLst>
                                    <p:cond delay="0"/>
                                  </p:stCondLst>
                                  <p:childTnLst>
                                    <p:set>
                                      <p:cBhvr>
                                        <p:cTn id="54" dur="1" fill="hold">
                                          <p:stCondLst>
                                            <p:cond delay="0"/>
                                          </p:stCondLst>
                                        </p:cTn>
                                        <p:tgtEl>
                                          <p:spTgt spid="3">
                                            <p:txEl>
                                              <p:pRg st="8" end="8"/>
                                            </p:txEl>
                                          </p:spTgt>
                                        </p:tgtEl>
                                        <p:attrNameLst>
                                          <p:attrName>style.visibility</p:attrName>
                                        </p:attrNameLst>
                                      </p:cBhvr>
                                      <p:to>
                                        <p:strVal val="visible"/>
                                      </p:to>
                                    </p:set>
                                    <p:anim calcmode="lin" valueType="num">
                                      <p:cBhvr additive="base">
                                        <p:cTn id="55"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56" dur="500" fill="hold"/>
                                        <p:tgtEl>
                                          <p:spTgt spid="3">
                                            <p:txEl>
                                              <p:pRg st="8" end="8"/>
                                            </p:txEl>
                                          </p:spTgt>
                                        </p:tgtEl>
                                        <p:attrNameLst>
                                          <p:attrName>ppt_y</p:attrName>
                                        </p:attrNameLst>
                                      </p:cBhvr>
                                      <p:tavLst>
                                        <p:tav tm="0">
                                          <p:val>
                                            <p:strVal val="1+#ppt_h/2"/>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2" presetClass="entr" presetSubtype="4" fill="hold" grpId="0" nodeType="clickEffect">
                                  <p:stCondLst>
                                    <p:cond delay="0"/>
                                  </p:stCondLst>
                                  <p:childTnLst>
                                    <p:set>
                                      <p:cBhvr>
                                        <p:cTn id="60" dur="1" fill="hold">
                                          <p:stCondLst>
                                            <p:cond delay="0"/>
                                          </p:stCondLst>
                                        </p:cTn>
                                        <p:tgtEl>
                                          <p:spTgt spid="3">
                                            <p:txEl>
                                              <p:pRg st="9" end="9"/>
                                            </p:txEl>
                                          </p:spTgt>
                                        </p:tgtEl>
                                        <p:attrNameLst>
                                          <p:attrName>style.visibility</p:attrName>
                                        </p:attrNameLst>
                                      </p:cBhvr>
                                      <p:to>
                                        <p:strVal val="visible"/>
                                      </p:to>
                                    </p:set>
                                    <p:anim calcmode="lin" valueType="num">
                                      <p:cBhvr additive="base">
                                        <p:cTn id="61"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62" dur="500" fill="hold"/>
                                        <p:tgtEl>
                                          <p:spTgt spid="3">
                                            <p:txEl>
                                              <p:pRg st="9" end="9"/>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Music For Worship</a:t>
            </a:r>
            <a:endParaRPr lang="en-IN" dirty="0"/>
          </a:p>
        </p:txBody>
      </p:sp>
      <p:sp>
        <p:nvSpPr>
          <p:cNvPr id="3" name="Content Placeholder 2"/>
          <p:cNvSpPr>
            <a:spLocks noGrp="1"/>
          </p:cNvSpPr>
          <p:nvPr>
            <p:ph idx="1"/>
          </p:nvPr>
        </p:nvSpPr>
        <p:spPr/>
        <p:txBody>
          <a:bodyPr/>
          <a:lstStyle/>
          <a:p>
            <a:r>
              <a:rPr lang="en-US" dirty="0" smtClean="0"/>
              <a:t>The Psalms were originally for singing.</a:t>
            </a:r>
          </a:p>
          <a:p>
            <a:r>
              <a:rPr lang="en-US" dirty="0" smtClean="0"/>
              <a:t>Psalm 81: 1- 3 </a:t>
            </a:r>
          </a:p>
          <a:p>
            <a:r>
              <a:rPr lang="en-US" dirty="0" smtClean="0"/>
              <a:t>Psalm 47</a:t>
            </a:r>
          </a:p>
          <a:p>
            <a:r>
              <a:rPr lang="en-US" dirty="0" smtClean="0"/>
              <a:t>Psalm 150</a:t>
            </a:r>
          </a:p>
          <a:p>
            <a:r>
              <a:rPr lang="en-US" dirty="0" smtClean="0"/>
              <a:t>Shouting, Clapping,  </a:t>
            </a:r>
            <a:r>
              <a:rPr lang="en-US" dirty="0" err="1" smtClean="0"/>
              <a:t>etc</a:t>
            </a:r>
            <a:endParaRPr lang="en-US" dirty="0" smtClean="0"/>
          </a:p>
          <a:p>
            <a:r>
              <a:rPr lang="en-US" dirty="0" smtClean="0"/>
              <a:t>1. Enjoyable  2. Possible to worship through it 3. Familiarity</a:t>
            </a:r>
          </a:p>
          <a:p>
            <a:r>
              <a:rPr lang="en-US" dirty="0" smtClean="0"/>
              <a:t>Five ways of singing</a:t>
            </a:r>
          </a:p>
          <a:p>
            <a:r>
              <a:rPr lang="en-US" dirty="0" smtClean="0"/>
              <a:t>1. Chanting 2. Metrical Psalms 3. Metrical Psalms without rhyming</a:t>
            </a:r>
          </a:p>
          <a:p>
            <a:r>
              <a:rPr lang="en-US" dirty="0" smtClean="0"/>
              <a:t>4. Gelineau Psalms 5. Special settings</a:t>
            </a:r>
            <a:endParaRPr lang="en-IN" dirty="0"/>
          </a:p>
        </p:txBody>
      </p:sp>
    </p:spTree>
    <p:extLst>
      <p:ext uri="{BB962C8B-B14F-4D97-AF65-F5344CB8AC3E}">
        <p14:creationId xmlns:p14="http://schemas.microsoft.com/office/powerpoint/2010/main" val="33414405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7" end="7"/>
                                            </p:txEl>
                                          </p:spTgt>
                                        </p:tgtEl>
                                        <p:attrNameLst>
                                          <p:attrName>style.visibility</p:attrName>
                                        </p:attrNameLst>
                                      </p:cBhvr>
                                      <p:to>
                                        <p:strVal val="visible"/>
                                      </p:to>
                                    </p:set>
                                    <p:anim calcmode="lin" valueType="num">
                                      <p:cBhvr additive="base">
                                        <p:cTn id="4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grpId="0" nodeType="clickEffect">
                                  <p:stCondLst>
                                    <p:cond delay="0"/>
                                  </p:stCondLst>
                                  <p:childTnLst>
                                    <p:set>
                                      <p:cBhvr>
                                        <p:cTn id="54" dur="1" fill="hold">
                                          <p:stCondLst>
                                            <p:cond delay="0"/>
                                          </p:stCondLst>
                                        </p:cTn>
                                        <p:tgtEl>
                                          <p:spTgt spid="3">
                                            <p:txEl>
                                              <p:pRg st="8" end="8"/>
                                            </p:txEl>
                                          </p:spTgt>
                                        </p:tgtEl>
                                        <p:attrNameLst>
                                          <p:attrName>style.visibility</p:attrName>
                                        </p:attrNameLst>
                                      </p:cBhvr>
                                      <p:to>
                                        <p:strVal val="visible"/>
                                      </p:to>
                                    </p:set>
                                    <p:anim calcmode="lin" valueType="num">
                                      <p:cBhvr additive="base">
                                        <p:cTn id="55"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56" dur="500" fill="hold"/>
                                        <p:tgtEl>
                                          <p:spTgt spid="3">
                                            <p:txEl>
                                              <p:pRg st="8" end="8"/>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46111" y="452718"/>
            <a:ext cx="9404723" cy="1256441"/>
          </a:xfrm>
        </p:spPr>
        <p:txBody>
          <a:bodyPr/>
          <a:lstStyle/>
          <a:p>
            <a:pPr algn="ctr"/>
            <a:r>
              <a:rPr lang="en-US" dirty="0" smtClean="0"/>
              <a:t>PSALMS OF LAMENT             </a:t>
            </a:r>
            <a:r>
              <a:rPr lang="ml-IN" dirty="0" smtClean="0"/>
              <a:t>വിലാപ </a:t>
            </a:r>
            <a:r>
              <a:rPr lang="ml-IN" dirty="0"/>
              <a:t>കീർത്തനങ്ങൾ</a:t>
            </a:r>
            <a:endParaRPr lang="en-IN" dirty="0"/>
          </a:p>
        </p:txBody>
      </p:sp>
      <p:sp>
        <p:nvSpPr>
          <p:cNvPr id="3" name="Content Placeholder 2"/>
          <p:cNvSpPr>
            <a:spLocks noGrp="1"/>
          </p:cNvSpPr>
          <p:nvPr>
            <p:ph idx="1"/>
          </p:nvPr>
        </p:nvSpPr>
        <p:spPr>
          <a:xfrm>
            <a:off x="646111" y="1709159"/>
            <a:ext cx="9549022" cy="4777099"/>
          </a:xfrm>
        </p:spPr>
        <p:txBody>
          <a:bodyPr>
            <a:normAutofit fontScale="92500" lnSpcReduction="10000"/>
          </a:bodyPr>
          <a:lstStyle/>
          <a:p>
            <a:r>
              <a:rPr lang="en-US" dirty="0" smtClean="0"/>
              <a:t>There are two types  </a:t>
            </a:r>
            <a:r>
              <a:rPr lang="ml-IN" dirty="0" smtClean="0"/>
              <a:t>രണ്ടുവിധ൦</a:t>
            </a:r>
            <a:r>
              <a:rPr lang="en-US" dirty="0" smtClean="0"/>
              <a:t> </a:t>
            </a:r>
          </a:p>
          <a:p>
            <a:r>
              <a:rPr lang="en-US" dirty="0" smtClean="0"/>
              <a:t>Individual lament and Community lament</a:t>
            </a:r>
          </a:p>
          <a:p>
            <a:r>
              <a:rPr lang="ml-IN" dirty="0" smtClean="0"/>
              <a:t>വ്യക്തിപരമായ</a:t>
            </a:r>
            <a:r>
              <a:rPr lang="en-US" dirty="0" smtClean="0"/>
              <a:t> </a:t>
            </a:r>
            <a:r>
              <a:rPr lang="ml-IN" dirty="0" smtClean="0"/>
              <a:t>വിലാപ</a:t>
            </a:r>
            <a:r>
              <a:rPr lang="en-US" dirty="0" smtClean="0"/>
              <a:t> </a:t>
            </a:r>
            <a:r>
              <a:rPr lang="ml-IN" dirty="0" smtClean="0"/>
              <a:t>കീർത്തനങ്ങൾ</a:t>
            </a:r>
            <a:endParaRPr lang="en-US" dirty="0" smtClean="0"/>
          </a:p>
          <a:p>
            <a:r>
              <a:rPr lang="ml-IN" dirty="0" smtClean="0"/>
              <a:t>സാമൂഹ്യപരമായ</a:t>
            </a:r>
            <a:r>
              <a:rPr lang="en-US" dirty="0" smtClean="0"/>
              <a:t> </a:t>
            </a:r>
            <a:r>
              <a:rPr lang="ml-IN" dirty="0" smtClean="0"/>
              <a:t>വിലാപ</a:t>
            </a:r>
            <a:r>
              <a:rPr lang="en-US" dirty="0" smtClean="0"/>
              <a:t> </a:t>
            </a:r>
            <a:r>
              <a:rPr lang="ml-IN" dirty="0" smtClean="0"/>
              <a:t>കീർത്തനങ്ങൾ</a:t>
            </a:r>
            <a:endParaRPr lang="en-US" dirty="0" smtClean="0"/>
          </a:p>
          <a:p>
            <a:r>
              <a:rPr lang="en-US" dirty="0" smtClean="0"/>
              <a:t>Structure of Lament </a:t>
            </a:r>
            <a:r>
              <a:rPr lang="ml-IN" dirty="0" smtClean="0"/>
              <a:t>വിലാപ</a:t>
            </a:r>
            <a:r>
              <a:rPr lang="en-US" dirty="0" smtClean="0"/>
              <a:t> </a:t>
            </a:r>
            <a:r>
              <a:rPr lang="ml-IN" dirty="0" smtClean="0"/>
              <a:t>കീർത്തനങ്ങളുടെ</a:t>
            </a:r>
            <a:r>
              <a:rPr lang="en-US" dirty="0" smtClean="0"/>
              <a:t> </a:t>
            </a:r>
            <a:r>
              <a:rPr lang="ml-IN" dirty="0" smtClean="0"/>
              <a:t>ഘടന</a:t>
            </a:r>
            <a:endParaRPr lang="en-US" dirty="0" smtClean="0"/>
          </a:p>
          <a:p>
            <a:r>
              <a:rPr lang="en-US" dirty="0" smtClean="0"/>
              <a:t>Invocation : Direct address to God  </a:t>
            </a:r>
            <a:r>
              <a:rPr lang="ml-IN" dirty="0" smtClean="0"/>
              <a:t>ദൈവത്തെ</a:t>
            </a:r>
            <a:r>
              <a:rPr lang="en-US" dirty="0" smtClean="0"/>
              <a:t> </a:t>
            </a:r>
            <a:r>
              <a:rPr lang="ml-IN" dirty="0" smtClean="0"/>
              <a:t>അഭിസംബോധന</a:t>
            </a:r>
            <a:r>
              <a:rPr lang="en-US" dirty="0" smtClean="0"/>
              <a:t> </a:t>
            </a:r>
            <a:r>
              <a:rPr lang="ml-IN" dirty="0" smtClean="0"/>
              <a:t>ചെയ്യുക</a:t>
            </a:r>
            <a:endParaRPr lang="en-US" dirty="0" smtClean="0"/>
          </a:p>
          <a:p>
            <a:r>
              <a:rPr lang="en-US" dirty="0" smtClean="0"/>
              <a:t>Lamentation : </a:t>
            </a:r>
            <a:r>
              <a:rPr lang="ml-IN" dirty="0" smtClean="0"/>
              <a:t>വിലാപങ്ങൾ</a:t>
            </a:r>
            <a:endParaRPr lang="en-US" dirty="0" smtClean="0"/>
          </a:p>
          <a:p>
            <a:r>
              <a:rPr lang="en-US" dirty="0" smtClean="0"/>
              <a:t>Petition : </a:t>
            </a:r>
            <a:r>
              <a:rPr lang="ml-IN" dirty="0"/>
              <a:t>പരാതി, പ്രാർത്ഥന</a:t>
            </a:r>
            <a:endParaRPr lang="en-US" dirty="0" smtClean="0"/>
          </a:p>
          <a:p>
            <a:r>
              <a:rPr lang="en-US" dirty="0" smtClean="0"/>
              <a:t>Reason why God should answer : Motivation </a:t>
            </a:r>
            <a:r>
              <a:rPr lang="ml-IN" dirty="0"/>
              <a:t>പ്രചോദനം</a:t>
            </a:r>
            <a:endParaRPr lang="en-US" dirty="0" smtClean="0"/>
          </a:p>
          <a:p>
            <a:r>
              <a:rPr lang="en-US" dirty="0" smtClean="0"/>
              <a:t>Vow : Oath </a:t>
            </a:r>
            <a:r>
              <a:rPr lang="ml-IN" dirty="0"/>
              <a:t>പ്രതിജ്ഞ</a:t>
            </a:r>
            <a:endParaRPr lang="en-US" dirty="0" smtClean="0"/>
          </a:p>
          <a:p>
            <a:r>
              <a:rPr lang="en-US" dirty="0" smtClean="0"/>
              <a:t>Divine response : </a:t>
            </a:r>
            <a:r>
              <a:rPr lang="ml-IN" dirty="0"/>
              <a:t>ദൈവത്തിന്റെ പ്രതികരണ൦</a:t>
            </a:r>
            <a:endParaRPr lang="en-US" dirty="0" smtClean="0"/>
          </a:p>
          <a:p>
            <a:r>
              <a:rPr lang="en-US" dirty="0" smtClean="0"/>
              <a:t>Expression of confidence : </a:t>
            </a:r>
            <a:r>
              <a:rPr lang="ml-IN" dirty="0"/>
              <a:t>ആത്മധൈര്യത്തിന്റെ വാക്കുകൾ</a:t>
            </a:r>
            <a:endParaRPr lang="en-US" dirty="0" smtClean="0"/>
          </a:p>
          <a:p>
            <a:endParaRPr lang="en-US" dirty="0" smtClean="0"/>
          </a:p>
          <a:p>
            <a:endParaRPr lang="en-IN" dirty="0"/>
          </a:p>
        </p:txBody>
      </p:sp>
    </p:spTree>
    <p:extLst>
      <p:ext uri="{BB962C8B-B14F-4D97-AF65-F5344CB8AC3E}">
        <p14:creationId xmlns:p14="http://schemas.microsoft.com/office/powerpoint/2010/main" val="42928171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7" end="7"/>
                                            </p:txEl>
                                          </p:spTgt>
                                        </p:tgtEl>
                                        <p:attrNameLst>
                                          <p:attrName>style.visibility</p:attrName>
                                        </p:attrNameLst>
                                      </p:cBhvr>
                                      <p:to>
                                        <p:strVal val="visible"/>
                                      </p:to>
                                    </p:set>
                                    <p:anim calcmode="lin" valueType="num">
                                      <p:cBhvr additive="base">
                                        <p:cTn id="4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grpId="0" nodeType="clickEffect">
                                  <p:stCondLst>
                                    <p:cond delay="0"/>
                                  </p:stCondLst>
                                  <p:childTnLst>
                                    <p:set>
                                      <p:cBhvr>
                                        <p:cTn id="54" dur="1" fill="hold">
                                          <p:stCondLst>
                                            <p:cond delay="0"/>
                                          </p:stCondLst>
                                        </p:cTn>
                                        <p:tgtEl>
                                          <p:spTgt spid="3">
                                            <p:txEl>
                                              <p:pRg st="8" end="8"/>
                                            </p:txEl>
                                          </p:spTgt>
                                        </p:tgtEl>
                                        <p:attrNameLst>
                                          <p:attrName>style.visibility</p:attrName>
                                        </p:attrNameLst>
                                      </p:cBhvr>
                                      <p:to>
                                        <p:strVal val="visible"/>
                                      </p:to>
                                    </p:set>
                                    <p:anim calcmode="lin" valueType="num">
                                      <p:cBhvr additive="base">
                                        <p:cTn id="55"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56" dur="500" fill="hold"/>
                                        <p:tgtEl>
                                          <p:spTgt spid="3">
                                            <p:txEl>
                                              <p:pRg st="8" end="8"/>
                                            </p:txEl>
                                          </p:spTgt>
                                        </p:tgtEl>
                                        <p:attrNameLst>
                                          <p:attrName>ppt_y</p:attrName>
                                        </p:attrNameLst>
                                      </p:cBhvr>
                                      <p:tavLst>
                                        <p:tav tm="0">
                                          <p:val>
                                            <p:strVal val="1+#ppt_h/2"/>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2" presetClass="entr" presetSubtype="4" fill="hold" grpId="0" nodeType="clickEffect">
                                  <p:stCondLst>
                                    <p:cond delay="0"/>
                                  </p:stCondLst>
                                  <p:childTnLst>
                                    <p:set>
                                      <p:cBhvr>
                                        <p:cTn id="60" dur="1" fill="hold">
                                          <p:stCondLst>
                                            <p:cond delay="0"/>
                                          </p:stCondLst>
                                        </p:cTn>
                                        <p:tgtEl>
                                          <p:spTgt spid="3">
                                            <p:txEl>
                                              <p:pRg st="9" end="9"/>
                                            </p:txEl>
                                          </p:spTgt>
                                        </p:tgtEl>
                                        <p:attrNameLst>
                                          <p:attrName>style.visibility</p:attrName>
                                        </p:attrNameLst>
                                      </p:cBhvr>
                                      <p:to>
                                        <p:strVal val="visible"/>
                                      </p:to>
                                    </p:set>
                                    <p:anim calcmode="lin" valueType="num">
                                      <p:cBhvr additive="base">
                                        <p:cTn id="61"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62" dur="500" fill="hold"/>
                                        <p:tgtEl>
                                          <p:spTgt spid="3">
                                            <p:txEl>
                                              <p:pRg st="9" end="9"/>
                                            </p:txEl>
                                          </p:spTgt>
                                        </p:tgtEl>
                                        <p:attrNameLst>
                                          <p:attrName>ppt_y</p:attrName>
                                        </p:attrNameLst>
                                      </p:cBhvr>
                                      <p:tavLst>
                                        <p:tav tm="0">
                                          <p:val>
                                            <p:strVal val="1+#ppt_h/2"/>
                                          </p:val>
                                        </p:tav>
                                        <p:tav tm="100000">
                                          <p:val>
                                            <p:strVal val="#ppt_y"/>
                                          </p:val>
                                        </p:tav>
                                      </p:tavLst>
                                    </p:anim>
                                  </p:childTnLst>
                                </p:cTn>
                              </p:par>
                            </p:childTnLst>
                          </p:cTn>
                        </p:par>
                      </p:childTnLst>
                    </p:cTn>
                  </p:par>
                  <p:par>
                    <p:cTn id="63" fill="hold">
                      <p:stCondLst>
                        <p:cond delay="indefinite"/>
                      </p:stCondLst>
                      <p:childTnLst>
                        <p:par>
                          <p:cTn id="64" fill="hold">
                            <p:stCondLst>
                              <p:cond delay="0"/>
                            </p:stCondLst>
                            <p:childTnLst>
                              <p:par>
                                <p:cTn id="65" presetID="2" presetClass="entr" presetSubtype="4" fill="hold" grpId="0" nodeType="clickEffect">
                                  <p:stCondLst>
                                    <p:cond delay="0"/>
                                  </p:stCondLst>
                                  <p:childTnLst>
                                    <p:set>
                                      <p:cBhvr>
                                        <p:cTn id="66" dur="1" fill="hold">
                                          <p:stCondLst>
                                            <p:cond delay="0"/>
                                          </p:stCondLst>
                                        </p:cTn>
                                        <p:tgtEl>
                                          <p:spTgt spid="3">
                                            <p:txEl>
                                              <p:pRg st="10" end="10"/>
                                            </p:txEl>
                                          </p:spTgt>
                                        </p:tgtEl>
                                        <p:attrNameLst>
                                          <p:attrName>style.visibility</p:attrName>
                                        </p:attrNameLst>
                                      </p:cBhvr>
                                      <p:to>
                                        <p:strVal val="visible"/>
                                      </p:to>
                                    </p:set>
                                    <p:anim calcmode="lin" valueType="num">
                                      <p:cBhvr additive="base">
                                        <p:cTn id="67" dur="500" fill="hold"/>
                                        <p:tgtEl>
                                          <p:spTgt spid="3">
                                            <p:txEl>
                                              <p:pRg st="10" end="10"/>
                                            </p:txEl>
                                          </p:spTgt>
                                        </p:tgtEl>
                                        <p:attrNameLst>
                                          <p:attrName>ppt_x</p:attrName>
                                        </p:attrNameLst>
                                      </p:cBhvr>
                                      <p:tavLst>
                                        <p:tav tm="0">
                                          <p:val>
                                            <p:strVal val="#ppt_x"/>
                                          </p:val>
                                        </p:tav>
                                        <p:tav tm="100000">
                                          <p:val>
                                            <p:strVal val="#ppt_x"/>
                                          </p:val>
                                        </p:tav>
                                      </p:tavLst>
                                    </p:anim>
                                    <p:anim calcmode="lin" valueType="num">
                                      <p:cBhvr additive="base">
                                        <p:cTn id="68" dur="500" fill="hold"/>
                                        <p:tgtEl>
                                          <p:spTgt spid="3">
                                            <p:txEl>
                                              <p:pRg st="10" end="10"/>
                                            </p:txEl>
                                          </p:spTgt>
                                        </p:tgtEl>
                                        <p:attrNameLst>
                                          <p:attrName>ppt_y</p:attrName>
                                        </p:attrNameLst>
                                      </p:cBhvr>
                                      <p:tavLst>
                                        <p:tav tm="0">
                                          <p:val>
                                            <p:strVal val="1+#ppt_h/2"/>
                                          </p:val>
                                        </p:tav>
                                        <p:tav tm="100000">
                                          <p:val>
                                            <p:strVal val="#ppt_y"/>
                                          </p:val>
                                        </p:tav>
                                      </p:tavLst>
                                    </p:anim>
                                  </p:childTnLst>
                                </p:cTn>
                              </p:par>
                            </p:childTnLst>
                          </p:cTn>
                        </p:par>
                      </p:childTnLst>
                    </p:cTn>
                  </p:par>
                  <p:par>
                    <p:cTn id="69" fill="hold">
                      <p:stCondLst>
                        <p:cond delay="indefinite"/>
                      </p:stCondLst>
                      <p:childTnLst>
                        <p:par>
                          <p:cTn id="70" fill="hold">
                            <p:stCondLst>
                              <p:cond delay="0"/>
                            </p:stCondLst>
                            <p:childTnLst>
                              <p:par>
                                <p:cTn id="71" presetID="2" presetClass="entr" presetSubtype="4" fill="hold" grpId="0" nodeType="clickEffect">
                                  <p:stCondLst>
                                    <p:cond delay="0"/>
                                  </p:stCondLst>
                                  <p:childTnLst>
                                    <p:set>
                                      <p:cBhvr>
                                        <p:cTn id="72" dur="1" fill="hold">
                                          <p:stCondLst>
                                            <p:cond delay="0"/>
                                          </p:stCondLst>
                                        </p:cTn>
                                        <p:tgtEl>
                                          <p:spTgt spid="3">
                                            <p:txEl>
                                              <p:pRg st="11" end="11"/>
                                            </p:txEl>
                                          </p:spTgt>
                                        </p:tgtEl>
                                        <p:attrNameLst>
                                          <p:attrName>style.visibility</p:attrName>
                                        </p:attrNameLst>
                                      </p:cBhvr>
                                      <p:to>
                                        <p:strVal val="visible"/>
                                      </p:to>
                                    </p:set>
                                    <p:anim calcmode="lin" valueType="num">
                                      <p:cBhvr additive="base">
                                        <p:cTn id="73" dur="500" fill="hold"/>
                                        <p:tgtEl>
                                          <p:spTgt spid="3">
                                            <p:txEl>
                                              <p:pRg st="11" end="11"/>
                                            </p:txEl>
                                          </p:spTgt>
                                        </p:tgtEl>
                                        <p:attrNameLst>
                                          <p:attrName>ppt_x</p:attrName>
                                        </p:attrNameLst>
                                      </p:cBhvr>
                                      <p:tavLst>
                                        <p:tav tm="0">
                                          <p:val>
                                            <p:strVal val="#ppt_x"/>
                                          </p:val>
                                        </p:tav>
                                        <p:tav tm="100000">
                                          <p:val>
                                            <p:strVal val="#ppt_x"/>
                                          </p:val>
                                        </p:tav>
                                      </p:tavLst>
                                    </p:anim>
                                    <p:anim calcmode="lin" valueType="num">
                                      <p:cBhvr additive="base">
                                        <p:cTn id="74" dur="500" fill="hold"/>
                                        <p:tgtEl>
                                          <p:spTgt spid="3">
                                            <p:txEl>
                                              <p:pRg st="11" end="11"/>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Psalm 22</a:t>
            </a:r>
            <a:endParaRPr lang="en-IN" dirty="0"/>
          </a:p>
        </p:txBody>
      </p:sp>
      <p:sp>
        <p:nvSpPr>
          <p:cNvPr id="3" name="Content Placeholder 2"/>
          <p:cNvSpPr>
            <a:spLocks noGrp="1"/>
          </p:cNvSpPr>
          <p:nvPr>
            <p:ph idx="1"/>
          </p:nvPr>
        </p:nvSpPr>
        <p:spPr/>
        <p:txBody>
          <a:bodyPr/>
          <a:lstStyle/>
          <a:p>
            <a:r>
              <a:rPr lang="en-US" dirty="0" smtClean="0"/>
              <a:t>Verses 1-5   Invocation</a:t>
            </a:r>
          </a:p>
          <a:p>
            <a:r>
              <a:rPr lang="en-US" dirty="0"/>
              <a:t> </a:t>
            </a:r>
            <a:r>
              <a:rPr lang="en-US" dirty="0" smtClean="0"/>
              <a:t>         6-18   Lamentation</a:t>
            </a:r>
          </a:p>
          <a:p>
            <a:r>
              <a:rPr lang="en-US" dirty="0"/>
              <a:t> </a:t>
            </a:r>
            <a:r>
              <a:rPr lang="en-US" dirty="0" smtClean="0"/>
              <a:t>  11, 19-21  Petition</a:t>
            </a:r>
          </a:p>
          <a:p>
            <a:r>
              <a:rPr lang="en-US" dirty="0"/>
              <a:t> </a:t>
            </a:r>
            <a:r>
              <a:rPr lang="en-US" dirty="0" smtClean="0"/>
              <a:t>          11b   Motivation</a:t>
            </a:r>
          </a:p>
          <a:p>
            <a:r>
              <a:rPr lang="en-US" dirty="0"/>
              <a:t> </a:t>
            </a:r>
            <a:r>
              <a:rPr lang="en-US" dirty="0" smtClean="0"/>
              <a:t>      22- 25   Vow</a:t>
            </a:r>
          </a:p>
          <a:p>
            <a:r>
              <a:rPr lang="en-US" dirty="0" smtClean="0"/>
              <a:t>                    No divine response</a:t>
            </a:r>
          </a:p>
          <a:p>
            <a:r>
              <a:rPr lang="en-US" dirty="0"/>
              <a:t> </a:t>
            </a:r>
            <a:r>
              <a:rPr lang="en-US" dirty="0" smtClean="0"/>
              <a:t>      26 -31   Expression of confidence</a:t>
            </a:r>
          </a:p>
          <a:p>
            <a:endParaRPr lang="en-IN" dirty="0"/>
          </a:p>
        </p:txBody>
      </p:sp>
    </p:spTree>
    <p:extLst>
      <p:ext uri="{BB962C8B-B14F-4D97-AF65-F5344CB8AC3E}">
        <p14:creationId xmlns:p14="http://schemas.microsoft.com/office/powerpoint/2010/main" val="26478988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COMMUNITY LAMENT   </a:t>
            </a:r>
            <a:br>
              <a:rPr lang="en-US" dirty="0" smtClean="0"/>
            </a:br>
            <a:r>
              <a:rPr lang="ml-IN" sz="3600" dirty="0" smtClean="0"/>
              <a:t>സാമൂഹ്യ</a:t>
            </a:r>
            <a:r>
              <a:rPr lang="en-US" sz="3600" dirty="0" smtClean="0"/>
              <a:t> </a:t>
            </a:r>
            <a:r>
              <a:rPr lang="ml-IN" sz="3600" dirty="0" smtClean="0"/>
              <a:t>വിലാപ</a:t>
            </a:r>
            <a:r>
              <a:rPr lang="en-US" sz="3600" dirty="0" smtClean="0"/>
              <a:t> </a:t>
            </a:r>
            <a:r>
              <a:rPr lang="ml-IN" sz="3600" dirty="0" smtClean="0"/>
              <a:t>കീർത്തനങ്ങൾ</a:t>
            </a:r>
            <a:endParaRPr lang="en-IN" sz="3600" dirty="0"/>
          </a:p>
        </p:txBody>
      </p:sp>
      <p:sp>
        <p:nvSpPr>
          <p:cNvPr id="3" name="Content Placeholder 2"/>
          <p:cNvSpPr>
            <a:spLocks noGrp="1"/>
          </p:cNvSpPr>
          <p:nvPr>
            <p:ph idx="1"/>
          </p:nvPr>
        </p:nvSpPr>
        <p:spPr/>
        <p:txBody>
          <a:bodyPr>
            <a:normAutofit fontScale="92500" lnSpcReduction="20000"/>
          </a:bodyPr>
          <a:lstStyle/>
          <a:p>
            <a:r>
              <a:rPr lang="en-US" dirty="0" smtClean="0"/>
              <a:t>PSALM 44</a:t>
            </a:r>
          </a:p>
          <a:p>
            <a:r>
              <a:rPr lang="en-US" dirty="0" smtClean="0"/>
              <a:t>INVOCATION VERSES 1 – 8</a:t>
            </a:r>
          </a:p>
          <a:p>
            <a:r>
              <a:rPr lang="en-US" dirty="0" smtClean="0"/>
              <a:t>LAMENTATION VERSES 9 – 22, 25</a:t>
            </a:r>
          </a:p>
          <a:p>
            <a:r>
              <a:rPr lang="en-US" dirty="0" smtClean="0"/>
              <a:t>PETITION, PRAYER VV  23 - 26</a:t>
            </a:r>
          </a:p>
          <a:p>
            <a:r>
              <a:rPr lang="en-US" dirty="0" smtClean="0"/>
              <a:t>MOTIVATION VERSE   26</a:t>
            </a:r>
          </a:p>
          <a:p>
            <a:r>
              <a:rPr lang="en-US" dirty="0" smtClean="0"/>
              <a:t>Heading  </a:t>
            </a:r>
            <a:r>
              <a:rPr lang="ml-IN" dirty="0" smtClean="0"/>
              <a:t>ഉറങ്ങുന്ന</a:t>
            </a:r>
            <a:r>
              <a:rPr lang="en-US" dirty="0" smtClean="0"/>
              <a:t> </a:t>
            </a:r>
            <a:r>
              <a:rPr lang="ml-IN" dirty="0" smtClean="0"/>
              <a:t>ദൈവ൦</a:t>
            </a:r>
            <a:endParaRPr lang="en-US" dirty="0" smtClean="0"/>
          </a:p>
          <a:p>
            <a:r>
              <a:rPr lang="en-US" dirty="0" smtClean="0"/>
              <a:t>Exodus 32: 1 – 9, Isaiah 44 : 12- 17 1Kings 18 : 27</a:t>
            </a:r>
          </a:p>
          <a:p>
            <a:r>
              <a:rPr lang="en-US" dirty="0" smtClean="0"/>
              <a:t>Psalm 121: 4</a:t>
            </a:r>
          </a:p>
          <a:p>
            <a:r>
              <a:rPr lang="en-US" dirty="0" smtClean="0"/>
              <a:t>Life Situation, </a:t>
            </a:r>
          </a:p>
          <a:p>
            <a:r>
              <a:rPr lang="en-US" dirty="0" smtClean="0"/>
              <a:t>Main Intent</a:t>
            </a:r>
          </a:p>
          <a:p>
            <a:r>
              <a:rPr lang="en-US" dirty="0" smtClean="0"/>
              <a:t>Detailed study and Application</a:t>
            </a:r>
          </a:p>
          <a:p>
            <a:endParaRPr lang="en-IN" dirty="0"/>
          </a:p>
        </p:txBody>
      </p:sp>
    </p:spTree>
    <p:extLst>
      <p:ext uri="{BB962C8B-B14F-4D97-AF65-F5344CB8AC3E}">
        <p14:creationId xmlns:p14="http://schemas.microsoft.com/office/powerpoint/2010/main" val="36455473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7" end="7"/>
                                            </p:txEl>
                                          </p:spTgt>
                                        </p:tgtEl>
                                        <p:attrNameLst>
                                          <p:attrName>style.visibility</p:attrName>
                                        </p:attrNameLst>
                                      </p:cBhvr>
                                      <p:to>
                                        <p:strVal val="visible"/>
                                      </p:to>
                                    </p:set>
                                    <p:anim calcmode="lin" valueType="num">
                                      <p:cBhvr additive="base">
                                        <p:cTn id="4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grpId="0" nodeType="clickEffect">
                                  <p:stCondLst>
                                    <p:cond delay="0"/>
                                  </p:stCondLst>
                                  <p:childTnLst>
                                    <p:set>
                                      <p:cBhvr>
                                        <p:cTn id="54" dur="1" fill="hold">
                                          <p:stCondLst>
                                            <p:cond delay="0"/>
                                          </p:stCondLst>
                                        </p:cTn>
                                        <p:tgtEl>
                                          <p:spTgt spid="3">
                                            <p:txEl>
                                              <p:pRg st="8" end="8"/>
                                            </p:txEl>
                                          </p:spTgt>
                                        </p:tgtEl>
                                        <p:attrNameLst>
                                          <p:attrName>style.visibility</p:attrName>
                                        </p:attrNameLst>
                                      </p:cBhvr>
                                      <p:to>
                                        <p:strVal val="visible"/>
                                      </p:to>
                                    </p:set>
                                    <p:anim calcmode="lin" valueType="num">
                                      <p:cBhvr additive="base">
                                        <p:cTn id="55"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56" dur="500" fill="hold"/>
                                        <p:tgtEl>
                                          <p:spTgt spid="3">
                                            <p:txEl>
                                              <p:pRg st="8" end="8"/>
                                            </p:txEl>
                                          </p:spTgt>
                                        </p:tgtEl>
                                        <p:attrNameLst>
                                          <p:attrName>ppt_y</p:attrName>
                                        </p:attrNameLst>
                                      </p:cBhvr>
                                      <p:tavLst>
                                        <p:tav tm="0">
                                          <p:val>
                                            <p:strVal val="1+#ppt_h/2"/>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2" presetClass="entr" presetSubtype="4" fill="hold" grpId="0" nodeType="clickEffect">
                                  <p:stCondLst>
                                    <p:cond delay="0"/>
                                  </p:stCondLst>
                                  <p:childTnLst>
                                    <p:set>
                                      <p:cBhvr>
                                        <p:cTn id="60" dur="1" fill="hold">
                                          <p:stCondLst>
                                            <p:cond delay="0"/>
                                          </p:stCondLst>
                                        </p:cTn>
                                        <p:tgtEl>
                                          <p:spTgt spid="3">
                                            <p:txEl>
                                              <p:pRg st="9" end="9"/>
                                            </p:txEl>
                                          </p:spTgt>
                                        </p:tgtEl>
                                        <p:attrNameLst>
                                          <p:attrName>style.visibility</p:attrName>
                                        </p:attrNameLst>
                                      </p:cBhvr>
                                      <p:to>
                                        <p:strVal val="visible"/>
                                      </p:to>
                                    </p:set>
                                    <p:anim calcmode="lin" valueType="num">
                                      <p:cBhvr additive="base">
                                        <p:cTn id="61"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62" dur="500" fill="hold"/>
                                        <p:tgtEl>
                                          <p:spTgt spid="3">
                                            <p:txEl>
                                              <p:pRg st="9" end="9"/>
                                            </p:txEl>
                                          </p:spTgt>
                                        </p:tgtEl>
                                        <p:attrNameLst>
                                          <p:attrName>ppt_y</p:attrName>
                                        </p:attrNameLst>
                                      </p:cBhvr>
                                      <p:tavLst>
                                        <p:tav tm="0">
                                          <p:val>
                                            <p:strVal val="1+#ppt_h/2"/>
                                          </p:val>
                                        </p:tav>
                                        <p:tav tm="100000">
                                          <p:val>
                                            <p:strVal val="#ppt_y"/>
                                          </p:val>
                                        </p:tav>
                                      </p:tavLst>
                                    </p:anim>
                                  </p:childTnLst>
                                </p:cTn>
                              </p:par>
                            </p:childTnLst>
                          </p:cTn>
                        </p:par>
                      </p:childTnLst>
                    </p:cTn>
                  </p:par>
                  <p:par>
                    <p:cTn id="63" fill="hold">
                      <p:stCondLst>
                        <p:cond delay="indefinite"/>
                      </p:stCondLst>
                      <p:childTnLst>
                        <p:par>
                          <p:cTn id="64" fill="hold">
                            <p:stCondLst>
                              <p:cond delay="0"/>
                            </p:stCondLst>
                            <p:childTnLst>
                              <p:par>
                                <p:cTn id="65" presetID="2" presetClass="entr" presetSubtype="4" fill="hold" grpId="0" nodeType="clickEffect">
                                  <p:stCondLst>
                                    <p:cond delay="0"/>
                                  </p:stCondLst>
                                  <p:childTnLst>
                                    <p:set>
                                      <p:cBhvr>
                                        <p:cTn id="66" dur="1" fill="hold">
                                          <p:stCondLst>
                                            <p:cond delay="0"/>
                                          </p:stCondLst>
                                        </p:cTn>
                                        <p:tgtEl>
                                          <p:spTgt spid="3">
                                            <p:txEl>
                                              <p:pRg st="10" end="10"/>
                                            </p:txEl>
                                          </p:spTgt>
                                        </p:tgtEl>
                                        <p:attrNameLst>
                                          <p:attrName>style.visibility</p:attrName>
                                        </p:attrNameLst>
                                      </p:cBhvr>
                                      <p:to>
                                        <p:strVal val="visible"/>
                                      </p:to>
                                    </p:set>
                                    <p:anim calcmode="lin" valueType="num">
                                      <p:cBhvr additive="base">
                                        <p:cTn id="67" dur="500" fill="hold"/>
                                        <p:tgtEl>
                                          <p:spTgt spid="3">
                                            <p:txEl>
                                              <p:pRg st="10" end="10"/>
                                            </p:txEl>
                                          </p:spTgt>
                                        </p:tgtEl>
                                        <p:attrNameLst>
                                          <p:attrName>ppt_x</p:attrName>
                                        </p:attrNameLst>
                                      </p:cBhvr>
                                      <p:tavLst>
                                        <p:tav tm="0">
                                          <p:val>
                                            <p:strVal val="#ppt_x"/>
                                          </p:val>
                                        </p:tav>
                                        <p:tav tm="100000">
                                          <p:val>
                                            <p:strVal val="#ppt_x"/>
                                          </p:val>
                                        </p:tav>
                                      </p:tavLst>
                                    </p:anim>
                                    <p:anim calcmode="lin" valueType="num">
                                      <p:cBhvr additive="base">
                                        <p:cTn id="68" dur="500" fill="hold"/>
                                        <p:tgtEl>
                                          <p:spTgt spid="3">
                                            <p:txEl>
                                              <p:pRg st="10" end="1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LIFE SITUATION</a:t>
            </a:r>
            <a:endParaRPr lang="en-IN" dirty="0"/>
          </a:p>
        </p:txBody>
      </p:sp>
      <p:sp>
        <p:nvSpPr>
          <p:cNvPr id="3" name="Content Placeholder 2"/>
          <p:cNvSpPr>
            <a:spLocks noGrp="1"/>
          </p:cNvSpPr>
          <p:nvPr>
            <p:ph idx="1"/>
          </p:nvPr>
        </p:nvSpPr>
        <p:spPr/>
        <p:txBody>
          <a:bodyPr/>
          <a:lstStyle/>
          <a:p>
            <a:r>
              <a:rPr lang="en-US" dirty="0" smtClean="0"/>
              <a:t>PSALM 44: 9f</a:t>
            </a:r>
          </a:p>
          <a:p>
            <a:r>
              <a:rPr lang="en-US" dirty="0"/>
              <a:t> </a:t>
            </a:r>
            <a:r>
              <a:rPr lang="en-US" dirty="0" smtClean="0"/>
              <a:t>   Verses 11f</a:t>
            </a:r>
          </a:p>
          <a:p>
            <a:r>
              <a:rPr lang="en-US" dirty="0"/>
              <a:t> </a:t>
            </a:r>
            <a:r>
              <a:rPr lang="en-US" dirty="0" smtClean="0"/>
              <a:t>    Verses 13 – 16</a:t>
            </a:r>
          </a:p>
          <a:p>
            <a:r>
              <a:rPr lang="en-US" dirty="0"/>
              <a:t> </a:t>
            </a:r>
            <a:r>
              <a:rPr lang="en-US" dirty="0" smtClean="0"/>
              <a:t>    Verses 17f</a:t>
            </a:r>
          </a:p>
          <a:p>
            <a:r>
              <a:rPr lang="en-US" dirty="0"/>
              <a:t> </a:t>
            </a:r>
            <a:r>
              <a:rPr lang="en-US" dirty="0" smtClean="0"/>
              <a:t>    Verses 19</a:t>
            </a:r>
          </a:p>
          <a:p>
            <a:r>
              <a:rPr lang="en-US" dirty="0"/>
              <a:t> </a:t>
            </a:r>
            <a:r>
              <a:rPr lang="en-US" dirty="0" smtClean="0"/>
              <a:t>    Verses 22</a:t>
            </a:r>
            <a:endParaRPr lang="en-IN" dirty="0"/>
          </a:p>
        </p:txBody>
      </p:sp>
    </p:spTree>
    <p:extLst>
      <p:ext uri="{BB962C8B-B14F-4D97-AF65-F5344CB8AC3E}">
        <p14:creationId xmlns:p14="http://schemas.microsoft.com/office/powerpoint/2010/main" val="30390760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ctrTitle"/>
          </p:nvPr>
        </p:nvSpPr>
        <p:spPr/>
        <p:txBody>
          <a:bodyPr/>
          <a:lstStyle/>
          <a:p>
            <a:r>
              <a:rPr lang="en-US" sz="6000" dirty="0" smtClean="0"/>
              <a:t>THANKSGIVING PSALMS</a:t>
            </a:r>
            <a:endParaRPr lang="en-IN" sz="6000" dirty="0"/>
          </a:p>
        </p:txBody>
      </p:sp>
      <p:sp>
        <p:nvSpPr>
          <p:cNvPr id="5" name="Subtitle 4"/>
          <p:cNvSpPr>
            <a:spLocks noGrp="1"/>
          </p:cNvSpPr>
          <p:nvPr>
            <p:ph type="subTitle" idx="1"/>
          </p:nvPr>
        </p:nvSpPr>
        <p:spPr/>
        <p:txBody>
          <a:bodyPr/>
          <a:lstStyle/>
          <a:p>
            <a:endParaRPr lang="en-IN" dirty="0"/>
          </a:p>
        </p:txBody>
      </p:sp>
    </p:spTree>
    <p:extLst>
      <p:ext uri="{BB962C8B-B14F-4D97-AF65-F5344CB8AC3E}">
        <p14:creationId xmlns:p14="http://schemas.microsoft.com/office/powerpoint/2010/main" val="55437829"/>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How can we understand ?</a:t>
            </a:r>
            <a:endParaRPr lang="en-IN" dirty="0"/>
          </a:p>
        </p:txBody>
      </p:sp>
      <p:sp>
        <p:nvSpPr>
          <p:cNvPr id="3" name="Content Placeholder 2"/>
          <p:cNvSpPr>
            <a:spLocks noGrp="1"/>
          </p:cNvSpPr>
          <p:nvPr>
            <p:ph idx="1"/>
          </p:nvPr>
        </p:nvSpPr>
        <p:spPr/>
        <p:txBody>
          <a:bodyPr>
            <a:normAutofit fontScale="92500" lnSpcReduction="20000"/>
          </a:bodyPr>
          <a:lstStyle/>
          <a:p>
            <a:r>
              <a:rPr lang="en-US" dirty="0" smtClean="0"/>
              <a:t>Many of the IL ends with , in fact</a:t>
            </a:r>
          </a:p>
          <a:p>
            <a:r>
              <a:rPr lang="en-US" dirty="0" smtClean="0"/>
              <a:t>A vow of praise or</a:t>
            </a:r>
          </a:p>
          <a:p>
            <a:r>
              <a:rPr lang="en-US" dirty="0" smtClean="0"/>
              <a:t>An expression of confidence</a:t>
            </a:r>
          </a:p>
          <a:p>
            <a:r>
              <a:rPr lang="en-US" dirty="0" smtClean="0"/>
              <a:t>Psalm 3: 7f </a:t>
            </a:r>
          </a:p>
          <a:p>
            <a:r>
              <a:rPr lang="en-US" dirty="0" smtClean="0"/>
              <a:t>5: 12</a:t>
            </a:r>
          </a:p>
          <a:p>
            <a:r>
              <a:rPr lang="en-US" dirty="0" smtClean="0"/>
              <a:t>6: 8- 10</a:t>
            </a:r>
          </a:p>
          <a:p>
            <a:r>
              <a:rPr lang="en-US" dirty="0" smtClean="0"/>
              <a:t>7 :17</a:t>
            </a:r>
          </a:p>
          <a:p>
            <a:r>
              <a:rPr lang="en-US" dirty="0" smtClean="0"/>
              <a:t>10: 17f</a:t>
            </a:r>
          </a:p>
          <a:p>
            <a:r>
              <a:rPr lang="en-US" dirty="0" smtClean="0"/>
              <a:t>13: 6</a:t>
            </a:r>
          </a:p>
          <a:p>
            <a:r>
              <a:rPr lang="en-US" dirty="0" smtClean="0"/>
              <a:t>22 : 22- 25</a:t>
            </a:r>
          </a:p>
          <a:p>
            <a:r>
              <a:rPr lang="en-US" dirty="0" smtClean="0"/>
              <a:t>22 : 26- 31</a:t>
            </a:r>
          </a:p>
          <a:p>
            <a:endParaRPr lang="en-IN" dirty="0"/>
          </a:p>
        </p:txBody>
      </p:sp>
    </p:spTree>
    <p:extLst>
      <p:ext uri="{BB962C8B-B14F-4D97-AF65-F5344CB8AC3E}">
        <p14:creationId xmlns:p14="http://schemas.microsoft.com/office/powerpoint/2010/main" val="30078001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7" end="7"/>
                                            </p:txEl>
                                          </p:spTgt>
                                        </p:tgtEl>
                                        <p:attrNameLst>
                                          <p:attrName>style.visibility</p:attrName>
                                        </p:attrNameLst>
                                      </p:cBhvr>
                                      <p:to>
                                        <p:strVal val="visible"/>
                                      </p:to>
                                    </p:set>
                                    <p:anim calcmode="lin" valueType="num">
                                      <p:cBhvr additive="base">
                                        <p:cTn id="4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grpId="0" nodeType="clickEffect">
                                  <p:stCondLst>
                                    <p:cond delay="0"/>
                                  </p:stCondLst>
                                  <p:childTnLst>
                                    <p:set>
                                      <p:cBhvr>
                                        <p:cTn id="54" dur="1" fill="hold">
                                          <p:stCondLst>
                                            <p:cond delay="0"/>
                                          </p:stCondLst>
                                        </p:cTn>
                                        <p:tgtEl>
                                          <p:spTgt spid="3">
                                            <p:txEl>
                                              <p:pRg st="8" end="8"/>
                                            </p:txEl>
                                          </p:spTgt>
                                        </p:tgtEl>
                                        <p:attrNameLst>
                                          <p:attrName>style.visibility</p:attrName>
                                        </p:attrNameLst>
                                      </p:cBhvr>
                                      <p:to>
                                        <p:strVal val="visible"/>
                                      </p:to>
                                    </p:set>
                                    <p:anim calcmode="lin" valueType="num">
                                      <p:cBhvr additive="base">
                                        <p:cTn id="55"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56" dur="500" fill="hold"/>
                                        <p:tgtEl>
                                          <p:spTgt spid="3">
                                            <p:txEl>
                                              <p:pRg st="8" end="8"/>
                                            </p:txEl>
                                          </p:spTgt>
                                        </p:tgtEl>
                                        <p:attrNameLst>
                                          <p:attrName>ppt_y</p:attrName>
                                        </p:attrNameLst>
                                      </p:cBhvr>
                                      <p:tavLst>
                                        <p:tav tm="0">
                                          <p:val>
                                            <p:strVal val="1+#ppt_h/2"/>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2" presetClass="entr" presetSubtype="4" fill="hold" grpId="0" nodeType="clickEffect">
                                  <p:stCondLst>
                                    <p:cond delay="0"/>
                                  </p:stCondLst>
                                  <p:childTnLst>
                                    <p:set>
                                      <p:cBhvr>
                                        <p:cTn id="60" dur="1" fill="hold">
                                          <p:stCondLst>
                                            <p:cond delay="0"/>
                                          </p:stCondLst>
                                        </p:cTn>
                                        <p:tgtEl>
                                          <p:spTgt spid="3">
                                            <p:txEl>
                                              <p:pRg st="9" end="9"/>
                                            </p:txEl>
                                          </p:spTgt>
                                        </p:tgtEl>
                                        <p:attrNameLst>
                                          <p:attrName>style.visibility</p:attrName>
                                        </p:attrNameLst>
                                      </p:cBhvr>
                                      <p:to>
                                        <p:strVal val="visible"/>
                                      </p:to>
                                    </p:set>
                                    <p:anim calcmode="lin" valueType="num">
                                      <p:cBhvr additive="base">
                                        <p:cTn id="61"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62" dur="500" fill="hold"/>
                                        <p:tgtEl>
                                          <p:spTgt spid="3">
                                            <p:txEl>
                                              <p:pRg st="9" end="9"/>
                                            </p:txEl>
                                          </p:spTgt>
                                        </p:tgtEl>
                                        <p:attrNameLst>
                                          <p:attrName>ppt_y</p:attrName>
                                        </p:attrNameLst>
                                      </p:cBhvr>
                                      <p:tavLst>
                                        <p:tav tm="0">
                                          <p:val>
                                            <p:strVal val="1+#ppt_h/2"/>
                                          </p:val>
                                        </p:tav>
                                        <p:tav tm="100000">
                                          <p:val>
                                            <p:strVal val="#ppt_y"/>
                                          </p:val>
                                        </p:tav>
                                      </p:tavLst>
                                    </p:anim>
                                  </p:childTnLst>
                                </p:cTn>
                              </p:par>
                            </p:childTnLst>
                          </p:cTn>
                        </p:par>
                      </p:childTnLst>
                    </p:cTn>
                  </p:par>
                  <p:par>
                    <p:cTn id="63" fill="hold">
                      <p:stCondLst>
                        <p:cond delay="indefinite"/>
                      </p:stCondLst>
                      <p:childTnLst>
                        <p:par>
                          <p:cTn id="64" fill="hold">
                            <p:stCondLst>
                              <p:cond delay="0"/>
                            </p:stCondLst>
                            <p:childTnLst>
                              <p:par>
                                <p:cTn id="65" presetID="2" presetClass="entr" presetSubtype="4" fill="hold" grpId="0" nodeType="clickEffect">
                                  <p:stCondLst>
                                    <p:cond delay="0"/>
                                  </p:stCondLst>
                                  <p:childTnLst>
                                    <p:set>
                                      <p:cBhvr>
                                        <p:cTn id="66" dur="1" fill="hold">
                                          <p:stCondLst>
                                            <p:cond delay="0"/>
                                          </p:stCondLst>
                                        </p:cTn>
                                        <p:tgtEl>
                                          <p:spTgt spid="3">
                                            <p:txEl>
                                              <p:pRg st="10" end="10"/>
                                            </p:txEl>
                                          </p:spTgt>
                                        </p:tgtEl>
                                        <p:attrNameLst>
                                          <p:attrName>style.visibility</p:attrName>
                                        </p:attrNameLst>
                                      </p:cBhvr>
                                      <p:to>
                                        <p:strVal val="visible"/>
                                      </p:to>
                                    </p:set>
                                    <p:anim calcmode="lin" valueType="num">
                                      <p:cBhvr additive="base">
                                        <p:cTn id="67" dur="500" fill="hold"/>
                                        <p:tgtEl>
                                          <p:spTgt spid="3">
                                            <p:txEl>
                                              <p:pRg st="10" end="10"/>
                                            </p:txEl>
                                          </p:spTgt>
                                        </p:tgtEl>
                                        <p:attrNameLst>
                                          <p:attrName>ppt_x</p:attrName>
                                        </p:attrNameLst>
                                      </p:cBhvr>
                                      <p:tavLst>
                                        <p:tav tm="0">
                                          <p:val>
                                            <p:strVal val="#ppt_x"/>
                                          </p:val>
                                        </p:tav>
                                        <p:tav tm="100000">
                                          <p:val>
                                            <p:strVal val="#ppt_x"/>
                                          </p:val>
                                        </p:tav>
                                      </p:tavLst>
                                    </p:anim>
                                    <p:anim calcmode="lin" valueType="num">
                                      <p:cBhvr additive="base">
                                        <p:cTn id="68" dur="500" fill="hold"/>
                                        <p:tgtEl>
                                          <p:spTgt spid="3">
                                            <p:txEl>
                                              <p:pRg st="10" end="1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THANKSGIVING PSALMS</a:t>
            </a:r>
            <a:endParaRPr lang="en-IN" dirty="0"/>
          </a:p>
        </p:txBody>
      </p:sp>
      <p:sp>
        <p:nvSpPr>
          <p:cNvPr id="3" name="Content Placeholder 2"/>
          <p:cNvSpPr>
            <a:spLocks noGrp="1"/>
          </p:cNvSpPr>
          <p:nvPr>
            <p:ph idx="1"/>
          </p:nvPr>
        </p:nvSpPr>
        <p:spPr/>
        <p:txBody>
          <a:bodyPr>
            <a:normAutofit fontScale="92500" lnSpcReduction="20000"/>
          </a:bodyPr>
          <a:lstStyle/>
          <a:p>
            <a:r>
              <a:rPr lang="en-US" dirty="0" smtClean="0"/>
              <a:t>Two types</a:t>
            </a:r>
          </a:p>
          <a:p>
            <a:r>
              <a:rPr lang="en-US" dirty="0" smtClean="0"/>
              <a:t>Individual</a:t>
            </a:r>
          </a:p>
          <a:p>
            <a:r>
              <a:rPr lang="en-US" dirty="0" smtClean="0"/>
              <a:t>Community</a:t>
            </a:r>
          </a:p>
          <a:p>
            <a:r>
              <a:rPr lang="en-US" dirty="0" smtClean="0"/>
              <a:t>INDIVIDUAL PSALM OF THANKSGIVING</a:t>
            </a:r>
          </a:p>
          <a:p>
            <a:r>
              <a:rPr lang="en-US" dirty="0" smtClean="0"/>
              <a:t>IT Means Declarative Psalm of Praise.</a:t>
            </a:r>
          </a:p>
          <a:p>
            <a:r>
              <a:rPr lang="en-US" dirty="0" smtClean="0"/>
              <a:t>The natural sequel of individual lament</a:t>
            </a:r>
          </a:p>
          <a:p>
            <a:r>
              <a:rPr lang="en-US" dirty="0" smtClean="0"/>
              <a:t>9,18, 30, 32, 34, 40, 66, 92, 116, 118, 138, </a:t>
            </a:r>
          </a:p>
          <a:p>
            <a:r>
              <a:rPr lang="en-US" dirty="0" smtClean="0"/>
              <a:t>Basic Elements : Call to worship</a:t>
            </a:r>
          </a:p>
          <a:p>
            <a:r>
              <a:rPr lang="en-US" dirty="0" smtClean="0"/>
              <a:t>Proclamation and Introductory part</a:t>
            </a:r>
          </a:p>
          <a:p>
            <a:r>
              <a:rPr lang="en-US" dirty="0" smtClean="0"/>
              <a:t>Testimony or Report</a:t>
            </a:r>
          </a:p>
          <a:p>
            <a:r>
              <a:rPr lang="en-US" dirty="0" smtClean="0"/>
              <a:t>Praise</a:t>
            </a:r>
            <a:endParaRPr lang="en-IN" dirty="0"/>
          </a:p>
        </p:txBody>
      </p:sp>
    </p:spTree>
    <p:extLst>
      <p:ext uri="{BB962C8B-B14F-4D97-AF65-F5344CB8AC3E}">
        <p14:creationId xmlns:p14="http://schemas.microsoft.com/office/powerpoint/2010/main" val="42192656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7" end="7"/>
                                            </p:txEl>
                                          </p:spTgt>
                                        </p:tgtEl>
                                        <p:attrNameLst>
                                          <p:attrName>style.visibility</p:attrName>
                                        </p:attrNameLst>
                                      </p:cBhvr>
                                      <p:to>
                                        <p:strVal val="visible"/>
                                      </p:to>
                                    </p:set>
                                    <p:anim calcmode="lin" valueType="num">
                                      <p:cBhvr additive="base">
                                        <p:cTn id="4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grpId="0" nodeType="clickEffect">
                                  <p:stCondLst>
                                    <p:cond delay="0"/>
                                  </p:stCondLst>
                                  <p:childTnLst>
                                    <p:set>
                                      <p:cBhvr>
                                        <p:cTn id="54" dur="1" fill="hold">
                                          <p:stCondLst>
                                            <p:cond delay="0"/>
                                          </p:stCondLst>
                                        </p:cTn>
                                        <p:tgtEl>
                                          <p:spTgt spid="3">
                                            <p:txEl>
                                              <p:pRg st="8" end="8"/>
                                            </p:txEl>
                                          </p:spTgt>
                                        </p:tgtEl>
                                        <p:attrNameLst>
                                          <p:attrName>style.visibility</p:attrName>
                                        </p:attrNameLst>
                                      </p:cBhvr>
                                      <p:to>
                                        <p:strVal val="visible"/>
                                      </p:to>
                                    </p:set>
                                    <p:anim calcmode="lin" valueType="num">
                                      <p:cBhvr additive="base">
                                        <p:cTn id="55"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56" dur="500" fill="hold"/>
                                        <p:tgtEl>
                                          <p:spTgt spid="3">
                                            <p:txEl>
                                              <p:pRg st="8" end="8"/>
                                            </p:txEl>
                                          </p:spTgt>
                                        </p:tgtEl>
                                        <p:attrNameLst>
                                          <p:attrName>ppt_y</p:attrName>
                                        </p:attrNameLst>
                                      </p:cBhvr>
                                      <p:tavLst>
                                        <p:tav tm="0">
                                          <p:val>
                                            <p:strVal val="1+#ppt_h/2"/>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2" presetClass="entr" presetSubtype="4" fill="hold" grpId="0" nodeType="clickEffect">
                                  <p:stCondLst>
                                    <p:cond delay="0"/>
                                  </p:stCondLst>
                                  <p:childTnLst>
                                    <p:set>
                                      <p:cBhvr>
                                        <p:cTn id="60" dur="1" fill="hold">
                                          <p:stCondLst>
                                            <p:cond delay="0"/>
                                          </p:stCondLst>
                                        </p:cTn>
                                        <p:tgtEl>
                                          <p:spTgt spid="3">
                                            <p:txEl>
                                              <p:pRg st="9" end="9"/>
                                            </p:txEl>
                                          </p:spTgt>
                                        </p:tgtEl>
                                        <p:attrNameLst>
                                          <p:attrName>style.visibility</p:attrName>
                                        </p:attrNameLst>
                                      </p:cBhvr>
                                      <p:to>
                                        <p:strVal val="visible"/>
                                      </p:to>
                                    </p:set>
                                    <p:anim calcmode="lin" valueType="num">
                                      <p:cBhvr additive="base">
                                        <p:cTn id="61"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62" dur="500" fill="hold"/>
                                        <p:tgtEl>
                                          <p:spTgt spid="3">
                                            <p:txEl>
                                              <p:pRg st="9" end="9"/>
                                            </p:txEl>
                                          </p:spTgt>
                                        </p:tgtEl>
                                        <p:attrNameLst>
                                          <p:attrName>ppt_y</p:attrName>
                                        </p:attrNameLst>
                                      </p:cBhvr>
                                      <p:tavLst>
                                        <p:tav tm="0">
                                          <p:val>
                                            <p:strVal val="1+#ppt_h/2"/>
                                          </p:val>
                                        </p:tav>
                                        <p:tav tm="100000">
                                          <p:val>
                                            <p:strVal val="#ppt_y"/>
                                          </p:val>
                                        </p:tav>
                                      </p:tavLst>
                                    </p:anim>
                                  </p:childTnLst>
                                </p:cTn>
                              </p:par>
                            </p:childTnLst>
                          </p:cTn>
                        </p:par>
                      </p:childTnLst>
                    </p:cTn>
                  </p:par>
                  <p:par>
                    <p:cTn id="63" fill="hold">
                      <p:stCondLst>
                        <p:cond delay="indefinite"/>
                      </p:stCondLst>
                      <p:childTnLst>
                        <p:par>
                          <p:cTn id="64" fill="hold">
                            <p:stCondLst>
                              <p:cond delay="0"/>
                            </p:stCondLst>
                            <p:childTnLst>
                              <p:par>
                                <p:cTn id="65" presetID="2" presetClass="entr" presetSubtype="4" fill="hold" grpId="0" nodeType="clickEffect">
                                  <p:stCondLst>
                                    <p:cond delay="0"/>
                                  </p:stCondLst>
                                  <p:childTnLst>
                                    <p:set>
                                      <p:cBhvr>
                                        <p:cTn id="66" dur="1" fill="hold">
                                          <p:stCondLst>
                                            <p:cond delay="0"/>
                                          </p:stCondLst>
                                        </p:cTn>
                                        <p:tgtEl>
                                          <p:spTgt spid="3">
                                            <p:txEl>
                                              <p:pRg st="10" end="10"/>
                                            </p:txEl>
                                          </p:spTgt>
                                        </p:tgtEl>
                                        <p:attrNameLst>
                                          <p:attrName>style.visibility</p:attrName>
                                        </p:attrNameLst>
                                      </p:cBhvr>
                                      <p:to>
                                        <p:strVal val="visible"/>
                                      </p:to>
                                    </p:set>
                                    <p:anim calcmode="lin" valueType="num">
                                      <p:cBhvr additive="base">
                                        <p:cTn id="67" dur="500" fill="hold"/>
                                        <p:tgtEl>
                                          <p:spTgt spid="3">
                                            <p:txEl>
                                              <p:pRg st="10" end="10"/>
                                            </p:txEl>
                                          </p:spTgt>
                                        </p:tgtEl>
                                        <p:attrNameLst>
                                          <p:attrName>ppt_x</p:attrName>
                                        </p:attrNameLst>
                                      </p:cBhvr>
                                      <p:tavLst>
                                        <p:tav tm="0">
                                          <p:val>
                                            <p:strVal val="#ppt_x"/>
                                          </p:val>
                                        </p:tav>
                                        <p:tav tm="100000">
                                          <p:val>
                                            <p:strVal val="#ppt_x"/>
                                          </p:val>
                                        </p:tav>
                                      </p:tavLst>
                                    </p:anim>
                                    <p:anim calcmode="lin" valueType="num">
                                      <p:cBhvr additive="base">
                                        <p:cTn id="68" dur="500" fill="hold"/>
                                        <p:tgtEl>
                                          <p:spTgt spid="3">
                                            <p:txEl>
                                              <p:pRg st="10" end="1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PSALM 30</a:t>
            </a:r>
            <a:endParaRPr lang="en-IN" dirty="0"/>
          </a:p>
        </p:txBody>
      </p:sp>
      <p:sp>
        <p:nvSpPr>
          <p:cNvPr id="3" name="Content Placeholder 2"/>
          <p:cNvSpPr>
            <a:spLocks noGrp="1"/>
          </p:cNvSpPr>
          <p:nvPr>
            <p:ph idx="1"/>
          </p:nvPr>
        </p:nvSpPr>
        <p:spPr/>
        <p:txBody>
          <a:bodyPr/>
          <a:lstStyle/>
          <a:p>
            <a:r>
              <a:rPr lang="en-US" dirty="0" smtClean="0"/>
              <a:t>Psalm 30</a:t>
            </a:r>
          </a:p>
          <a:p>
            <a:r>
              <a:rPr lang="en-US" dirty="0" smtClean="0"/>
              <a:t>Verses 1-3</a:t>
            </a:r>
          </a:p>
          <a:p>
            <a:r>
              <a:rPr lang="en-US" dirty="0" smtClean="0"/>
              <a:t>Proclamation and Introductory summary</a:t>
            </a:r>
          </a:p>
          <a:p>
            <a:r>
              <a:rPr lang="en-US" dirty="0" smtClean="0"/>
              <a:t>4- 5 </a:t>
            </a:r>
          </a:p>
          <a:p>
            <a:r>
              <a:rPr lang="en-US" dirty="0" smtClean="0"/>
              <a:t>Call to worship and reason</a:t>
            </a:r>
          </a:p>
          <a:p>
            <a:r>
              <a:rPr lang="en-US" dirty="0" smtClean="0"/>
              <a:t>6- 11 </a:t>
            </a:r>
          </a:p>
          <a:p>
            <a:r>
              <a:rPr lang="en-US" dirty="0" smtClean="0"/>
              <a:t>Testimony or Report</a:t>
            </a:r>
          </a:p>
          <a:p>
            <a:r>
              <a:rPr lang="en-US" smtClean="0"/>
              <a:t>12 </a:t>
            </a:r>
          </a:p>
          <a:p>
            <a:r>
              <a:rPr lang="en-US" smtClean="0"/>
              <a:t> </a:t>
            </a:r>
            <a:r>
              <a:rPr lang="en-US" dirty="0" smtClean="0"/>
              <a:t>Praise</a:t>
            </a:r>
            <a:endParaRPr lang="en-IN" dirty="0"/>
          </a:p>
        </p:txBody>
      </p:sp>
    </p:spTree>
    <p:extLst>
      <p:ext uri="{BB962C8B-B14F-4D97-AF65-F5344CB8AC3E}">
        <p14:creationId xmlns:p14="http://schemas.microsoft.com/office/powerpoint/2010/main" val="2406875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7" end="7"/>
                                            </p:txEl>
                                          </p:spTgt>
                                        </p:tgtEl>
                                        <p:attrNameLst>
                                          <p:attrName>style.visibility</p:attrName>
                                        </p:attrNameLst>
                                      </p:cBhvr>
                                      <p:to>
                                        <p:strVal val="visible"/>
                                      </p:to>
                                    </p:set>
                                    <p:anim calcmode="lin" valueType="num">
                                      <p:cBhvr additive="base">
                                        <p:cTn id="4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grpId="0" nodeType="clickEffect">
                                  <p:stCondLst>
                                    <p:cond delay="0"/>
                                  </p:stCondLst>
                                  <p:childTnLst>
                                    <p:set>
                                      <p:cBhvr>
                                        <p:cTn id="54" dur="1" fill="hold">
                                          <p:stCondLst>
                                            <p:cond delay="0"/>
                                          </p:stCondLst>
                                        </p:cTn>
                                        <p:tgtEl>
                                          <p:spTgt spid="3">
                                            <p:txEl>
                                              <p:pRg st="8" end="8"/>
                                            </p:txEl>
                                          </p:spTgt>
                                        </p:tgtEl>
                                        <p:attrNameLst>
                                          <p:attrName>style.visibility</p:attrName>
                                        </p:attrNameLst>
                                      </p:cBhvr>
                                      <p:to>
                                        <p:strVal val="visible"/>
                                      </p:to>
                                    </p:set>
                                    <p:anim calcmode="lin" valueType="num">
                                      <p:cBhvr additive="base">
                                        <p:cTn id="55"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56" dur="500" fill="hold"/>
                                        <p:tgtEl>
                                          <p:spTgt spid="3">
                                            <p:txEl>
                                              <p:pRg st="8" end="8"/>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ctrTitle"/>
          </p:nvPr>
        </p:nvSpPr>
        <p:spPr/>
        <p:txBody>
          <a:bodyPr/>
          <a:lstStyle/>
          <a:p>
            <a:r>
              <a:rPr lang="en-US" sz="3200" b="1" i="1" u="sng" dirty="0" smtClean="0"/>
              <a:t>THE COMMUNITY THANKSGIVING PSALMS</a:t>
            </a:r>
            <a:endParaRPr lang="en-IN" sz="3200" b="1" i="1" u="sng" dirty="0"/>
          </a:p>
        </p:txBody>
      </p:sp>
      <p:sp>
        <p:nvSpPr>
          <p:cNvPr id="5" name="Subtitle 4"/>
          <p:cNvSpPr>
            <a:spLocks noGrp="1"/>
          </p:cNvSpPr>
          <p:nvPr>
            <p:ph type="subTitle" idx="1"/>
          </p:nvPr>
        </p:nvSpPr>
        <p:spPr/>
        <p:txBody>
          <a:bodyPr/>
          <a:lstStyle/>
          <a:p>
            <a:endParaRPr lang="en-IN" dirty="0"/>
          </a:p>
        </p:txBody>
      </p:sp>
    </p:spTree>
    <p:extLst>
      <p:ext uri="{BB962C8B-B14F-4D97-AF65-F5344CB8AC3E}">
        <p14:creationId xmlns:p14="http://schemas.microsoft.com/office/powerpoint/2010/main" val="1523473654"/>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46111" y="452718"/>
            <a:ext cx="9404723" cy="1034250"/>
          </a:xfrm>
        </p:spPr>
        <p:txBody>
          <a:bodyPr/>
          <a:lstStyle/>
          <a:p>
            <a:pPr algn="ctr"/>
            <a:r>
              <a:rPr lang="en-US" dirty="0" smtClean="0"/>
              <a:t>THE COMMUNITY THANKSGIVING</a:t>
            </a:r>
            <a:endParaRPr lang="en-IN" dirty="0"/>
          </a:p>
        </p:txBody>
      </p:sp>
      <p:sp>
        <p:nvSpPr>
          <p:cNvPr id="3" name="Content Placeholder 2"/>
          <p:cNvSpPr>
            <a:spLocks noGrp="1"/>
          </p:cNvSpPr>
          <p:nvPr>
            <p:ph idx="1"/>
          </p:nvPr>
        </p:nvSpPr>
        <p:spPr>
          <a:xfrm>
            <a:off x="1103312" y="1700614"/>
            <a:ext cx="8946541" cy="4547786"/>
          </a:xfrm>
        </p:spPr>
        <p:txBody>
          <a:bodyPr>
            <a:normAutofit lnSpcReduction="10000"/>
          </a:bodyPr>
          <a:lstStyle/>
          <a:p>
            <a:r>
              <a:rPr lang="en-US" dirty="0" smtClean="0"/>
              <a:t>Write down the four elements of thanksgiving Psalms ?</a:t>
            </a:r>
          </a:p>
          <a:p>
            <a:pPr lvl="1"/>
            <a:r>
              <a:rPr lang="en-US" dirty="0" smtClean="0"/>
              <a:t>Call to worship</a:t>
            </a:r>
          </a:p>
          <a:p>
            <a:pPr lvl="1"/>
            <a:r>
              <a:rPr lang="en-US" dirty="0" smtClean="0"/>
              <a:t>Proclamation and Introductory summary</a:t>
            </a:r>
          </a:p>
          <a:p>
            <a:pPr lvl="1"/>
            <a:r>
              <a:rPr lang="en-US" dirty="0" smtClean="0"/>
              <a:t>Testimony</a:t>
            </a:r>
          </a:p>
          <a:p>
            <a:pPr lvl="1"/>
            <a:r>
              <a:rPr lang="en-US" dirty="0" smtClean="0"/>
              <a:t>Praise</a:t>
            </a:r>
          </a:p>
          <a:p>
            <a:r>
              <a:rPr lang="en-US" dirty="0" smtClean="0"/>
              <a:t>Thanksgiving Psalms are follows (5 Psalms)</a:t>
            </a:r>
          </a:p>
          <a:p>
            <a:r>
              <a:rPr lang="en-US" dirty="0" smtClean="0"/>
              <a:t>66:8- 12, 67, 107, 124, 129</a:t>
            </a:r>
          </a:p>
          <a:p>
            <a:r>
              <a:rPr lang="en-US" dirty="0" smtClean="0"/>
              <a:t>Psalm 66: 8-12</a:t>
            </a:r>
          </a:p>
          <a:p>
            <a:r>
              <a:rPr lang="en-US" dirty="0" smtClean="0"/>
              <a:t>8- Call to worship</a:t>
            </a:r>
          </a:p>
          <a:p>
            <a:r>
              <a:rPr lang="en-US" dirty="0" smtClean="0"/>
              <a:t>9- Proclamation &amp; introductory summary</a:t>
            </a:r>
          </a:p>
          <a:p>
            <a:r>
              <a:rPr lang="en-US" dirty="0" smtClean="0"/>
              <a:t>10-12 Testimony</a:t>
            </a:r>
          </a:p>
        </p:txBody>
      </p:sp>
    </p:spTree>
    <p:extLst>
      <p:ext uri="{BB962C8B-B14F-4D97-AF65-F5344CB8AC3E}">
        <p14:creationId xmlns:p14="http://schemas.microsoft.com/office/powerpoint/2010/main" val="3008601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 calcmode="lin" valueType="num">
                                      <p:cBhvr additive="base">
                                        <p:cTn id="11"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3">
                                            <p:txEl>
                                              <p:pRg st="1" end="1"/>
                                            </p:txEl>
                                          </p:spTgt>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 calcmode="lin" valueType="num">
                                      <p:cBhvr additive="base">
                                        <p:cTn id="15"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3">
                                            <p:txEl>
                                              <p:pRg st="2" end="2"/>
                                            </p:txEl>
                                          </p:spTgt>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anim calcmode="lin" valueType="num">
                                      <p:cBhvr additive="base">
                                        <p:cTn id="19"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3" end="3"/>
                                            </p:txEl>
                                          </p:spTgt>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 calcmode="lin" valueType="num">
                                      <p:cBhvr additive="base">
                                        <p:cTn id="23"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grpId="0" nodeType="click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anim calcmode="lin" valueType="num">
                                      <p:cBhvr additive="base">
                                        <p:cTn id="29"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0"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2" presetClass="entr" presetSubtype="4" fill="hold" grpId="0" nodeType="clickEffect">
                                  <p:stCondLst>
                                    <p:cond delay="0"/>
                                  </p:stCondLst>
                                  <p:childTnLst>
                                    <p:set>
                                      <p:cBhvr>
                                        <p:cTn id="34" dur="1" fill="hold">
                                          <p:stCondLst>
                                            <p:cond delay="0"/>
                                          </p:stCondLst>
                                        </p:cTn>
                                        <p:tgtEl>
                                          <p:spTgt spid="3">
                                            <p:txEl>
                                              <p:pRg st="6" end="6"/>
                                            </p:txEl>
                                          </p:spTgt>
                                        </p:tgtEl>
                                        <p:attrNameLst>
                                          <p:attrName>style.visibility</p:attrName>
                                        </p:attrNameLst>
                                      </p:cBhvr>
                                      <p:to>
                                        <p:strVal val="visible"/>
                                      </p:to>
                                    </p:set>
                                    <p:anim calcmode="lin" valueType="num">
                                      <p:cBhvr additive="base">
                                        <p:cTn id="35"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2" presetClass="entr" presetSubtype="4" fill="hold" grpId="0" nodeType="clickEffect">
                                  <p:stCondLst>
                                    <p:cond delay="0"/>
                                  </p:stCondLst>
                                  <p:childTnLst>
                                    <p:set>
                                      <p:cBhvr>
                                        <p:cTn id="40" dur="1" fill="hold">
                                          <p:stCondLst>
                                            <p:cond delay="0"/>
                                          </p:stCondLst>
                                        </p:cTn>
                                        <p:tgtEl>
                                          <p:spTgt spid="3">
                                            <p:txEl>
                                              <p:pRg st="7" end="7"/>
                                            </p:txEl>
                                          </p:spTgt>
                                        </p:tgtEl>
                                        <p:attrNameLst>
                                          <p:attrName>style.visibility</p:attrName>
                                        </p:attrNameLst>
                                      </p:cBhvr>
                                      <p:to>
                                        <p:strVal val="visible"/>
                                      </p:to>
                                    </p:set>
                                    <p:anim calcmode="lin" valueType="num">
                                      <p:cBhvr additive="base">
                                        <p:cTn id="41"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42"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5" presetID="2" presetClass="entr" presetSubtype="4"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 calcmode="lin" valueType="num">
                                      <p:cBhvr additive="base">
                                        <p:cTn id="47"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48" dur="500" fill="hold"/>
                                        <p:tgtEl>
                                          <p:spTgt spid="3">
                                            <p:txEl>
                                              <p:pRg st="8" end="8"/>
                                            </p:txEl>
                                          </p:spTgt>
                                        </p:tgtEl>
                                        <p:attrNameLst>
                                          <p:attrName>ppt_y</p:attrName>
                                        </p:attrNameLst>
                                      </p:cBhvr>
                                      <p:tavLst>
                                        <p:tav tm="0">
                                          <p:val>
                                            <p:strVal val="1+#ppt_h/2"/>
                                          </p:val>
                                        </p:tav>
                                        <p:tav tm="100000">
                                          <p:val>
                                            <p:strVal val="#ppt_y"/>
                                          </p:val>
                                        </p:tav>
                                      </p:tavLst>
                                    </p:anim>
                                  </p:childTnLst>
                                </p:cTn>
                              </p:par>
                            </p:childTnLst>
                          </p:cTn>
                        </p:par>
                      </p:childTnLst>
                    </p:cTn>
                  </p:par>
                  <p:par>
                    <p:cTn id="49" fill="hold">
                      <p:stCondLst>
                        <p:cond delay="indefinite"/>
                      </p:stCondLst>
                      <p:childTnLst>
                        <p:par>
                          <p:cTn id="50" fill="hold">
                            <p:stCondLst>
                              <p:cond delay="0"/>
                            </p:stCondLst>
                            <p:childTnLst>
                              <p:par>
                                <p:cTn id="51" presetID="2" presetClass="entr" presetSubtype="4" fill="hold" grpId="0" nodeType="clickEffect">
                                  <p:stCondLst>
                                    <p:cond delay="0"/>
                                  </p:stCondLst>
                                  <p:childTnLst>
                                    <p:set>
                                      <p:cBhvr>
                                        <p:cTn id="52" dur="1" fill="hold">
                                          <p:stCondLst>
                                            <p:cond delay="0"/>
                                          </p:stCondLst>
                                        </p:cTn>
                                        <p:tgtEl>
                                          <p:spTgt spid="3">
                                            <p:txEl>
                                              <p:pRg st="9" end="9"/>
                                            </p:txEl>
                                          </p:spTgt>
                                        </p:tgtEl>
                                        <p:attrNameLst>
                                          <p:attrName>style.visibility</p:attrName>
                                        </p:attrNameLst>
                                      </p:cBhvr>
                                      <p:to>
                                        <p:strVal val="visible"/>
                                      </p:to>
                                    </p:set>
                                    <p:anim calcmode="lin" valueType="num">
                                      <p:cBhvr additive="base">
                                        <p:cTn id="53"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54" dur="500" fill="hold"/>
                                        <p:tgtEl>
                                          <p:spTgt spid="3">
                                            <p:txEl>
                                              <p:pRg st="9" end="9"/>
                                            </p:txEl>
                                          </p:spTgt>
                                        </p:tgtEl>
                                        <p:attrNameLst>
                                          <p:attrName>ppt_y</p:attrName>
                                        </p:attrNameLst>
                                      </p:cBhvr>
                                      <p:tavLst>
                                        <p:tav tm="0">
                                          <p:val>
                                            <p:strVal val="1+#ppt_h/2"/>
                                          </p:val>
                                        </p:tav>
                                        <p:tav tm="100000">
                                          <p:val>
                                            <p:strVal val="#ppt_y"/>
                                          </p:val>
                                        </p:tav>
                                      </p:tavLst>
                                    </p:anim>
                                  </p:childTnLst>
                                </p:cTn>
                              </p:par>
                            </p:childTnLst>
                          </p:cTn>
                        </p:par>
                      </p:childTnLst>
                    </p:cTn>
                  </p:par>
                  <p:par>
                    <p:cTn id="55" fill="hold">
                      <p:stCondLst>
                        <p:cond delay="indefinite"/>
                      </p:stCondLst>
                      <p:childTnLst>
                        <p:par>
                          <p:cTn id="56" fill="hold">
                            <p:stCondLst>
                              <p:cond delay="0"/>
                            </p:stCondLst>
                            <p:childTnLst>
                              <p:par>
                                <p:cTn id="57" presetID="2" presetClass="entr" presetSubtype="4" fill="hold" grpId="0" nodeType="clickEffect">
                                  <p:stCondLst>
                                    <p:cond delay="0"/>
                                  </p:stCondLst>
                                  <p:childTnLst>
                                    <p:set>
                                      <p:cBhvr>
                                        <p:cTn id="58" dur="1" fill="hold">
                                          <p:stCondLst>
                                            <p:cond delay="0"/>
                                          </p:stCondLst>
                                        </p:cTn>
                                        <p:tgtEl>
                                          <p:spTgt spid="3">
                                            <p:txEl>
                                              <p:pRg st="10" end="10"/>
                                            </p:txEl>
                                          </p:spTgt>
                                        </p:tgtEl>
                                        <p:attrNameLst>
                                          <p:attrName>style.visibility</p:attrName>
                                        </p:attrNameLst>
                                      </p:cBhvr>
                                      <p:to>
                                        <p:strVal val="visible"/>
                                      </p:to>
                                    </p:set>
                                    <p:anim calcmode="lin" valueType="num">
                                      <p:cBhvr additive="base">
                                        <p:cTn id="59" dur="500" fill="hold"/>
                                        <p:tgtEl>
                                          <p:spTgt spid="3">
                                            <p:txEl>
                                              <p:pRg st="10" end="10"/>
                                            </p:txEl>
                                          </p:spTgt>
                                        </p:tgtEl>
                                        <p:attrNameLst>
                                          <p:attrName>ppt_x</p:attrName>
                                        </p:attrNameLst>
                                      </p:cBhvr>
                                      <p:tavLst>
                                        <p:tav tm="0">
                                          <p:val>
                                            <p:strVal val="#ppt_x"/>
                                          </p:val>
                                        </p:tav>
                                        <p:tav tm="100000">
                                          <p:val>
                                            <p:strVal val="#ppt_x"/>
                                          </p:val>
                                        </p:tav>
                                      </p:tavLst>
                                    </p:anim>
                                    <p:anim calcmode="lin" valueType="num">
                                      <p:cBhvr additive="base">
                                        <p:cTn id="60" dur="500" fill="hold"/>
                                        <p:tgtEl>
                                          <p:spTgt spid="3">
                                            <p:txEl>
                                              <p:pRg st="10" end="1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46111" y="401651"/>
            <a:ext cx="9404723" cy="598207"/>
          </a:xfrm>
        </p:spPr>
        <p:txBody>
          <a:bodyPr/>
          <a:lstStyle/>
          <a:p>
            <a:r>
              <a:rPr lang="en-US" sz="4400" dirty="0" smtClean="0"/>
              <a:t>Analysis of the Psalms</a:t>
            </a:r>
            <a:r>
              <a:rPr lang="en-IN" dirty="0"/>
              <a:t/>
            </a:r>
            <a:br>
              <a:rPr lang="en-IN" dirty="0"/>
            </a:br>
            <a:endParaRPr lang="en-IN" dirty="0"/>
          </a:p>
        </p:txBody>
      </p:sp>
      <p:sp>
        <p:nvSpPr>
          <p:cNvPr id="3" name="Content Placeholder 2"/>
          <p:cNvSpPr>
            <a:spLocks noGrp="1"/>
          </p:cNvSpPr>
          <p:nvPr>
            <p:ph idx="1"/>
          </p:nvPr>
        </p:nvSpPr>
        <p:spPr>
          <a:xfrm>
            <a:off x="1103312" y="1820254"/>
            <a:ext cx="8946541" cy="4428146"/>
          </a:xfrm>
        </p:spPr>
        <p:txBody>
          <a:bodyPr>
            <a:normAutofit lnSpcReduction="10000"/>
          </a:bodyPr>
          <a:lstStyle/>
          <a:p>
            <a:r>
              <a:rPr lang="en-US" dirty="0" smtClean="0"/>
              <a:t>Psalm 67</a:t>
            </a:r>
          </a:p>
          <a:p>
            <a:r>
              <a:rPr lang="en-US" dirty="0" smtClean="0"/>
              <a:t>3-5 Call to worship</a:t>
            </a:r>
          </a:p>
          <a:p>
            <a:r>
              <a:rPr lang="en-US" dirty="0" smtClean="0"/>
              <a:t>6-7 Testimony</a:t>
            </a:r>
          </a:p>
          <a:p>
            <a:r>
              <a:rPr lang="en-US" dirty="0" smtClean="0"/>
              <a:t>Psalm 107</a:t>
            </a:r>
          </a:p>
          <a:p>
            <a:r>
              <a:rPr lang="en-US" dirty="0" smtClean="0"/>
              <a:t>1-3 Call to worship</a:t>
            </a:r>
          </a:p>
          <a:p>
            <a:r>
              <a:rPr lang="en-US" dirty="0" smtClean="0"/>
              <a:t>8f,15f,21f,31f,43 – Proclamation &amp; introductory part</a:t>
            </a:r>
          </a:p>
          <a:p>
            <a:r>
              <a:rPr lang="en-US" dirty="0" smtClean="0"/>
              <a:t>Psalm 124</a:t>
            </a:r>
          </a:p>
          <a:p>
            <a:r>
              <a:rPr lang="en-US" dirty="0" smtClean="0"/>
              <a:t>1b – Call to worship</a:t>
            </a:r>
          </a:p>
          <a:p>
            <a:r>
              <a:rPr lang="en-US" dirty="0" smtClean="0"/>
              <a:t>1-5 – Proclamation &amp; introductory part</a:t>
            </a:r>
          </a:p>
          <a:p>
            <a:r>
              <a:rPr lang="en-US" dirty="0" smtClean="0"/>
              <a:t>2b-5, 6b-7  Testimony</a:t>
            </a:r>
          </a:p>
          <a:p>
            <a:r>
              <a:rPr lang="en-US" dirty="0" smtClean="0"/>
              <a:t>6a Praise</a:t>
            </a:r>
            <a:endParaRPr lang="en-IN" dirty="0"/>
          </a:p>
        </p:txBody>
      </p:sp>
    </p:spTree>
    <p:extLst>
      <p:ext uri="{BB962C8B-B14F-4D97-AF65-F5344CB8AC3E}">
        <p14:creationId xmlns:p14="http://schemas.microsoft.com/office/powerpoint/2010/main" val="40061992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7" end="7"/>
                                            </p:txEl>
                                          </p:spTgt>
                                        </p:tgtEl>
                                        <p:attrNameLst>
                                          <p:attrName>style.visibility</p:attrName>
                                        </p:attrNameLst>
                                      </p:cBhvr>
                                      <p:to>
                                        <p:strVal val="visible"/>
                                      </p:to>
                                    </p:set>
                                    <p:anim calcmode="lin" valueType="num">
                                      <p:cBhvr additive="base">
                                        <p:cTn id="4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grpId="0" nodeType="clickEffect">
                                  <p:stCondLst>
                                    <p:cond delay="0"/>
                                  </p:stCondLst>
                                  <p:childTnLst>
                                    <p:set>
                                      <p:cBhvr>
                                        <p:cTn id="54" dur="1" fill="hold">
                                          <p:stCondLst>
                                            <p:cond delay="0"/>
                                          </p:stCondLst>
                                        </p:cTn>
                                        <p:tgtEl>
                                          <p:spTgt spid="3">
                                            <p:txEl>
                                              <p:pRg st="8" end="8"/>
                                            </p:txEl>
                                          </p:spTgt>
                                        </p:tgtEl>
                                        <p:attrNameLst>
                                          <p:attrName>style.visibility</p:attrName>
                                        </p:attrNameLst>
                                      </p:cBhvr>
                                      <p:to>
                                        <p:strVal val="visible"/>
                                      </p:to>
                                    </p:set>
                                    <p:anim calcmode="lin" valueType="num">
                                      <p:cBhvr additive="base">
                                        <p:cTn id="55"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56" dur="500" fill="hold"/>
                                        <p:tgtEl>
                                          <p:spTgt spid="3">
                                            <p:txEl>
                                              <p:pRg st="8" end="8"/>
                                            </p:txEl>
                                          </p:spTgt>
                                        </p:tgtEl>
                                        <p:attrNameLst>
                                          <p:attrName>ppt_y</p:attrName>
                                        </p:attrNameLst>
                                      </p:cBhvr>
                                      <p:tavLst>
                                        <p:tav tm="0">
                                          <p:val>
                                            <p:strVal val="1+#ppt_h/2"/>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2" presetClass="entr" presetSubtype="4" fill="hold" grpId="0" nodeType="clickEffect">
                                  <p:stCondLst>
                                    <p:cond delay="0"/>
                                  </p:stCondLst>
                                  <p:childTnLst>
                                    <p:set>
                                      <p:cBhvr>
                                        <p:cTn id="60" dur="1" fill="hold">
                                          <p:stCondLst>
                                            <p:cond delay="0"/>
                                          </p:stCondLst>
                                        </p:cTn>
                                        <p:tgtEl>
                                          <p:spTgt spid="3">
                                            <p:txEl>
                                              <p:pRg st="9" end="9"/>
                                            </p:txEl>
                                          </p:spTgt>
                                        </p:tgtEl>
                                        <p:attrNameLst>
                                          <p:attrName>style.visibility</p:attrName>
                                        </p:attrNameLst>
                                      </p:cBhvr>
                                      <p:to>
                                        <p:strVal val="visible"/>
                                      </p:to>
                                    </p:set>
                                    <p:anim calcmode="lin" valueType="num">
                                      <p:cBhvr additive="base">
                                        <p:cTn id="61"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62" dur="500" fill="hold"/>
                                        <p:tgtEl>
                                          <p:spTgt spid="3">
                                            <p:txEl>
                                              <p:pRg st="9" end="9"/>
                                            </p:txEl>
                                          </p:spTgt>
                                        </p:tgtEl>
                                        <p:attrNameLst>
                                          <p:attrName>ppt_y</p:attrName>
                                        </p:attrNameLst>
                                      </p:cBhvr>
                                      <p:tavLst>
                                        <p:tav tm="0">
                                          <p:val>
                                            <p:strVal val="1+#ppt_h/2"/>
                                          </p:val>
                                        </p:tav>
                                        <p:tav tm="100000">
                                          <p:val>
                                            <p:strVal val="#ppt_y"/>
                                          </p:val>
                                        </p:tav>
                                      </p:tavLst>
                                    </p:anim>
                                  </p:childTnLst>
                                </p:cTn>
                              </p:par>
                            </p:childTnLst>
                          </p:cTn>
                        </p:par>
                      </p:childTnLst>
                    </p:cTn>
                  </p:par>
                  <p:par>
                    <p:cTn id="63" fill="hold">
                      <p:stCondLst>
                        <p:cond delay="indefinite"/>
                      </p:stCondLst>
                      <p:childTnLst>
                        <p:par>
                          <p:cTn id="64" fill="hold">
                            <p:stCondLst>
                              <p:cond delay="0"/>
                            </p:stCondLst>
                            <p:childTnLst>
                              <p:par>
                                <p:cTn id="65" presetID="2" presetClass="entr" presetSubtype="4" fill="hold" grpId="0" nodeType="clickEffect">
                                  <p:stCondLst>
                                    <p:cond delay="0"/>
                                  </p:stCondLst>
                                  <p:childTnLst>
                                    <p:set>
                                      <p:cBhvr>
                                        <p:cTn id="66" dur="1" fill="hold">
                                          <p:stCondLst>
                                            <p:cond delay="0"/>
                                          </p:stCondLst>
                                        </p:cTn>
                                        <p:tgtEl>
                                          <p:spTgt spid="3">
                                            <p:txEl>
                                              <p:pRg st="10" end="10"/>
                                            </p:txEl>
                                          </p:spTgt>
                                        </p:tgtEl>
                                        <p:attrNameLst>
                                          <p:attrName>style.visibility</p:attrName>
                                        </p:attrNameLst>
                                      </p:cBhvr>
                                      <p:to>
                                        <p:strVal val="visible"/>
                                      </p:to>
                                    </p:set>
                                    <p:anim calcmode="lin" valueType="num">
                                      <p:cBhvr additive="base">
                                        <p:cTn id="67" dur="500" fill="hold"/>
                                        <p:tgtEl>
                                          <p:spTgt spid="3">
                                            <p:txEl>
                                              <p:pRg st="10" end="10"/>
                                            </p:txEl>
                                          </p:spTgt>
                                        </p:tgtEl>
                                        <p:attrNameLst>
                                          <p:attrName>ppt_x</p:attrName>
                                        </p:attrNameLst>
                                      </p:cBhvr>
                                      <p:tavLst>
                                        <p:tav tm="0">
                                          <p:val>
                                            <p:strVal val="#ppt_x"/>
                                          </p:val>
                                        </p:tav>
                                        <p:tav tm="100000">
                                          <p:val>
                                            <p:strVal val="#ppt_x"/>
                                          </p:val>
                                        </p:tav>
                                      </p:tavLst>
                                    </p:anim>
                                    <p:anim calcmode="lin" valueType="num">
                                      <p:cBhvr additive="base">
                                        <p:cTn id="68" dur="500" fill="hold"/>
                                        <p:tgtEl>
                                          <p:spTgt spid="3">
                                            <p:txEl>
                                              <p:pRg st="10" end="1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Psalm 129</a:t>
            </a:r>
            <a:endParaRPr lang="en-IN" dirty="0"/>
          </a:p>
        </p:txBody>
      </p:sp>
      <p:sp>
        <p:nvSpPr>
          <p:cNvPr id="3" name="Content Placeholder 2"/>
          <p:cNvSpPr>
            <a:spLocks noGrp="1"/>
          </p:cNvSpPr>
          <p:nvPr>
            <p:ph idx="1"/>
          </p:nvPr>
        </p:nvSpPr>
        <p:spPr/>
        <p:txBody>
          <a:bodyPr/>
          <a:lstStyle/>
          <a:p>
            <a:r>
              <a:rPr lang="en-US" dirty="0" smtClean="0"/>
              <a:t>1b   Call to worship</a:t>
            </a:r>
          </a:p>
          <a:p>
            <a:r>
              <a:rPr lang="en-US" dirty="0" smtClean="0"/>
              <a:t>1-4   Proclamation &amp; introductory part</a:t>
            </a:r>
          </a:p>
          <a:p>
            <a:r>
              <a:rPr lang="en-US" dirty="0" smtClean="0"/>
              <a:t>3-4   Testimony</a:t>
            </a:r>
          </a:p>
          <a:p>
            <a:r>
              <a:rPr lang="en-US" dirty="0" smtClean="0"/>
              <a:t>Life situation</a:t>
            </a:r>
          </a:p>
          <a:p>
            <a:r>
              <a:rPr lang="en-US" dirty="0" smtClean="0"/>
              <a:t>Main intent </a:t>
            </a:r>
          </a:p>
          <a:p>
            <a:r>
              <a:rPr lang="en-US" dirty="0" smtClean="0"/>
              <a:t>Detailed study</a:t>
            </a:r>
          </a:p>
          <a:p>
            <a:r>
              <a:rPr lang="en-US" dirty="0" smtClean="0"/>
              <a:t>Application </a:t>
            </a:r>
          </a:p>
          <a:p>
            <a:r>
              <a:rPr lang="en-US" dirty="0" smtClean="0"/>
              <a:t>Finally Heading</a:t>
            </a:r>
          </a:p>
          <a:p>
            <a:endParaRPr lang="en-US" dirty="0" smtClean="0"/>
          </a:p>
        </p:txBody>
      </p:sp>
    </p:spTree>
    <p:extLst>
      <p:ext uri="{BB962C8B-B14F-4D97-AF65-F5344CB8AC3E}">
        <p14:creationId xmlns:p14="http://schemas.microsoft.com/office/powerpoint/2010/main" val="32958162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7" end="7"/>
                                            </p:txEl>
                                          </p:spTgt>
                                        </p:tgtEl>
                                        <p:attrNameLst>
                                          <p:attrName>style.visibility</p:attrName>
                                        </p:attrNameLst>
                                      </p:cBhvr>
                                      <p:to>
                                        <p:strVal val="visible"/>
                                      </p:to>
                                    </p:set>
                                    <p:anim calcmode="lin" valueType="num">
                                      <p:cBhvr additive="base">
                                        <p:cTn id="4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ctrTitle"/>
          </p:nvPr>
        </p:nvSpPr>
        <p:spPr/>
        <p:txBody>
          <a:bodyPr/>
          <a:lstStyle/>
          <a:p>
            <a:pPr algn="ctr"/>
            <a:r>
              <a:rPr lang="en-US" dirty="0" smtClean="0"/>
              <a:t>SONGS OF TRUST</a:t>
            </a:r>
            <a:endParaRPr lang="en-IN" dirty="0"/>
          </a:p>
        </p:txBody>
      </p:sp>
      <p:sp>
        <p:nvSpPr>
          <p:cNvPr id="5" name="Subtitle 4"/>
          <p:cNvSpPr>
            <a:spLocks noGrp="1"/>
          </p:cNvSpPr>
          <p:nvPr>
            <p:ph type="subTitle" idx="1"/>
          </p:nvPr>
        </p:nvSpPr>
        <p:spPr/>
        <p:txBody>
          <a:bodyPr/>
          <a:lstStyle/>
          <a:p>
            <a:endParaRPr lang="en-IN"/>
          </a:p>
        </p:txBody>
      </p:sp>
    </p:spTree>
    <p:extLst>
      <p:ext uri="{BB962C8B-B14F-4D97-AF65-F5344CB8AC3E}">
        <p14:creationId xmlns:p14="http://schemas.microsoft.com/office/powerpoint/2010/main" val="3755593992"/>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SONGS OF TRUST</a:t>
            </a:r>
            <a:endParaRPr lang="en-IN" dirty="0"/>
          </a:p>
        </p:txBody>
      </p:sp>
      <p:sp>
        <p:nvSpPr>
          <p:cNvPr id="3" name="Content Placeholder 2"/>
          <p:cNvSpPr>
            <a:spLocks noGrp="1"/>
          </p:cNvSpPr>
          <p:nvPr>
            <p:ph idx="1"/>
          </p:nvPr>
        </p:nvSpPr>
        <p:spPr/>
        <p:txBody>
          <a:bodyPr>
            <a:normAutofit fontScale="85000" lnSpcReduction="20000"/>
          </a:bodyPr>
          <a:lstStyle/>
          <a:p>
            <a:r>
              <a:rPr lang="en-US" dirty="0" smtClean="0"/>
              <a:t>Two types</a:t>
            </a:r>
          </a:p>
          <a:p>
            <a:r>
              <a:rPr lang="en-US" dirty="0" smtClean="0"/>
              <a:t>Individual songs of trust (IST)</a:t>
            </a:r>
          </a:p>
          <a:p>
            <a:r>
              <a:rPr lang="en-US" dirty="0" smtClean="0"/>
              <a:t>Community songs of trust (CST)</a:t>
            </a:r>
          </a:p>
          <a:p>
            <a:r>
              <a:rPr lang="en-US" dirty="0" smtClean="0"/>
              <a:t>Psalm 23</a:t>
            </a:r>
          </a:p>
          <a:p>
            <a:r>
              <a:rPr lang="en-US" dirty="0" smtClean="0"/>
              <a:t>Psalm 27</a:t>
            </a:r>
          </a:p>
          <a:p>
            <a:r>
              <a:rPr lang="en-US" dirty="0" smtClean="0"/>
              <a:t>Psalm 4</a:t>
            </a:r>
          </a:p>
          <a:p>
            <a:r>
              <a:rPr lang="en-US" dirty="0" smtClean="0"/>
              <a:t>Psalm 11</a:t>
            </a:r>
          </a:p>
          <a:p>
            <a:r>
              <a:rPr lang="en-US" dirty="0" smtClean="0"/>
              <a:t>Psalm 16</a:t>
            </a:r>
          </a:p>
          <a:p>
            <a:r>
              <a:rPr lang="en-US" dirty="0" smtClean="0"/>
              <a:t>Psalm 62</a:t>
            </a:r>
          </a:p>
          <a:p>
            <a:r>
              <a:rPr lang="en-US" dirty="0" smtClean="0"/>
              <a:t>Psalm 91</a:t>
            </a:r>
          </a:p>
          <a:p>
            <a:r>
              <a:rPr lang="en-US" dirty="0" smtClean="0"/>
              <a:t>Psalm 131 </a:t>
            </a:r>
          </a:p>
          <a:p>
            <a:r>
              <a:rPr lang="en-US" dirty="0" smtClean="0"/>
              <a:t>The main element of Songs of trust is that they express ‘Trust’ even though there may be difficulties.</a:t>
            </a:r>
            <a:endParaRPr lang="en-IN" dirty="0"/>
          </a:p>
        </p:txBody>
      </p:sp>
    </p:spTree>
    <p:extLst>
      <p:ext uri="{BB962C8B-B14F-4D97-AF65-F5344CB8AC3E}">
        <p14:creationId xmlns:p14="http://schemas.microsoft.com/office/powerpoint/2010/main" val="5390417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7" end="7"/>
                                            </p:txEl>
                                          </p:spTgt>
                                        </p:tgtEl>
                                        <p:attrNameLst>
                                          <p:attrName>style.visibility</p:attrName>
                                        </p:attrNameLst>
                                      </p:cBhvr>
                                      <p:to>
                                        <p:strVal val="visible"/>
                                      </p:to>
                                    </p:set>
                                    <p:anim calcmode="lin" valueType="num">
                                      <p:cBhvr additive="base">
                                        <p:cTn id="4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grpId="0" nodeType="clickEffect">
                                  <p:stCondLst>
                                    <p:cond delay="0"/>
                                  </p:stCondLst>
                                  <p:childTnLst>
                                    <p:set>
                                      <p:cBhvr>
                                        <p:cTn id="54" dur="1" fill="hold">
                                          <p:stCondLst>
                                            <p:cond delay="0"/>
                                          </p:stCondLst>
                                        </p:cTn>
                                        <p:tgtEl>
                                          <p:spTgt spid="3">
                                            <p:txEl>
                                              <p:pRg st="8" end="8"/>
                                            </p:txEl>
                                          </p:spTgt>
                                        </p:tgtEl>
                                        <p:attrNameLst>
                                          <p:attrName>style.visibility</p:attrName>
                                        </p:attrNameLst>
                                      </p:cBhvr>
                                      <p:to>
                                        <p:strVal val="visible"/>
                                      </p:to>
                                    </p:set>
                                    <p:anim calcmode="lin" valueType="num">
                                      <p:cBhvr additive="base">
                                        <p:cTn id="55"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56" dur="500" fill="hold"/>
                                        <p:tgtEl>
                                          <p:spTgt spid="3">
                                            <p:txEl>
                                              <p:pRg st="8" end="8"/>
                                            </p:txEl>
                                          </p:spTgt>
                                        </p:tgtEl>
                                        <p:attrNameLst>
                                          <p:attrName>ppt_y</p:attrName>
                                        </p:attrNameLst>
                                      </p:cBhvr>
                                      <p:tavLst>
                                        <p:tav tm="0">
                                          <p:val>
                                            <p:strVal val="1+#ppt_h/2"/>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2" presetClass="entr" presetSubtype="4" fill="hold" grpId="0" nodeType="clickEffect">
                                  <p:stCondLst>
                                    <p:cond delay="0"/>
                                  </p:stCondLst>
                                  <p:childTnLst>
                                    <p:set>
                                      <p:cBhvr>
                                        <p:cTn id="60" dur="1" fill="hold">
                                          <p:stCondLst>
                                            <p:cond delay="0"/>
                                          </p:stCondLst>
                                        </p:cTn>
                                        <p:tgtEl>
                                          <p:spTgt spid="3">
                                            <p:txEl>
                                              <p:pRg st="9" end="9"/>
                                            </p:txEl>
                                          </p:spTgt>
                                        </p:tgtEl>
                                        <p:attrNameLst>
                                          <p:attrName>style.visibility</p:attrName>
                                        </p:attrNameLst>
                                      </p:cBhvr>
                                      <p:to>
                                        <p:strVal val="visible"/>
                                      </p:to>
                                    </p:set>
                                    <p:anim calcmode="lin" valueType="num">
                                      <p:cBhvr additive="base">
                                        <p:cTn id="61"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62" dur="500" fill="hold"/>
                                        <p:tgtEl>
                                          <p:spTgt spid="3">
                                            <p:txEl>
                                              <p:pRg st="9" end="9"/>
                                            </p:txEl>
                                          </p:spTgt>
                                        </p:tgtEl>
                                        <p:attrNameLst>
                                          <p:attrName>ppt_y</p:attrName>
                                        </p:attrNameLst>
                                      </p:cBhvr>
                                      <p:tavLst>
                                        <p:tav tm="0">
                                          <p:val>
                                            <p:strVal val="1+#ppt_h/2"/>
                                          </p:val>
                                        </p:tav>
                                        <p:tav tm="100000">
                                          <p:val>
                                            <p:strVal val="#ppt_y"/>
                                          </p:val>
                                        </p:tav>
                                      </p:tavLst>
                                    </p:anim>
                                  </p:childTnLst>
                                </p:cTn>
                              </p:par>
                            </p:childTnLst>
                          </p:cTn>
                        </p:par>
                      </p:childTnLst>
                    </p:cTn>
                  </p:par>
                  <p:par>
                    <p:cTn id="63" fill="hold">
                      <p:stCondLst>
                        <p:cond delay="indefinite"/>
                      </p:stCondLst>
                      <p:childTnLst>
                        <p:par>
                          <p:cTn id="64" fill="hold">
                            <p:stCondLst>
                              <p:cond delay="0"/>
                            </p:stCondLst>
                            <p:childTnLst>
                              <p:par>
                                <p:cTn id="65" presetID="2" presetClass="entr" presetSubtype="4" fill="hold" grpId="0" nodeType="clickEffect">
                                  <p:stCondLst>
                                    <p:cond delay="0"/>
                                  </p:stCondLst>
                                  <p:childTnLst>
                                    <p:set>
                                      <p:cBhvr>
                                        <p:cTn id="66" dur="1" fill="hold">
                                          <p:stCondLst>
                                            <p:cond delay="0"/>
                                          </p:stCondLst>
                                        </p:cTn>
                                        <p:tgtEl>
                                          <p:spTgt spid="3">
                                            <p:txEl>
                                              <p:pRg st="10" end="10"/>
                                            </p:txEl>
                                          </p:spTgt>
                                        </p:tgtEl>
                                        <p:attrNameLst>
                                          <p:attrName>style.visibility</p:attrName>
                                        </p:attrNameLst>
                                      </p:cBhvr>
                                      <p:to>
                                        <p:strVal val="visible"/>
                                      </p:to>
                                    </p:set>
                                    <p:anim calcmode="lin" valueType="num">
                                      <p:cBhvr additive="base">
                                        <p:cTn id="67" dur="500" fill="hold"/>
                                        <p:tgtEl>
                                          <p:spTgt spid="3">
                                            <p:txEl>
                                              <p:pRg st="10" end="10"/>
                                            </p:txEl>
                                          </p:spTgt>
                                        </p:tgtEl>
                                        <p:attrNameLst>
                                          <p:attrName>ppt_x</p:attrName>
                                        </p:attrNameLst>
                                      </p:cBhvr>
                                      <p:tavLst>
                                        <p:tav tm="0">
                                          <p:val>
                                            <p:strVal val="#ppt_x"/>
                                          </p:val>
                                        </p:tav>
                                        <p:tav tm="100000">
                                          <p:val>
                                            <p:strVal val="#ppt_x"/>
                                          </p:val>
                                        </p:tav>
                                      </p:tavLst>
                                    </p:anim>
                                    <p:anim calcmode="lin" valueType="num">
                                      <p:cBhvr additive="base">
                                        <p:cTn id="68" dur="500" fill="hold"/>
                                        <p:tgtEl>
                                          <p:spTgt spid="3">
                                            <p:txEl>
                                              <p:pRg st="10" end="10"/>
                                            </p:txEl>
                                          </p:spTgt>
                                        </p:tgtEl>
                                        <p:attrNameLst>
                                          <p:attrName>ppt_y</p:attrName>
                                        </p:attrNameLst>
                                      </p:cBhvr>
                                      <p:tavLst>
                                        <p:tav tm="0">
                                          <p:val>
                                            <p:strVal val="1+#ppt_h/2"/>
                                          </p:val>
                                        </p:tav>
                                        <p:tav tm="100000">
                                          <p:val>
                                            <p:strVal val="#ppt_y"/>
                                          </p:val>
                                        </p:tav>
                                      </p:tavLst>
                                    </p:anim>
                                  </p:childTnLst>
                                </p:cTn>
                              </p:par>
                            </p:childTnLst>
                          </p:cTn>
                        </p:par>
                      </p:childTnLst>
                    </p:cTn>
                  </p:par>
                  <p:par>
                    <p:cTn id="69" fill="hold">
                      <p:stCondLst>
                        <p:cond delay="indefinite"/>
                      </p:stCondLst>
                      <p:childTnLst>
                        <p:par>
                          <p:cTn id="70" fill="hold">
                            <p:stCondLst>
                              <p:cond delay="0"/>
                            </p:stCondLst>
                            <p:childTnLst>
                              <p:par>
                                <p:cTn id="71" presetID="2" presetClass="entr" presetSubtype="4" fill="hold" grpId="0" nodeType="clickEffect">
                                  <p:stCondLst>
                                    <p:cond delay="0"/>
                                  </p:stCondLst>
                                  <p:childTnLst>
                                    <p:set>
                                      <p:cBhvr>
                                        <p:cTn id="72" dur="1" fill="hold">
                                          <p:stCondLst>
                                            <p:cond delay="0"/>
                                          </p:stCondLst>
                                        </p:cTn>
                                        <p:tgtEl>
                                          <p:spTgt spid="3">
                                            <p:txEl>
                                              <p:pRg st="11" end="11"/>
                                            </p:txEl>
                                          </p:spTgt>
                                        </p:tgtEl>
                                        <p:attrNameLst>
                                          <p:attrName>style.visibility</p:attrName>
                                        </p:attrNameLst>
                                      </p:cBhvr>
                                      <p:to>
                                        <p:strVal val="visible"/>
                                      </p:to>
                                    </p:set>
                                    <p:anim calcmode="lin" valueType="num">
                                      <p:cBhvr additive="base">
                                        <p:cTn id="73" dur="500" fill="hold"/>
                                        <p:tgtEl>
                                          <p:spTgt spid="3">
                                            <p:txEl>
                                              <p:pRg st="11" end="11"/>
                                            </p:txEl>
                                          </p:spTgt>
                                        </p:tgtEl>
                                        <p:attrNameLst>
                                          <p:attrName>ppt_x</p:attrName>
                                        </p:attrNameLst>
                                      </p:cBhvr>
                                      <p:tavLst>
                                        <p:tav tm="0">
                                          <p:val>
                                            <p:strVal val="#ppt_x"/>
                                          </p:val>
                                        </p:tav>
                                        <p:tav tm="100000">
                                          <p:val>
                                            <p:strVal val="#ppt_x"/>
                                          </p:val>
                                        </p:tav>
                                      </p:tavLst>
                                    </p:anim>
                                    <p:anim calcmode="lin" valueType="num">
                                      <p:cBhvr additive="base">
                                        <p:cTn id="74" dur="500" fill="hold"/>
                                        <p:tgtEl>
                                          <p:spTgt spid="3">
                                            <p:txEl>
                                              <p:pRg st="11" end="11"/>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An</a:t>
            </a:r>
            <a:r>
              <a:rPr lang="en-US" sz="4000" dirty="0" smtClean="0"/>
              <a:t>alyzing of Individual Songs of Trust</a:t>
            </a:r>
            <a:endParaRPr lang="en-IN" sz="4000" dirty="0"/>
          </a:p>
        </p:txBody>
      </p:sp>
      <p:sp>
        <p:nvSpPr>
          <p:cNvPr id="3" name="Content Placeholder 2"/>
          <p:cNvSpPr>
            <a:spLocks noGrp="1"/>
          </p:cNvSpPr>
          <p:nvPr>
            <p:ph idx="1"/>
          </p:nvPr>
        </p:nvSpPr>
        <p:spPr/>
        <p:txBody>
          <a:bodyPr/>
          <a:lstStyle/>
          <a:p>
            <a:r>
              <a:rPr lang="en-US" dirty="0" smtClean="0"/>
              <a:t>To memory</a:t>
            </a:r>
          </a:p>
          <a:p>
            <a:r>
              <a:rPr lang="en-US" dirty="0" smtClean="0"/>
              <a:t>11-4 = 7</a:t>
            </a:r>
          </a:p>
          <a:p>
            <a:r>
              <a:rPr lang="en-US" dirty="0" smtClean="0"/>
              <a:t>23-16 = 7</a:t>
            </a:r>
          </a:p>
          <a:p>
            <a:r>
              <a:rPr lang="en-US" dirty="0" smtClean="0"/>
              <a:t>27</a:t>
            </a:r>
          </a:p>
          <a:p>
            <a:r>
              <a:rPr lang="en-US" dirty="0" smtClean="0"/>
              <a:t>62, 6-2 = 4</a:t>
            </a:r>
          </a:p>
          <a:p>
            <a:r>
              <a:rPr lang="en-US" dirty="0" smtClean="0"/>
              <a:t>91, 9-1 = 8</a:t>
            </a:r>
          </a:p>
          <a:p>
            <a:r>
              <a:rPr lang="en-US" dirty="0" smtClean="0"/>
              <a:t>131, 13-1= 12</a:t>
            </a:r>
          </a:p>
          <a:p>
            <a:r>
              <a:rPr lang="en-US" dirty="0" smtClean="0"/>
              <a:t>4, 11, 16, 23, 27, 62, 91, 131.</a:t>
            </a:r>
          </a:p>
          <a:p>
            <a:r>
              <a:rPr lang="en-US" dirty="0" smtClean="0"/>
              <a:t>23 &amp; 27 in the middle and three Psalms on either side</a:t>
            </a:r>
            <a:endParaRPr lang="en-IN" dirty="0"/>
          </a:p>
        </p:txBody>
      </p:sp>
    </p:spTree>
    <p:extLst>
      <p:ext uri="{BB962C8B-B14F-4D97-AF65-F5344CB8AC3E}">
        <p14:creationId xmlns:p14="http://schemas.microsoft.com/office/powerpoint/2010/main" val="14972109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7" end="7"/>
                                            </p:txEl>
                                          </p:spTgt>
                                        </p:tgtEl>
                                        <p:attrNameLst>
                                          <p:attrName>style.visibility</p:attrName>
                                        </p:attrNameLst>
                                      </p:cBhvr>
                                      <p:to>
                                        <p:strVal val="visible"/>
                                      </p:to>
                                    </p:set>
                                    <p:anim calcmode="lin" valueType="num">
                                      <p:cBhvr additive="base">
                                        <p:cTn id="4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grpId="0" nodeType="clickEffect">
                                  <p:stCondLst>
                                    <p:cond delay="0"/>
                                  </p:stCondLst>
                                  <p:childTnLst>
                                    <p:set>
                                      <p:cBhvr>
                                        <p:cTn id="54" dur="1" fill="hold">
                                          <p:stCondLst>
                                            <p:cond delay="0"/>
                                          </p:stCondLst>
                                        </p:cTn>
                                        <p:tgtEl>
                                          <p:spTgt spid="3">
                                            <p:txEl>
                                              <p:pRg st="8" end="8"/>
                                            </p:txEl>
                                          </p:spTgt>
                                        </p:tgtEl>
                                        <p:attrNameLst>
                                          <p:attrName>style.visibility</p:attrName>
                                        </p:attrNameLst>
                                      </p:cBhvr>
                                      <p:to>
                                        <p:strVal val="visible"/>
                                      </p:to>
                                    </p:set>
                                    <p:anim calcmode="lin" valueType="num">
                                      <p:cBhvr additive="base">
                                        <p:cTn id="55"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56" dur="500" fill="hold"/>
                                        <p:tgtEl>
                                          <p:spTgt spid="3">
                                            <p:txEl>
                                              <p:pRg st="8" end="8"/>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46111" y="452718"/>
            <a:ext cx="9404723" cy="803514"/>
          </a:xfrm>
        </p:spPr>
        <p:txBody>
          <a:bodyPr/>
          <a:lstStyle/>
          <a:p>
            <a:pPr algn="ctr"/>
            <a:r>
              <a:rPr lang="en-US" dirty="0" smtClean="0"/>
              <a:t>THE MAIN CHARACTER OF IST</a:t>
            </a:r>
            <a:endParaRPr lang="en-IN" dirty="0"/>
          </a:p>
        </p:txBody>
      </p:sp>
      <p:sp>
        <p:nvSpPr>
          <p:cNvPr id="3" name="Content Placeholder 2"/>
          <p:cNvSpPr>
            <a:spLocks noGrp="1"/>
          </p:cNvSpPr>
          <p:nvPr>
            <p:ph idx="1"/>
          </p:nvPr>
        </p:nvSpPr>
        <p:spPr>
          <a:xfrm>
            <a:off x="1104293" y="1538243"/>
            <a:ext cx="8946541" cy="5016381"/>
          </a:xfrm>
        </p:spPr>
        <p:txBody>
          <a:bodyPr>
            <a:normAutofit lnSpcReduction="10000"/>
          </a:bodyPr>
          <a:lstStyle/>
          <a:p>
            <a:r>
              <a:rPr lang="en-US" dirty="0" smtClean="0"/>
              <a:t>TRUST in the midst of DIFFICULTIES</a:t>
            </a:r>
          </a:p>
          <a:p>
            <a:r>
              <a:rPr lang="en-US" dirty="0" smtClean="0"/>
              <a:t>They are thus very closely related to the type of Psalm called</a:t>
            </a:r>
          </a:p>
          <a:p>
            <a:r>
              <a:rPr lang="en-US" dirty="0" smtClean="0"/>
              <a:t>The Lament</a:t>
            </a:r>
          </a:p>
          <a:p>
            <a:r>
              <a:rPr lang="en-US" dirty="0" smtClean="0"/>
              <a:t>‘Even though’ I will trust in the Lord</a:t>
            </a:r>
          </a:p>
          <a:p>
            <a:r>
              <a:rPr lang="en-US" dirty="0" smtClean="0"/>
              <a:t>Ps 4: 1-3 &amp; 8</a:t>
            </a:r>
          </a:p>
          <a:p>
            <a:r>
              <a:rPr lang="en-US" dirty="0" smtClean="0"/>
              <a:t>Ps 11: 1-3 &amp; 5f</a:t>
            </a:r>
          </a:p>
          <a:p>
            <a:r>
              <a:rPr lang="en-US" dirty="0" smtClean="0"/>
              <a:t>Ps 16: 1 &amp; 10</a:t>
            </a:r>
          </a:p>
          <a:p>
            <a:r>
              <a:rPr lang="en-US" dirty="0" smtClean="0"/>
              <a:t>Ps 23: 1 &amp; 4</a:t>
            </a:r>
          </a:p>
          <a:p>
            <a:r>
              <a:rPr lang="en-US" dirty="0" smtClean="0"/>
              <a:t>Ps 27: 1- 6</a:t>
            </a:r>
          </a:p>
          <a:p>
            <a:r>
              <a:rPr lang="en-US" dirty="0" smtClean="0"/>
              <a:t>Ps 62: 1- 7</a:t>
            </a:r>
          </a:p>
          <a:p>
            <a:r>
              <a:rPr lang="en-US" dirty="0" smtClean="0"/>
              <a:t>Ps 91: ? </a:t>
            </a:r>
          </a:p>
          <a:p>
            <a:r>
              <a:rPr lang="en-US" dirty="0" smtClean="0"/>
              <a:t>Ps 131: 2</a:t>
            </a:r>
            <a:endParaRPr lang="en-IN" dirty="0"/>
          </a:p>
        </p:txBody>
      </p:sp>
    </p:spTree>
    <p:extLst>
      <p:ext uri="{BB962C8B-B14F-4D97-AF65-F5344CB8AC3E}">
        <p14:creationId xmlns:p14="http://schemas.microsoft.com/office/powerpoint/2010/main" val="7713401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7" end="7"/>
                                            </p:txEl>
                                          </p:spTgt>
                                        </p:tgtEl>
                                        <p:attrNameLst>
                                          <p:attrName>style.visibility</p:attrName>
                                        </p:attrNameLst>
                                      </p:cBhvr>
                                      <p:to>
                                        <p:strVal val="visible"/>
                                      </p:to>
                                    </p:set>
                                    <p:anim calcmode="lin" valueType="num">
                                      <p:cBhvr additive="base">
                                        <p:cTn id="4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grpId="0" nodeType="clickEffect">
                                  <p:stCondLst>
                                    <p:cond delay="0"/>
                                  </p:stCondLst>
                                  <p:childTnLst>
                                    <p:set>
                                      <p:cBhvr>
                                        <p:cTn id="54" dur="1" fill="hold">
                                          <p:stCondLst>
                                            <p:cond delay="0"/>
                                          </p:stCondLst>
                                        </p:cTn>
                                        <p:tgtEl>
                                          <p:spTgt spid="3">
                                            <p:txEl>
                                              <p:pRg st="8" end="8"/>
                                            </p:txEl>
                                          </p:spTgt>
                                        </p:tgtEl>
                                        <p:attrNameLst>
                                          <p:attrName>style.visibility</p:attrName>
                                        </p:attrNameLst>
                                      </p:cBhvr>
                                      <p:to>
                                        <p:strVal val="visible"/>
                                      </p:to>
                                    </p:set>
                                    <p:anim calcmode="lin" valueType="num">
                                      <p:cBhvr additive="base">
                                        <p:cTn id="55"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56" dur="500" fill="hold"/>
                                        <p:tgtEl>
                                          <p:spTgt spid="3">
                                            <p:txEl>
                                              <p:pRg st="8" end="8"/>
                                            </p:txEl>
                                          </p:spTgt>
                                        </p:tgtEl>
                                        <p:attrNameLst>
                                          <p:attrName>ppt_y</p:attrName>
                                        </p:attrNameLst>
                                      </p:cBhvr>
                                      <p:tavLst>
                                        <p:tav tm="0">
                                          <p:val>
                                            <p:strVal val="1+#ppt_h/2"/>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2" presetClass="entr" presetSubtype="4" fill="hold" grpId="0" nodeType="clickEffect">
                                  <p:stCondLst>
                                    <p:cond delay="0"/>
                                  </p:stCondLst>
                                  <p:childTnLst>
                                    <p:set>
                                      <p:cBhvr>
                                        <p:cTn id="60" dur="1" fill="hold">
                                          <p:stCondLst>
                                            <p:cond delay="0"/>
                                          </p:stCondLst>
                                        </p:cTn>
                                        <p:tgtEl>
                                          <p:spTgt spid="3">
                                            <p:txEl>
                                              <p:pRg st="9" end="9"/>
                                            </p:txEl>
                                          </p:spTgt>
                                        </p:tgtEl>
                                        <p:attrNameLst>
                                          <p:attrName>style.visibility</p:attrName>
                                        </p:attrNameLst>
                                      </p:cBhvr>
                                      <p:to>
                                        <p:strVal val="visible"/>
                                      </p:to>
                                    </p:set>
                                    <p:anim calcmode="lin" valueType="num">
                                      <p:cBhvr additive="base">
                                        <p:cTn id="61"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62" dur="500" fill="hold"/>
                                        <p:tgtEl>
                                          <p:spTgt spid="3">
                                            <p:txEl>
                                              <p:pRg st="9" end="9"/>
                                            </p:txEl>
                                          </p:spTgt>
                                        </p:tgtEl>
                                        <p:attrNameLst>
                                          <p:attrName>ppt_y</p:attrName>
                                        </p:attrNameLst>
                                      </p:cBhvr>
                                      <p:tavLst>
                                        <p:tav tm="0">
                                          <p:val>
                                            <p:strVal val="1+#ppt_h/2"/>
                                          </p:val>
                                        </p:tav>
                                        <p:tav tm="100000">
                                          <p:val>
                                            <p:strVal val="#ppt_y"/>
                                          </p:val>
                                        </p:tav>
                                      </p:tavLst>
                                    </p:anim>
                                  </p:childTnLst>
                                </p:cTn>
                              </p:par>
                            </p:childTnLst>
                          </p:cTn>
                        </p:par>
                      </p:childTnLst>
                    </p:cTn>
                  </p:par>
                  <p:par>
                    <p:cTn id="63" fill="hold">
                      <p:stCondLst>
                        <p:cond delay="indefinite"/>
                      </p:stCondLst>
                      <p:childTnLst>
                        <p:par>
                          <p:cTn id="64" fill="hold">
                            <p:stCondLst>
                              <p:cond delay="0"/>
                            </p:stCondLst>
                            <p:childTnLst>
                              <p:par>
                                <p:cTn id="65" presetID="2" presetClass="entr" presetSubtype="4" fill="hold" grpId="0" nodeType="clickEffect">
                                  <p:stCondLst>
                                    <p:cond delay="0"/>
                                  </p:stCondLst>
                                  <p:childTnLst>
                                    <p:set>
                                      <p:cBhvr>
                                        <p:cTn id="66" dur="1" fill="hold">
                                          <p:stCondLst>
                                            <p:cond delay="0"/>
                                          </p:stCondLst>
                                        </p:cTn>
                                        <p:tgtEl>
                                          <p:spTgt spid="3">
                                            <p:txEl>
                                              <p:pRg st="10" end="10"/>
                                            </p:txEl>
                                          </p:spTgt>
                                        </p:tgtEl>
                                        <p:attrNameLst>
                                          <p:attrName>style.visibility</p:attrName>
                                        </p:attrNameLst>
                                      </p:cBhvr>
                                      <p:to>
                                        <p:strVal val="visible"/>
                                      </p:to>
                                    </p:set>
                                    <p:anim calcmode="lin" valueType="num">
                                      <p:cBhvr additive="base">
                                        <p:cTn id="67" dur="500" fill="hold"/>
                                        <p:tgtEl>
                                          <p:spTgt spid="3">
                                            <p:txEl>
                                              <p:pRg st="10" end="10"/>
                                            </p:txEl>
                                          </p:spTgt>
                                        </p:tgtEl>
                                        <p:attrNameLst>
                                          <p:attrName>ppt_x</p:attrName>
                                        </p:attrNameLst>
                                      </p:cBhvr>
                                      <p:tavLst>
                                        <p:tav tm="0">
                                          <p:val>
                                            <p:strVal val="#ppt_x"/>
                                          </p:val>
                                        </p:tav>
                                        <p:tav tm="100000">
                                          <p:val>
                                            <p:strVal val="#ppt_x"/>
                                          </p:val>
                                        </p:tav>
                                      </p:tavLst>
                                    </p:anim>
                                    <p:anim calcmode="lin" valueType="num">
                                      <p:cBhvr additive="base">
                                        <p:cTn id="68" dur="500" fill="hold"/>
                                        <p:tgtEl>
                                          <p:spTgt spid="3">
                                            <p:txEl>
                                              <p:pRg st="10" end="10"/>
                                            </p:txEl>
                                          </p:spTgt>
                                        </p:tgtEl>
                                        <p:attrNameLst>
                                          <p:attrName>ppt_y</p:attrName>
                                        </p:attrNameLst>
                                      </p:cBhvr>
                                      <p:tavLst>
                                        <p:tav tm="0">
                                          <p:val>
                                            <p:strVal val="1+#ppt_h/2"/>
                                          </p:val>
                                        </p:tav>
                                        <p:tav tm="100000">
                                          <p:val>
                                            <p:strVal val="#ppt_y"/>
                                          </p:val>
                                        </p:tav>
                                      </p:tavLst>
                                    </p:anim>
                                  </p:childTnLst>
                                </p:cTn>
                              </p:par>
                            </p:childTnLst>
                          </p:cTn>
                        </p:par>
                      </p:childTnLst>
                    </p:cTn>
                  </p:par>
                  <p:par>
                    <p:cTn id="69" fill="hold">
                      <p:stCondLst>
                        <p:cond delay="indefinite"/>
                      </p:stCondLst>
                      <p:childTnLst>
                        <p:par>
                          <p:cTn id="70" fill="hold">
                            <p:stCondLst>
                              <p:cond delay="0"/>
                            </p:stCondLst>
                            <p:childTnLst>
                              <p:par>
                                <p:cTn id="71" presetID="2" presetClass="entr" presetSubtype="4" fill="hold" grpId="0" nodeType="clickEffect">
                                  <p:stCondLst>
                                    <p:cond delay="0"/>
                                  </p:stCondLst>
                                  <p:childTnLst>
                                    <p:set>
                                      <p:cBhvr>
                                        <p:cTn id="72" dur="1" fill="hold">
                                          <p:stCondLst>
                                            <p:cond delay="0"/>
                                          </p:stCondLst>
                                        </p:cTn>
                                        <p:tgtEl>
                                          <p:spTgt spid="3">
                                            <p:txEl>
                                              <p:pRg st="11" end="11"/>
                                            </p:txEl>
                                          </p:spTgt>
                                        </p:tgtEl>
                                        <p:attrNameLst>
                                          <p:attrName>style.visibility</p:attrName>
                                        </p:attrNameLst>
                                      </p:cBhvr>
                                      <p:to>
                                        <p:strVal val="visible"/>
                                      </p:to>
                                    </p:set>
                                    <p:anim calcmode="lin" valueType="num">
                                      <p:cBhvr additive="base">
                                        <p:cTn id="73" dur="500" fill="hold"/>
                                        <p:tgtEl>
                                          <p:spTgt spid="3">
                                            <p:txEl>
                                              <p:pRg st="11" end="11"/>
                                            </p:txEl>
                                          </p:spTgt>
                                        </p:tgtEl>
                                        <p:attrNameLst>
                                          <p:attrName>ppt_x</p:attrName>
                                        </p:attrNameLst>
                                      </p:cBhvr>
                                      <p:tavLst>
                                        <p:tav tm="0">
                                          <p:val>
                                            <p:strVal val="#ppt_x"/>
                                          </p:val>
                                        </p:tav>
                                        <p:tav tm="100000">
                                          <p:val>
                                            <p:strVal val="#ppt_x"/>
                                          </p:val>
                                        </p:tav>
                                      </p:tavLst>
                                    </p:anim>
                                    <p:anim calcmode="lin" valueType="num">
                                      <p:cBhvr additive="base">
                                        <p:cTn id="74" dur="500" fill="hold"/>
                                        <p:tgtEl>
                                          <p:spTgt spid="3">
                                            <p:txEl>
                                              <p:pRg st="11" end="11"/>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Psalm 91 </a:t>
            </a:r>
            <a:endParaRPr lang="en-IN" dirty="0"/>
          </a:p>
        </p:txBody>
      </p:sp>
      <p:sp>
        <p:nvSpPr>
          <p:cNvPr id="3" name="Content Placeholder 2"/>
          <p:cNvSpPr>
            <a:spLocks noGrp="1"/>
          </p:cNvSpPr>
          <p:nvPr>
            <p:ph idx="1"/>
          </p:nvPr>
        </p:nvSpPr>
        <p:spPr/>
        <p:txBody>
          <a:bodyPr>
            <a:normAutofit fontScale="92500" lnSpcReduction="20000"/>
          </a:bodyPr>
          <a:lstStyle/>
          <a:p>
            <a:r>
              <a:rPr lang="en-US" dirty="0" smtClean="0"/>
              <a:t>Psalm 91 is different from the other individual songs of trust. </a:t>
            </a:r>
          </a:p>
          <a:p>
            <a:r>
              <a:rPr lang="en-US" dirty="0" smtClean="0"/>
              <a:t> Probably it was used liturgically at a very early stage.</a:t>
            </a:r>
          </a:p>
          <a:p>
            <a:r>
              <a:rPr lang="en-US" dirty="0" smtClean="0"/>
              <a:t>The purpose of the psalmist was not to express his own trust in God in difficult situation or circumstances.</a:t>
            </a:r>
          </a:p>
          <a:p>
            <a:r>
              <a:rPr lang="en-US" dirty="0" smtClean="0"/>
              <a:t>But to assure others that they might confidently trust in the Lord in all situations.</a:t>
            </a:r>
          </a:p>
          <a:p>
            <a:r>
              <a:rPr lang="en-US" dirty="0" smtClean="0"/>
              <a:t>At the time of temptation of Christ – Mathew 4: 6, Luke 10: 10f             the devil quoted verses 11a, 12 of this Psalm.</a:t>
            </a:r>
          </a:p>
          <a:p>
            <a:r>
              <a:rPr lang="en-US" dirty="0" smtClean="0"/>
              <a:t>Notice however the phrase that Satan left out “ to guard you in all ways “ this phrase make to the interpretation of the verse, would include our everyday life. </a:t>
            </a:r>
          </a:p>
          <a:p>
            <a:r>
              <a:rPr lang="en-US" dirty="0" smtClean="0"/>
              <a:t>It would not include any foolish things which the devil might prompt us to do .   </a:t>
            </a:r>
          </a:p>
          <a:p>
            <a:endParaRPr lang="en-IN" dirty="0"/>
          </a:p>
        </p:txBody>
      </p:sp>
    </p:spTree>
    <p:extLst>
      <p:ext uri="{BB962C8B-B14F-4D97-AF65-F5344CB8AC3E}">
        <p14:creationId xmlns:p14="http://schemas.microsoft.com/office/powerpoint/2010/main" val="25067369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PSALM 27</a:t>
            </a:r>
            <a:endParaRPr lang="en-IN" dirty="0"/>
          </a:p>
        </p:txBody>
      </p:sp>
      <p:sp>
        <p:nvSpPr>
          <p:cNvPr id="3" name="Content Placeholder 2"/>
          <p:cNvSpPr>
            <a:spLocks noGrp="1"/>
          </p:cNvSpPr>
          <p:nvPr>
            <p:ph idx="1"/>
          </p:nvPr>
        </p:nvSpPr>
        <p:spPr/>
        <p:txBody>
          <a:bodyPr>
            <a:normAutofit fontScale="92500" lnSpcReduction="20000"/>
          </a:bodyPr>
          <a:lstStyle/>
          <a:p>
            <a:r>
              <a:rPr lang="en-US" dirty="0" smtClean="0"/>
              <a:t>Ps 27: 1-6 song of trust </a:t>
            </a:r>
            <a:r>
              <a:rPr lang="ml-IN" dirty="0"/>
              <a:t>ആശ്രയ കീർത്തനം</a:t>
            </a:r>
            <a:endParaRPr lang="en-US" dirty="0" smtClean="0"/>
          </a:p>
          <a:p>
            <a:r>
              <a:rPr lang="en-US" dirty="0" smtClean="0"/>
              <a:t>Verses 7-14 lament </a:t>
            </a:r>
            <a:r>
              <a:rPr lang="ml-IN" dirty="0"/>
              <a:t>വിലാപ </a:t>
            </a:r>
            <a:r>
              <a:rPr lang="ml-IN" dirty="0" smtClean="0"/>
              <a:t>കീർത്തനം</a:t>
            </a:r>
            <a:r>
              <a:rPr lang="en-US" dirty="0" smtClean="0"/>
              <a:t>	</a:t>
            </a:r>
          </a:p>
          <a:p>
            <a:r>
              <a:rPr lang="en-US" dirty="0" smtClean="0"/>
              <a:t>Some scholars think therefore Psalm 27 is made up of two separate Psalms by different authors. </a:t>
            </a:r>
            <a:r>
              <a:rPr lang="ml-IN" dirty="0"/>
              <a:t>രണ്ടു വ്യത്യസ്ത സങ്കീർത്തനങ്ങൾ ആണന്ന് അഭിപ്രായം ഉണ്ട്</a:t>
            </a:r>
            <a:endParaRPr lang="en-US" dirty="0" smtClean="0"/>
          </a:p>
          <a:p>
            <a:r>
              <a:rPr lang="en-US" sz="3200" dirty="0" smtClean="0"/>
              <a:t>PSALM 23</a:t>
            </a:r>
          </a:p>
          <a:p>
            <a:r>
              <a:rPr lang="en-US" dirty="0" smtClean="0"/>
              <a:t>The Lord is my shepherd, I shall not want </a:t>
            </a:r>
          </a:p>
          <a:p>
            <a:r>
              <a:rPr lang="ml-IN" dirty="0" smtClean="0"/>
              <a:t>യഹോവ </a:t>
            </a:r>
            <a:r>
              <a:rPr lang="ml-IN" dirty="0"/>
              <a:t>എന്റെ  </a:t>
            </a:r>
            <a:r>
              <a:rPr lang="ml-IN" dirty="0" smtClean="0"/>
              <a:t>ഇടയനാകുന്നു</a:t>
            </a:r>
            <a:r>
              <a:rPr lang="en-US" dirty="0" smtClean="0"/>
              <a:t>. </a:t>
            </a:r>
            <a:r>
              <a:rPr lang="ml-IN" dirty="0"/>
              <a:t>എനിക്ക് മുട്ടുണ്ടാകുകയില്ല</a:t>
            </a:r>
            <a:endParaRPr lang="en-US" dirty="0" smtClean="0"/>
          </a:p>
          <a:p>
            <a:r>
              <a:rPr lang="en-US" dirty="0" smtClean="0"/>
              <a:t>1. Setting in life </a:t>
            </a:r>
            <a:r>
              <a:rPr lang="ml-IN" dirty="0"/>
              <a:t>ജീവിത പശ്ചാത്തലം</a:t>
            </a:r>
            <a:endParaRPr lang="en-US" dirty="0" smtClean="0"/>
          </a:p>
          <a:p>
            <a:r>
              <a:rPr lang="en-US" dirty="0" smtClean="0"/>
              <a:t>2. Main intent </a:t>
            </a:r>
            <a:r>
              <a:rPr lang="ml-IN" dirty="0"/>
              <a:t>പ്രധാന ഉദ്ദേശം</a:t>
            </a:r>
            <a:endParaRPr lang="en-US" dirty="0" smtClean="0"/>
          </a:p>
          <a:p>
            <a:r>
              <a:rPr lang="en-US" dirty="0" smtClean="0"/>
              <a:t>3. Detailed study </a:t>
            </a:r>
            <a:r>
              <a:rPr lang="ml-IN" dirty="0"/>
              <a:t>വിശദമായ പഠന൦</a:t>
            </a:r>
            <a:endParaRPr lang="en-US" dirty="0" smtClean="0"/>
          </a:p>
          <a:p>
            <a:r>
              <a:rPr lang="en-US" dirty="0" smtClean="0"/>
              <a:t>4. Application. </a:t>
            </a:r>
            <a:r>
              <a:rPr lang="ml-IN" dirty="0"/>
              <a:t>വർത്തമാനകാല ബദ്ധ൦</a:t>
            </a:r>
            <a:endParaRPr lang="en-IN" dirty="0"/>
          </a:p>
        </p:txBody>
      </p:sp>
    </p:spTree>
    <p:extLst>
      <p:ext uri="{BB962C8B-B14F-4D97-AF65-F5344CB8AC3E}">
        <p14:creationId xmlns:p14="http://schemas.microsoft.com/office/powerpoint/2010/main" val="42787203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7" end="7"/>
                                            </p:txEl>
                                          </p:spTgt>
                                        </p:tgtEl>
                                        <p:attrNameLst>
                                          <p:attrName>style.visibility</p:attrName>
                                        </p:attrNameLst>
                                      </p:cBhvr>
                                      <p:to>
                                        <p:strVal val="visible"/>
                                      </p:to>
                                    </p:set>
                                    <p:anim calcmode="lin" valueType="num">
                                      <p:cBhvr additive="base">
                                        <p:cTn id="4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grpId="0" nodeType="clickEffect">
                                  <p:stCondLst>
                                    <p:cond delay="0"/>
                                  </p:stCondLst>
                                  <p:childTnLst>
                                    <p:set>
                                      <p:cBhvr>
                                        <p:cTn id="54" dur="1" fill="hold">
                                          <p:stCondLst>
                                            <p:cond delay="0"/>
                                          </p:stCondLst>
                                        </p:cTn>
                                        <p:tgtEl>
                                          <p:spTgt spid="3">
                                            <p:txEl>
                                              <p:pRg st="8" end="8"/>
                                            </p:txEl>
                                          </p:spTgt>
                                        </p:tgtEl>
                                        <p:attrNameLst>
                                          <p:attrName>style.visibility</p:attrName>
                                        </p:attrNameLst>
                                      </p:cBhvr>
                                      <p:to>
                                        <p:strVal val="visible"/>
                                      </p:to>
                                    </p:set>
                                    <p:anim calcmode="lin" valueType="num">
                                      <p:cBhvr additive="base">
                                        <p:cTn id="55"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56" dur="500" fill="hold"/>
                                        <p:tgtEl>
                                          <p:spTgt spid="3">
                                            <p:txEl>
                                              <p:pRg st="8" end="8"/>
                                            </p:txEl>
                                          </p:spTgt>
                                        </p:tgtEl>
                                        <p:attrNameLst>
                                          <p:attrName>ppt_y</p:attrName>
                                        </p:attrNameLst>
                                      </p:cBhvr>
                                      <p:tavLst>
                                        <p:tav tm="0">
                                          <p:val>
                                            <p:strVal val="1+#ppt_h/2"/>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2" presetClass="entr" presetSubtype="4" fill="hold" grpId="0" nodeType="clickEffect">
                                  <p:stCondLst>
                                    <p:cond delay="0"/>
                                  </p:stCondLst>
                                  <p:childTnLst>
                                    <p:set>
                                      <p:cBhvr>
                                        <p:cTn id="60" dur="1" fill="hold">
                                          <p:stCondLst>
                                            <p:cond delay="0"/>
                                          </p:stCondLst>
                                        </p:cTn>
                                        <p:tgtEl>
                                          <p:spTgt spid="3">
                                            <p:txEl>
                                              <p:pRg st="9" end="9"/>
                                            </p:txEl>
                                          </p:spTgt>
                                        </p:tgtEl>
                                        <p:attrNameLst>
                                          <p:attrName>style.visibility</p:attrName>
                                        </p:attrNameLst>
                                      </p:cBhvr>
                                      <p:to>
                                        <p:strVal val="visible"/>
                                      </p:to>
                                    </p:set>
                                    <p:anim calcmode="lin" valueType="num">
                                      <p:cBhvr additive="base">
                                        <p:cTn id="61"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62" dur="500" fill="hold"/>
                                        <p:tgtEl>
                                          <p:spTgt spid="3">
                                            <p:txEl>
                                              <p:pRg st="9" end="9"/>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COMMUNITY SONGS OF TRUST </a:t>
            </a:r>
            <a:r>
              <a:rPr lang="ml-IN" sz="3200" dirty="0"/>
              <a:t>സാമൂഹ്യമായ ആശ്രയ കീർത്തനങ്ങൾ</a:t>
            </a:r>
            <a:endParaRPr lang="en-IN" sz="3200" dirty="0"/>
          </a:p>
        </p:txBody>
      </p:sp>
      <p:sp>
        <p:nvSpPr>
          <p:cNvPr id="3" name="Content Placeholder 2"/>
          <p:cNvSpPr>
            <a:spLocks noGrp="1"/>
          </p:cNvSpPr>
          <p:nvPr>
            <p:ph idx="1"/>
          </p:nvPr>
        </p:nvSpPr>
        <p:spPr/>
        <p:txBody>
          <a:bodyPr>
            <a:normAutofit fontScale="92500" lnSpcReduction="20000"/>
          </a:bodyPr>
          <a:lstStyle/>
          <a:p>
            <a:r>
              <a:rPr lang="en-US" dirty="0" smtClean="0"/>
              <a:t>There are only three Psalms </a:t>
            </a:r>
            <a:r>
              <a:rPr lang="ml-IN" dirty="0"/>
              <a:t>മൂന്ന് സങ്കീർത്തനങ്ങൾ</a:t>
            </a:r>
            <a:endParaRPr lang="en-US" dirty="0" smtClean="0"/>
          </a:p>
          <a:p>
            <a:r>
              <a:rPr lang="en-US" dirty="0" smtClean="0"/>
              <a:t>Psalms 125,126,127</a:t>
            </a:r>
          </a:p>
          <a:p>
            <a:r>
              <a:rPr lang="en-US" dirty="0" smtClean="0"/>
              <a:t>These Psalms are entitled as  songs of Ascents, probably used by pilgrims who were coming, or had come, to worship at Jerusalem. </a:t>
            </a:r>
            <a:r>
              <a:rPr lang="ml-IN" dirty="0"/>
              <a:t>യെരൂശലേമിൽ ആരാധനയ്ക്കു വരുമ്പോൾ പാടുന്ന ഗീതങ്ങൾ</a:t>
            </a:r>
            <a:endParaRPr lang="en-US" dirty="0" smtClean="0"/>
          </a:p>
          <a:p>
            <a:r>
              <a:rPr lang="en-US" dirty="0" smtClean="0"/>
              <a:t>Psalm 125</a:t>
            </a:r>
          </a:p>
          <a:p>
            <a:r>
              <a:rPr lang="en-US" dirty="0" smtClean="0"/>
              <a:t>Psalm 127</a:t>
            </a:r>
          </a:p>
          <a:p>
            <a:r>
              <a:rPr lang="en-US" b="1" i="1" dirty="0" smtClean="0"/>
              <a:t>Psalm 126 – Song of Trust (CST) </a:t>
            </a:r>
            <a:r>
              <a:rPr lang="ml-IN" b="1" i="1" dirty="0"/>
              <a:t>സാമൂഹ്യമായ ആശ്രയ കീർത്തനങ്ങൾ</a:t>
            </a:r>
            <a:endParaRPr lang="en-US" b="1" i="1" dirty="0" smtClean="0"/>
          </a:p>
          <a:p>
            <a:r>
              <a:rPr lang="en-US" b="1" i="1" dirty="0" smtClean="0"/>
              <a:t>Verses 1-3  Reminiscence </a:t>
            </a:r>
            <a:r>
              <a:rPr lang="ml-IN" b="1" i="1" dirty="0"/>
              <a:t>പൂർവ്വകാലത്തു ദൈവം നടത്തിയ വിധമൊക്കെയും ഓർക്കുക</a:t>
            </a:r>
            <a:endParaRPr lang="en-US" b="1" i="1" dirty="0" smtClean="0"/>
          </a:p>
          <a:p>
            <a:r>
              <a:rPr lang="en-US" b="1" i="1" dirty="0" smtClean="0"/>
              <a:t>Verses 4-5 Petition </a:t>
            </a:r>
            <a:r>
              <a:rPr lang="ml-IN" b="1" i="1" dirty="0"/>
              <a:t>പരാതികൾ</a:t>
            </a:r>
            <a:endParaRPr lang="en-US" b="1" i="1" dirty="0" smtClean="0"/>
          </a:p>
          <a:p>
            <a:r>
              <a:rPr lang="en-US" b="1" i="1" dirty="0" smtClean="0"/>
              <a:t>Verse    6   Expression of confidence </a:t>
            </a:r>
            <a:r>
              <a:rPr lang="ml-IN" b="1" i="1" dirty="0"/>
              <a:t>ആത്മ വിശ്വാസ൦</a:t>
            </a:r>
            <a:r>
              <a:rPr lang="en-US" b="1" i="1" dirty="0" smtClean="0"/>
              <a:t> </a:t>
            </a:r>
          </a:p>
          <a:p>
            <a:endParaRPr lang="en-US" dirty="0" smtClean="0"/>
          </a:p>
          <a:p>
            <a:endParaRPr lang="en-US" dirty="0" smtClean="0"/>
          </a:p>
          <a:p>
            <a:endParaRPr lang="en-IN" dirty="0"/>
          </a:p>
        </p:txBody>
      </p:sp>
    </p:spTree>
    <p:extLst>
      <p:ext uri="{BB962C8B-B14F-4D97-AF65-F5344CB8AC3E}">
        <p14:creationId xmlns:p14="http://schemas.microsoft.com/office/powerpoint/2010/main" val="4487756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7" end="7"/>
                                            </p:txEl>
                                          </p:spTgt>
                                        </p:tgtEl>
                                        <p:attrNameLst>
                                          <p:attrName>style.visibility</p:attrName>
                                        </p:attrNameLst>
                                      </p:cBhvr>
                                      <p:to>
                                        <p:strVal val="visible"/>
                                      </p:to>
                                    </p:set>
                                    <p:anim calcmode="lin" valueType="num">
                                      <p:cBhvr additive="base">
                                        <p:cTn id="4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grpId="0" nodeType="clickEffect">
                                  <p:stCondLst>
                                    <p:cond delay="0"/>
                                  </p:stCondLst>
                                  <p:childTnLst>
                                    <p:set>
                                      <p:cBhvr>
                                        <p:cTn id="54" dur="1" fill="hold">
                                          <p:stCondLst>
                                            <p:cond delay="0"/>
                                          </p:stCondLst>
                                        </p:cTn>
                                        <p:tgtEl>
                                          <p:spTgt spid="3">
                                            <p:txEl>
                                              <p:pRg st="8" end="8"/>
                                            </p:txEl>
                                          </p:spTgt>
                                        </p:tgtEl>
                                        <p:attrNameLst>
                                          <p:attrName>style.visibility</p:attrName>
                                        </p:attrNameLst>
                                      </p:cBhvr>
                                      <p:to>
                                        <p:strVal val="visible"/>
                                      </p:to>
                                    </p:set>
                                    <p:anim calcmode="lin" valueType="num">
                                      <p:cBhvr additive="base">
                                        <p:cTn id="55"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56" dur="500" fill="hold"/>
                                        <p:tgtEl>
                                          <p:spTgt spid="3">
                                            <p:txEl>
                                              <p:pRg st="8" end="8"/>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6291" y="-624051"/>
            <a:ext cx="9404723" cy="794967"/>
          </a:xfrm>
        </p:spPr>
        <p:txBody>
          <a:bodyPr/>
          <a:lstStyle/>
          <a:p>
            <a:pPr algn="ctr"/>
            <a:r>
              <a:rPr lang="en-US" dirty="0" smtClean="0"/>
              <a:t>RIVISION STUDY</a:t>
            </a:r>
            <a:endParaRPr lang="en-IN" dirty="0"/>
          </a:p>
        </p:txBody>
      </p:sp>
      <p:sp>
        <p:nvSpPr>
          <p:cNvPr id="3" name="Content Placeholder 2"/>
          <p:cNvSpPr>
            <a:spLocks noGrp="1"/>
          </p:cNvSpPr>
          <p:nvPr>
            <p:ph idx="1"/>
          </p:nvPr>
        </p:nvSpPr>
        <p:spPr>
          <a:xfrm>
            <a:off x="1163133" y="940037"/>
            <a:ext cx="8946541" cy="5665862"/>
          </a:xfrm>
        </p:spPr>
        <p:txBody>
          <a:bodyPr>
            <a:normAutofit/>
          </a:bodyPr>
          <a:lstStyle/>
          <a:p>
            <a:r>
              <a:rPr lang="en-US" dirty="0" smtClean="0"/>
              <a:t>HYMN</a:t>
            </a:r>
          </a:p>
          <a:p>
            <a:pPr lvl="1"/>
            <a:r>
              <a:rPr lang="en-US" dirty="0" smtClean="0"/>
              <a:t>1. CALL TO WORSHIP</a:t>
            </a:r>
          </a:p>
          <a:p>
            <a:pPr lvl="1"/>
            <a:r>
              <a:rPr lang="en-US" dirty="0" smtClean="0"/>
              <a:t>2. WHAT GOD HAS DONE OR WHAT GOD IS LIKE</a:t>
            </a:r>
          </a:p>
          <a:p>
            <a:r>
              <a:rPr lang="en-US" dirty="0" smtClean="0"/>
              <a:t>LAMENT- INDIVIDUAL AND COMMUNITY</a:t>
            </a:r>
          </a:p>
          <a:p>
            <a:pPr lvl="1"/>
            <a:r>
              <a:rPr lang="en-US" dirty="0" smtClean="0"/>
              <a:t>1. INVOCATION           2. LAMENTATION</a:t>
            </a:r>
          </a:p>
          <a:p>
            <a:pPr lvl="1"/>
            <a:r>
              <a:rPr lang="en-US" dirty="0" smtClean="0"/>
              <a:t>3. PETITION                   4. MOTIVATION</a:t>
            </a:r>
          </a:p>
          <a:p>
            <a:pPr lvl="1"/>
            <a:r>
              <a:rPr lang="en-US" dirty="0" smtClean="0"/>
              <a:t>5. VOW                         6. DIVINE RESPONSE</a:t>
            </a:r>
          </a:p>
          <a:p>
            <a:pPr lvl="1"/>
            <a:r>
              <a:rPr lang="en-US" dirty="0" smtClean="0"/>
              <a:t>7. EXPRESSION OF CONFIDENCE</a:t>
            </a:r>
          </a:p>
          <a:p>
            <a:r>
              <a:rPr lang="en-US" dirty="0" smtClean="0"/>
              <a:t>THANKSGIVING- INDIVIDUAL AND COMMUNITY</a:t>
            </a:r>
          </a:p>
          <a:p>
            <a:pPr lvl="1"/>
            <a:r>
              <a:rPr lang="en-US" dirty="0" smtClean="0"/>
              <a:t>1. CALL TO WORSHIP  2. PROCLAMATION AND INTRODUCTORY PART</a:t>
            </a:r>
          </a:p>
          <a:p>
            <a:pPr lvl="1"/>
            <a:r>
              <a:rPr lang="en-US" dirty="0" smtClean="0"/>
              <a:t>3. TESTIMONY               4. PRAISE</a:t>
            </a:r>
          </a:p>
          <a:p>
            <a:r>
              <a:rPr lang="en-US" dirty="0" smtClean="0"/>
              <a:t>TRUST – INDIVIDUAL AND COMMUNITY</a:t>
            </a:r>
          </a:p>
          <a:p>
            <a:pPr lvl="1"/>
            <a:r>
              <a:rPr lang="en-US" dirty="0" smtClean="0"/>
              <a:t>TRUST	IN THE MIDST OF DIFFICULTIES	</a:t>
            </a:r>
            <a:endParaRPr lang="en-IN" dirty="0"/>
          </a:p>
        </p:txBody>
      </p:sp>
    </p:spTree>
    <p:extLst>
      <p:ext uri="{BB962C8B-B14F-4D97-AF65-F5344CB8AC3E}">
        <p14:creationId xmlns:p14="http://schemas.microsoft.com/office/powerpoint/2010/main" val="2600623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 calcmode="lin" valueType="num">
                                      <p:cBhvr additive="base">
                                        <p:cTn id="11"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3">
                                            <p:txEl>
                                              <p:pRg st="1" end="1"/>
                                            </p:txEl>
                                          </p:spTgt>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 calcmode="lin" valueType="num">
                                      <p:cBhvr additive="base">
                                        <p:cTn id="15"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3">
                                            <p:txEl>
                                              <p:pRg st="3" end="3"/>
                                            </p:txEl>
                                          </p:spTgt>
                                        </p:tgtEl>
                                        <p:attrNameLst>
                                          <p:attrName>style.visibility</p:attrName>
                                        </p:attrNameLst>
                                      </p:cBhvr>
                                      <p:to>
                                        <p:strVal val="visible"/>
                                      </p:to>
                                    </p:set>
                                    <p:anim calcmode="lin" valueType="num">
                                      <p:cBhvr additive="base">
                                        <p:cTn id="21"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2" dur="500" fill="hold"/>
                                        <p:tgtEl>
                                          <p:spTgt spid="3">
                                            <p:txEl>
                                              <p:pRg st="3" end="3"/>
                                            </p:txEl>
                                          </p:spTgt>
                                        </p:tgtEl>
                                        <p:attrNameLst>
                                          <p:attrName>ppt_y</p:attrName>
                                        </p:attrNameLst>
                                      </p:cBhvr>
                                      <p:tavLst>
                                        <p:tav tm="0">
                                          <p:val>
                                            <p:strVal val="1+#ppt_h/2"/>
                                          </p:val>
                                        </p:tav>
                                        <p:tav tm="100000">
                                          <p:val>
                                            <p:strVal val="#ppt_y"/>
                                          </p:val>
                                        </p:tav>
                                      </p:tavLst>
                                    </p:anim>
                                  </p:childTnLst>
                                </p:cTn>
                              </p:par>
                              <p:par>
                                <p:cTn id="23" presetID="2" presetClass="entr" presetSubtype="4" fill="hold" grpId="0" nodeType="with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 calcmode="lin" valueType="num">
                                      <p:cBhvr additive="base">
                                        <p:cTn id="25"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4" end="4"/>
                                            </p:txEl>
                                          </p:spTgt>
                                        </p:tgtEl>
                                        <p:attrNameLst>
                                          <p:attrName>ppt_y</p:attrName>
                                        </p:attrNameLst>
                                      </p:cBhvr>
                                      <p:tavLst>
                                        <p:tav tm="0">
                                          <p:val>
                                            <p:strVal val="1+#ppt_h/2"/>
                                          </p:val>
                                        </p:tav>
                                        <p:tav tm="100000">
                                          <p:val>
                                            <p:strVal val="#ppt_y"/>
                                          </p:val>
                                        </p:tav>
                                      </p:tavLst>
                                    </p:anim>
                                  </p:childTnLst>
                                </p:cTn>
                              </p:par>
                              <p:par>
                                <p:cTn id="27" presetID="2" presetClass="entr" presetSubtype="4" fill="hold" grpId="0" nodeType="with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anim calcmode="lin" valueType="num">
                                      <p:cBhvr additive="base">
                                        <p:cTn id="29"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0" dur="500" fill="hold"/>
                                        <p:tgtEl>
                                          <p:spTgt spid="3">
                                            <p:txEl>
                                              <p:pRg st="5" end="5"/>
                                            </p:txEl>
                                          </p:spTgt>
                                        </p:tgtEl>
                                        <p:attrNameLst>
                                          <p:attrName>ppt_y</p:attrName>
                                        </p:attrNameLst>
                                      </p:cBhvr>
                                      <p:tavLst>
                                        <p:tav tm="0">
                                          <p:val>
                                            <p:strVal val="1+#ppt_h/2"/>
                                          </p:val>
                                        </p:tav>
                                        <p:tav tm="100000">
                                          <p:val>
                                            <p:strVal val="#ppt_y"/>
                                          </p:val>
                                        </p:tav>
                                      </p:tavLst>
                                    </p:anim>
                                  </p:childTnLst>
                                </p:cTn>
                              </p:par>
                              <p:par>
                                <p:cTn id="31" presetID="2" presetClass="entr" presetSubtype="4" fill="hold" grpId="0" nodeType="withEffect">
                                  <p:stCondLst>
                                    <p:cond delay="0"/>
                                  </p:stCondLst>
                                  <p:childTnLst>
                                    <p:set>
                                      <p:cBhvr>
                                        <p:cTn id="32" dur="1" fill="hold">
                                          <p:stCondLst>
                                            <p:cond delay="0"/>
                                          </p:stCondLst>
                                        </p:cTn>
                                        <p:tgtEl>
                                          <p:spTgt spid="3">
                                            <p:txEl>
                                              <p:pRg st="6" end="6"/>
                                            </p:txEl>
                                          </p:spTgt>
                                        </p:tgtEl>
                                        <p:attrNameLst>
                                          <p:attrName>style.visibility</p:attrName>
                                        </p:attrNameLst>
                                      </p:cBhvr>
                                      <p:to>
                                        <p:strVal val="visible"/>
                                      </p:to>
                                    </p:set>
                                    <p:anim calcmode="lin" valueType="num">
                                      <p:cBhvr additive="base">
                                        <p:cTn id="3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34" dur="500" fill="hold"/>
                                        <p:tgtEl>
                                          <p:spTgt spid="3">
                                            <p:txEl>
                                              <p:pRg st="6" end="6"/>
                                            </p:txEl>
                                          </p:spTgt>
                                        </p:tgtEl>
                                        <p:attrNameLst>
                                          <p:attrName>ppt_y</p:attrName>
                                        </p:attrNameLst>
                                      </p:cBhvr>
                                      <p:tavLst>
                                        <p:tav tm="0">
                                          <p:val>
                                            <p:strVal val="1+#ppt_h/2"/>
                                          </p:val>
                                        </p:tav>
                                        <p:tav tm="100000">
                                          <p:val>
                                            <p:strVal val="#ppt_y"/>
                                          </p:val>
                                        </p:tav>
                                      </p:tavLst>
                                    </p:anim>
                                  </p:childTnLst>
                                </p:cTn>
                              </p:par>
                              <p:par>
                                <p:cTn id="35" presetID="2" presetClass="entr" presetSubtype="4" fill="hold" grpId="0" nodeType="withEffect">
                                  <p:stCondLst>
                                    <p:cond delay="0"/>
                                  </p:stCondLst>
                                  <p:childTnLst>
                                    <p:set>
                                      <p:cBhvr>
                                        <p:cTn id="36" dur="1" fill="hold">
                                          <p:stCondLst>
                                            <p:cond delay="0"/>
                                          </p:stCondLst>
                                        </p:cTn>
                                        <p:tgtEl>
                                          <p:spTgt spid="3">
                                            <p:txEl>
                                              <p:pRg st="7" end="7"/>
                                            </p:txEl>
                                          </p:spTgt>
                                        </p:tgtEl>
                                        <p:attrNameLst>
                                          <p:attrName>style.visibility</p:attrName>
                                        </p:attrNameLst>
                                      </p:cBhvr>
                                      <p:to>
                                        <p:strVal val="visible"/>
                                      </p:to>
                                    </p:set>
                                    <p:anim calcmode="lin" valueType="num">
                                      <p:cBhvr additive="base">
                                        <p:cTn id="37"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8" end="8"/>
                                            </p:txEl>
                                          </p:spTgt>
                                        </p:tgtEl>
                                        <p:attrNameLst>
                                          <p:attrName>style.visibility</p:attrName>
                                        </p:attrNameLst>
                                      </p:cBhvr>
                                      <p:to>
                                        <p:strVal val="visible"/>
                                      </p:to>
                                    </p:set>
                                    <p:anim calcmode="lin" valueType="num">
                                      <p:cBhvr additive="base">
                                        <p:cTn id="43"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8" end="8"/>
                                            </p:txEl>
                                          </p:spTgt>
                                        </p:tgtEl>
                                        <p:attrNameLst>
                                          <p:attrName>ppt_y</p:attrName>
                                        </p:attrNameLst>
                                      </p:cBhvr>
                                      <p:tavLst>
                                        <p:tav tm="0">
                                          <p:val>
                                            <p:strVal val="1+#ppt_h/2"/>
                                          </p:val>
                                        </p:tav>
                                        <p:tav tm="100000">
                                          <p:val>
                                            <p:strVal val="#ppt_y"/>
                                          </p:val>
                                        </p:tav>
                                      </p:tavLst>
                                    </p:anim>
                                  </p:childTnLst>
                                </p:cTn>
                              </p:par>
                              <p:par>
                                <p:cTn id="45" presetID="2" presetClass="entr" presetSubtype="4" fill="hold" grpId="0" nodeType="withEffect">
                                  <p:stCondLst>
                                    <p:cond delay="0"/>
                                  </p:stCondLst>
                                  <p:childTnLst>
                                    <p:set>
                                      <p:cBhvr>
                                        <p:cTn id="46" dur="1" fill="hold">
                                          <p:stCondLst>
                                            <p:cond delay="0"/>
                                          </p:stCondLst>
                                        </p:cTn>
                                        <p:tgtEl>
                                          <p:spTgt spid="3">
                                            <p:txEl>
                                              <p:pRg st="9" end="9"/>
                                            </p:txEl>
                                          </p:spTgt>
                                        </p:tgtEl>
                                        <p:attrNameLst>
                                          <p:attrName>style.visibility</p:attrName>
                                        </p:attrNameLst>
                                      </p:cBhvr>
                                      <p:to>
                                        <p:strVal val="visible"/>
                                      </p:to>
                                    </p:set>
                                    <p:anim calcmode="lin" valueType="num">
                                      <p:cBhvr additive="base">
                                        <p:cTn id="47"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48" dur="500" fill="hold"/>
                                        <p:tgtEl>
                                          <p:spTgt spid="3">
                                            <p:txEl>
                                              <p:pRg st="9" end="9"/>
                                            </p:txEl>
                                          </p:spTgt>
                                        </p:tgtEl>
                                        <p:attrNameLst>
                                          <p:attrName>ppt_y</p:attrName>
                                        </p:attrNameLst>
                                      </p:cBhvr>
                                      <p:tavLst>
                                        <p:tav tm="0">
                                          <p:val>
                                            <p:strVal val="1+#ppt_h/2"/>
                                          </p:val>
                                        </p:tav>
                                        <p:tav tm="100000">
                                          <p:val>
                                            <p:strVal val="#ppt_y"/>
                                          </p:val>
                                        </p:tav>
                                      </p:tavLst>
                                    </p:anim>
                                  </p:childTnLst>
                                </p:cTn>
                              </p:par>
                              <p:par>
                                <p:cTn id="49" presetID="2" presetClass="entr" presetSubtype="4" fill="hold" grpId="0" nodeType="withEffect">
                                  <p:stCondLst>
                                    <p:cond delay="0"/>
                                  </p:stCondLst>
                                  <p:childTnLst>
                                    <p:set>
                                      <p:cBhvr>
                                        <p:cTn id="50" dur="1" fill="hold">
                                          <p:stCondLst>
                                            <p:cond delay="0"/>
                                          </p:stCondLst>
                                        </p:cTn>
                                        <p:tgtEl>
                                          <p:spTgt spid="3">
                                            <p:txEl>
                                              <p:pRg st="10" end="10"/>
                                            </p:txEl>
                                          </p:spTgt>
                                        </p:tgtEl>
                                        <p:attrNameLst>
                                          <p:attrName>style.visibility</p:attrName>
                                        </p:attrNameLst>
                                      </p:cBhvr>
                                      <p:to>
                                        <p:strVal val="visible"/>
                                      </p:to>
                                    </p:set>
                                    <p:anim calcmode="lin" valueType="num">
                                      <p:cBhvr additive="base">
                                        <p:cTn id="51" dur="500" fill="hold"/>
                                        <p:tgtEl>
                                          <p:spTgt spid="3">
                                            <p:txEl>
                                              <p:pRg st="10" end="10"/>
                                            </p:txEl>
                                          </p:spTgt>
                                        </p:tgtEl>
                                        <p:attrNameLst>
                                          <p:attrName>ppt_x</p:attrName>
                                        </p:attrNameLst>
                                      </p:cBhvr>
                                      <p:tavLst>
                                        <p:tav tm="0">
                                          <p:val>
                                            <p:strVal val="#ppt_x"/>
                                          </p:val>
                                        </p:tav>
                                        <p:tav tm="100000">
                                          <p:val>
                                            <p:strVal val="#ppt_x"/>
                                          </p:val>
                                        </p:tav>
                                      </p:tavLst>
                                    </p:anim>
                                    <p:anim calcmode="lin" valueType="num">
                                      <p:cBhvr additive="base">
                                        <p:cTn id="52" dur="500" fill="hold"/>
                                        <p:tgtEl>
                                          <p:spTgt spid="3">
                                            <p:txEl>
                                              <p:pRg st="10" end="10"/>
                                            </p:txEl>
                                          </p:spTgt>
                                        </p:tgtEl>
                                        <p:attrNameLst>
                                          <p:attrName>ppt_y</p:attrName>
                                        </p:attrNameLst>
                                      </p:cBhvr>
                                      <p:tavLst>
                                        <p:tav tm="0">
                                          <p:val>
                                            <p:strVal val="1+#ppt_h/2"/>
                                          </p:val>
                                        </p:tav>
                                        <p:tav tm="100000">
                                          <p:val>
                                            <p:strVal val="#ppt_y"/>
                                          </p:val>
                                        </p:tav>
                                      </p:tavLst>
                                    </p:anim>
                                  </p:childTnLst>
                                </p:cTn>
                              </p:par>
                            </p:childTnLst>
                          </p:cTn>
                        </p:par>
                      </p:childTnLst>
                    </p:cTn>
                  </p:par>
                  <p:par>
                    <p:cTn id="53" fill="hold">
                      <p:stCondLst>
                        <p:cond delay="indefinite"/>
                      </p:stCondLst>
                      <p:childTnLst>
                        <p:par>
                          <p:cTn id="54" fill="hold">
                            <p:stCondLst>
                              <p:cond delay="0"/>
                            </p:stCondLst>
                            <p:childTnLst>
                              <p:par>
                                <p:cTn id="55" presetID="2" presetClass="entr" presetSubtype="4" fill="hold" grpId="0" nodeType="clickEffect">
                                  <p:stCondLst>
                                    <p:cond delay="0"/>
                                  </p:stCondLst>
                                  <p:childTnLst>
                                    <p:set>
                                      <p:cBhvr>
                                        <p:cTn id="56" dur="1" fill="hold">
                                          <p:stCondLst>
                                            <p:cond delay="0"/>
                                          </p:stCondLst>
                                        </p:cTn>
                                        <p:tgtEl>
                                          <p:spTgt spid="3">
                                            <p:txEl>
                                              <p:pRg st="11" end="11"/>
                                            </p:txEl>
                                          </p:spTgt>
                                        </p:tgtEl>
                                        <p:attrNameLst>
                                          <p:attrName>style.visibility</p:attrName>
                                        </p:attrNameLst>
                                      </p:cBhvr>
                                      <p:to>
                                        <p:strVal val="visible"/>
                                      </p:to>
                                    </p:set>
                                    <p:anim calcmode="lin" valueType="num">
                                      <p:cBhvr additive="base">
                                        <p:cTn id="57" dur="500" fill="hold"/>
                                        <p:tgtEl>
                                          <p:spTgt spid="3">
                                            <p:txEl>
                                              <p:pRg st="11" end="11"/>
                                            </p:txEl>
                                          </p:spTgt>
                                        </p:tgtEl>
                                        <p:attrNameLst>
                                          <p:attrName>ppt_x</p:attrName>
                                        </p:attrNameLst>
                                      </p:cBhvr>
                                      <p:tavLst>
                                        <p:tav tm="0">
                                          <p:val>
                                            <p:strVal val="#ppt_x"/>
                                          </p:val>
                                        </p:tav>
                                        <p:tav tm="100000">
                                          <p:val>
                                            <p:strVal val="#ppt_x"/>
                                          </p:val>
                                        </p:tav>
                                      </p:tavLst>
                                    </p:anim>
                                    <p:anim calcmode="lin" valueType="num">
                                      <p:cBhvr additive="base">
                                        <p:cTn id="58" dur="500" fill="hold"/>
                                        <p:tgtEl>
                                          <p:spTgt spid="3">
                                            <p:txEl>
                                              <p:pRg st="11" end="11"/>
                                            </p:txEl>
                                          </p:spTgt>
                                        </p:tgtEl>
                                        <p:attrNameLst>
                                          <p:attrName>ppt_y</p:attrName>
                                        </p:attrNameLst>
                                      </p:cBhvr>
                                      <p:tavLst>
                                        <p:tav tm="0">
                                          <p:val>
                                            <p:strVal val="1+#ppt_h/2"/>
                                          </p:val>
                                        </p:tav>
                                        <p:tav tm="100000">
                                          <p:val>
                                            <p:strVal val="#ppt_y"/>
                                          </p:val>
                                        </p:tav>
                                      </p:tavLst>
                                    </p:anim>
                                  </p:childTnLst>
                                </p:cTn>
                              </p:par>
                              <p:par>
                                <p:cTn id="59" presetID="2" presetClass="entr" presetSubtype="4" fill="hold" grpId="0" nodeType="withEffect">
                                  <p:stCondLst>
                                    <p:cond delay="0"/>
                                  </p:stCondLst>
                                  <p:childTnLst>
                                    <p:set>
                                      <p:cBhvr>
                                        <p:cTn id="60" dur="1" fill="hold">
                                          <p:stCondLst>
                                            <p:cond delay="0"/>
                                          </p:stCondLst>
                                        </p:cTn>
                                        <p:tgtEl>
                                          <p:spTgt spid="3">
                                            <p:txEl>
                                              <p:pRg st="12" end="12"/>
                                            </p:txEl>
                                          </p:spTgt>
                                        </p:tgtEl>
                                        <p:attrNameLst>
                                          <p:attrName>style.visibility</p:attrName>
                                        </p:attrNameLst>
                                      </p:cBhvr>
                                      <p:to>
                                        <p:strVal val="visible"/>
                                      </p:to>
                                    </p:set>
                                    <p:anim calcmode="lin" valueType="num">
                                      <p:cBhvr additive="base">
                                        <p:cTn id="61" dur="500" fill="hold"/>
                                        <p:tgtEl>
                                          <p:spTgt spid="3">
                                            <p:txEl>
                                              <p:pRg st="12" end="12"/>
                                            </p:txEl>
                                          </p:spTgt>
                                        </p:tgtEl>
                                        <p:attrNameLst>
                                          <p:attrName>ppt_x</p:attrName>
                                        </p:attrNameLst>
                                      </p:cBhvr>
                                      <p:tavLst>
                                        <p:tav tm="0">
                                          <p:val>
                                            <p:strVal val="#ppt_x"/>
                                          </p:val>
                                        </p:tav>
                                        <p:tav tm="100000">
                                          <p:val>
                                            <p:strVal val="#ppt_x"/>
                                          </p:val>
                                        </p:tav>
                                      </p:tavLst>
                                    </p:anim>
                                    <p:anim calcmode="lin" valueType="num">
                                      <p:cBhvr additive="base">
                                        <p:cTn id="62" dur="500" fill="hold"/>
                                        <p:tgtEl>
                                          <p:spTgt spid="3">
                                            <p:txEl>
                                              <p:pRg st="12" end="1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 we studied the following</a:t>
            </a:r>
            <a:endParaRPr lang="en-IN" dirty="0"/>
          </a:p>
        </p:txBody>
      </p:sp>
      <p:sp>
        <p:nvSpPr>
          <p:cNvPr id="3" name="Content Placeholder 2"/>
          <p:cNvSpPr>
            <a:spLocks noGrp="1"/>
          </p:cNvSpPr>
          <p:nvPr>
            <p:ph idx="1"/>
          </p:nvPr>
        </p:nvSpPr>
        <p:spPr>
          <a:xfrm>
            <a:off x="1573331" y="1853248"/>
            <a:ext cx="10142953" cy="3667335"/>
          </a:xfrm>
        </p:spPr>
        <p:txBody>
          <a:bodyPr/>
          <a:lstStyle/>
          <a:p>
            <a:r>
              <a:rPr lang="en-US" dirty="0" smtClean="0"/>
              <a:t>Hymn</a:t>
            </a:r>
            <a:r>
              <a:rPr lang="en-IN" dirty="0" smtClean="0"/>
              <a:t>     - H  </a:t>
            </a:r>
            <a:r>
              <a:rPr lang="ml-IN" dirty="0"/>
              <a:t>സ്തുതിഗീതങ്ങൾ</a:t>
            </a:r>
            <a:endParaRPr lang="en-IN" dirty="0" smtClean="0"/>
          </a:p>
          <a:p>
            <a:r>
              <a:rPr lang="en-US" dirty="0" smtClean="0"/>
              <a:t>Individual songs of Lament     - IL </a:t>
            </a:r>
            <a:r>
              <a:rPr lang="ml-IN" dirty="0" smtClean="0"/>
              <a:t>വ്യക്തി</a:t>
            </a:r>
            <a:r>
              <a:rPr lang="en-US" dirty="0" smtClean="0"/>
              <a:t> </a:t>
            </a:r>
            <a:r>
              <a:rPr lang="ml-IN" dirty="0" smtClean="0"/>
              <a:t>വിലാപ</a:t>
            </a:r>
            <a:r>
              <a:rPr lang="en-US" dirty="0" smtClean="0"/>
              <a:t> </a:t>
            </a:r>
            <a:r>
              <a:rPr lang="ml-IN" dirty="0" smtClean="0"/>
              <a:t>കീർത്തനങ്ങൾ</a:t>
            </a:r>
            <a:endParaRPr lang="en-US" dirty="0" smtClean="0"/>
          </a:p>
          <a:p>
            <a:r>
              <a:rPr lang="en-US" dirty="0" smtClean="0"/>
              <a:t>Community songs of Lament  - CL </a:t>
            </a:r>
            <a:r>
              <a:rPr lang="ml-IN" dirty="0" smtClean="0"/>
              <a:t>സാമൂഹ്യ</a:t>
            </a:r>
            <a:r>
              <a:rPr lang="en-US" dirty="0" smtClean="0"/>
              <a:t> </a:t>
            </a:r>
            <a:r>
              <a:rPr lang="ml-IN" dirty="0" smtClean="0"/>
              <a:t>വിലാപ</a:t>
            </a:r>
            <a:r>
              <a:rPr lang="en-US" dirty="0" smtClean="0"/>
              <a:t> </a:t>
            </a:r>
            <a:r>
              <a:rPr lang="ml-IN" dirty="0"/>
              <a:t>കീർത്തനങ്ങൾ</a:t>
            </a:r>
            <a:endParaRPr lang="en-US" dirty="0" smtClean="0"/>
          </a:p>
          <a:p>
            <a:r>
              <a:rPr lang="en-US" dirty="0" smtClean="0"/>
              <a:t>Individual songs of Thanksgiving – IT </a:t>
            </a:r>
            <a:r>
              <a:rPr lang="ml-IN" dirty="0"/>
              <a:t>വ്യക്തി</a:t>
            </a:r>
            <a:r>
              <a:rPr lang="en-US" dirty="0" smtClean="0"/>
              <a:t> </a:t>
            </a:r>
            <a:r>
              <a:rPr lang="ml-IN" dirty="0" smtClean="0"/>
              <a:t>സ്തോത്ര</a:t>
            </a:r>
            <a:r>
              <a:rPr lang="en-US" dirty="0" smtClean="0"/>
              <a:t> </a:t>
            </a:r>
            <a:r>
              <a:rPr lang="ml-IN" dirty="0" smtClean="0"/>
              <a:t>കീർത്തനങ്ങൾ</a:t>
            </a:r>
            <a:endParaRPr lang="en-US" dirty="0" smtClean="0"/>
          </a:p>
          <a:p>
            <a:r>
              <a:rPr lang="en-US" dirty="0" smtClean="0"/>
              <a:t>Community songs of Thanksgiving </a:t>
            </a:r>
            <a:r>
              <a:rPr lang="en-US" dirty="0"/>
              <a:t>-</a:t>
            </a:r>
            <a:r>
              <a:rPr lang="en-US" dirty="0" smtClean="0"/>
              <a:t> CT </a:t>
            </a:r>
            <a:r>
              <a:rPr lang="ml-IN" dirty="0"/>
              <a:t>സാമൂഹ്യ</a:t>
            </a:r>
            <a:r>
              <a:rPr lang="en-US" dirty="0" smtClean="0"/>
              <a:t> </a:t>
            </a:r>
            <a:r>
              <a:rPr lang="ml-IN" dirty="0" smtClean="0"/>
              <a:t>സ്തോത്ര</a:t>
            </a:r>
            <a:r>
              <a:rPr lang="en-US" dirty="0" smtClean="0"/>
              <a:t> </a:t>
            </a:r>
            <a:r>
              <a:rPr lang="ml-IN" dirty="0" smtClean="0"/>
              <a:t>കീർത്തനങ്ങൾ</a:t>
            </a:r>
            <a:endParaRPr lang="en-US" dirty="0" smtClean="0"/>
          </a:p>
          <a:p>
            <a:r>
              <a:rPr lang="en-US" dirty="0" smtClean="0"/>
              <a:t>Individual songs of Trust – IST </a:t>
            </a:r>
            <a:r>
              <a:rPr lang="ml-IN" dirty="0" smtClean="0"/>
              <a:t>വ്യക്തി</a:t>
            </a:r>
            <a:r>
              <a:rPr lang="en-US" dirty="0" smtClean="0"/>
              <a:t> </a:t>
            </a:r>
            <a:r>
              <a:rPr lang="ml-IN" dirty="0" smtClean="0"/>
              <a:t>ആശ്രയ</a:t>
            </a:r>
            <a:r>
              <a:rPr lang="en-US" smtClean="0"/>
              <a:t> </a:t>
            </a:r>
            <a:r>
              <a:rPr lang="ml-IN" smtClean="0"/>
              <a:t>കീർത്തനങ്ങൾ</a:t>
            </a:r>
            <a:endParaRPr lang="en-US" dirty="0" smtClean="0"/>
          </a:p>
          <a:p>
            <a:r>
              <a:rPr lang="en-US" dirty="0" smtClean="0"/>
              <a:t>Community songs of Trust – CST </a:t>
            </a:r>
            <a:r>
              <a:rPr lang="ml-IN" dirty="0" smtClean="0"/>
              <a:t>സാമൂഹ്യ</a:t>
            </a:r>
            <a:r>
              <a:rPr lang="en-US" dirty="0" smtClean="0"/>
              <a:t> </a:t>
            </a:r>
            <a:r>
              <a:rPr lang="ml-IN" dirty="0" smtClean="0"/>
              <a:t>ആശ്രയ</a:t>
            </a:r>
            <a:r>
              <a:rPr lang="en-US" dirty="0" smtClean="0"/>
              <a:t> </a:t>
            </a:r>
            <a:r>
              <a:rPr lang="ml-IN" dirty="0" smtClean="0"/>
              <a:t>കീർത്തനങ്ങൾ</a:t>
            </a:r>
            <a:endParaRPr lang="en-US" dirty="0"/>
          </a:p>
        </p:txBody>
      </p:sp>
    </p:spTree>
    <p:extLst>
      <p:ext uri="{BB962C8B-B14F-4D97-AF65-F5344CB8AC3E}">
        <p14:creationId xmlns:p14="http://schemas.microsoft.com/office/powerpoint/2010/main" val="16997321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ROYAL PSALMS</a:t>
            </a:r>
            <a:endParaRPr lang="en-IN" dirty="0"/>
          </a:p>
        </p:txBody>
      </p:sp>
      <p:sp>
        <p:nvSpPr>
          <p:cNvPr id="3" name="Content Placeholder 2"/>
          <p:cNvSpPr>
            <a:spLocks noGrp="1"/>
          </p:cNvSpPr>
          <p:nvPr>
            <p:ph idx="1"/>
          </p:nvPr>
        </p:nvSpPr>
        <p:spPr/>
        <p:txBody>
          <a:bodyPr/>
          <a:lstStyle/>
          <a:p>
            <a:r>
              <a:rPr lang="en-US" dirty="0" smtClean="0"/>
              <a:t>Definition</a:t>
            </a:r>
          </a:p>
          <a:p>
            <a:r>
              <a:rPr lang="en-US" dirty="0" smtClean="0"/>
              <a:t>The Royal Psalms are those in which the king is in the foreground</a:t>
            </a:r>
          </a:p>
          <a:p>
            <a:r>
              <a:rPr lang="en-US" dirty="0" smtClean="0"/>
              <a:t>Look Psalm 2</a:t>
            </a:r>
          </a:p>
          <a:p>
            <a:r>
              <a:rPr lang="en-US" dirty="0" smtClean="0"/>
              <a:t>Solomon came to the throne : accession</a:t>
            </a:r>
          </a:p>
          <a:p>
            <a:r>
              <a:rPr lang="en-US" dirty="0" smtClean="0"/>
              <a:t>Psalm 45</a:t>
            </a:r>
          </a:p>
          <a:p>
            <a:r>
              <a:rPr lang="en-US" dirty="0" smtClean="0"/>
              <a:t>Wedding of the king</a:t>
            </a:r>
          </a:p>
          <a:p>
            <a:r>
              <a:rPr lang="en-US" dirty="0" smtClean="0"/>
              <a:t>Psalms</a:t>
            </a:r>
          </a:p>
          <a:p>
            <a:r>
              <a:rPr lang="en-US" dirty="0" smtClean="0"/>
              <a:t>2,18, 20, 21, 45, 61, 63, 72, 89, 101, 132, 135, 144.</a:t>
            </a:r>
          </a:p>
          <a:p>
            <a:endParaRPr lang="en-US" dirty="0" smtClean="0"/>
          </a:p>
          <a:p>
            <a:endParaRPr lang="en-IN" dirty="0"/>
          </a:p>
        </p:txBody>
      </p:sp>
    </p:spTree>
    <p:extLst>
      <p:ext uri="{BB962C8B-B14F-4D97-AF65-F5344CB8AC3E}">
        <p14:creationId xmlns:p14="http://schemas.microsoft.com/office/powerpoint/2010/main" val="24006747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7" end="7"/>
                                            </p:txEl>
                                          </p:spTgt>
                                        </p:tgtEl>
                                        <p:attrNameLst>
                                          <p:attrName>style.visibility</p:attrName>
                                        </p:attrNameLst>
                                      </p:cBhvr>
                                      <p:to>
                                        <p:strVal val="visible"/>
                                      </p:to>
                                    </p:set>
                                    <p:anim calcmode="lin" valueType="num">
                                      <p:cBhvr additive="base">
                                        <p:cTn id="4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ENTHRONEMENT PSALMS </a:t>
            </a:r>
            <a:r>
              <a:rPr lang="ml-IN" dirty="0"/>
              <a:t>സ്ഥാനാരോഹണ ഗീതങ്ങൾ</a:t>
            </a:r>
            <a:endParaRPr lang="en-IN" dirty="0"/>
          </a:p>
        </p:txBody>
      </p:sp>
      <p:sp>
        <p:nvSpPr>
          <p:cNvPr id="3" name="Content Placeholder 2"/>
          <p:cNvSpPr>
            <a:spLocks noGrp="1"/>
          </p:cNvSpPr>
          <p:nvPr>
            <p:ph idx="1"/>
          </p:nvPr>
        </p:nvSpPr>
        <p:spPr>
          <a:xfrm>
            <a:off x="1103312" y="2052919"/>
            <a:ext cx="8946541" cy="3826588"/>
          </a:xfrm>
        </p:spPr>
        <p:txBody>
          <a:bodyPr>
            <a:normAutofit/>
          </a:bodyPr>
          <a:lstStyle/>
          <a:p>
            <a:r>
              <a:rPr lang="en-US" dirty="0" smtClean="0"/>
              <a:t>Definition </a:t>
            </a:r>
            <a:r>
              <a:rPr lang="ml-IN" dirty="0"/>
              <a:t>മുഖവുര</a:t>
            </a:r>
            <a:endParaRPr lang="en-US" dirty="0" smtClean="0"/>
          </a:p>
          <a:p>
            <a:r>
              <a:rPr lang="en-US" dirty="0" smtClean="0"/>
              <a:t>Enthronement Psalms are hymns which celebrate Yahweh's </a:t>
            </a:r>
            <a:r>
              <a:rPr lang="en-US" dirty="0"/>
              <a:t>or the Lord’s</a:t>
            </a:r>
            <a:r>
              <a:rPr lang="en-US" dirty="0" smtClean="0"/>
              <a:t> kingship over all the earth. </a:t>
            </a:r>
            <a:r>
              <a:rPr lang="ml-IN" dirty="0"/>
              <a:t>യഹോവയുടെ രാജത്വത്തെയും മഹത്വത്തെയും സർവ്വ ഭൂമിയിലും ഘോഷിക്കുന്നു</a:t>
            </a:r>
            <a:r>
              <a:rPr lang="ml-IN" dirty="0" smtClean="0"/>
              <a:t>.</a:t>
            </a:r>
            <a:endParaRPr lang="en-US" b="1" dirty="0" smtClean="0"/>
          </a:p>
          <a:p>
            <a:r>
              <a:rPr lang="en-US" dirty="0" smtClean="0"/>
              <a:t>47, 93, 96, 97, 98, 99.  The Lord reigns. </a:t>
            </a:r>
            <a:r>
              <a:rPr lang="ml-IN" dirty="0"/>
              <a:t>യഹോവ വാഴുന്നു</a:t>
            </a:r>
            <a:endParaRPr lang="en-US" dirty="0" smtClean="0"/>
          </a:p>
          <a:p>
            <a:r>
              <a:rPr lang="en-US" dirty="0" smtClean="0"/>
              <a:t>Psalm 47</a:t>
            </a:r>
          </a:p>
          <a:p>
            <a:r>
              <a:rPr lang="en-US" dirty="0" smtClean="0"/>
              <a:t>Past means historical</a:t>
            </a:r>
          </a:p>
          <a:p>
            <a:r>
              <a:rPr lang="en-US" dirty="0" smtClean="0"/>
              <a:t>Future – Eschatological</a:t>
            </a:r>
          </a:p>
          <a:p>
            <a:r>
              <a:rPr lang="en-US" dirty="0" smtClean="0"/>
              <a:t>Isaiah 51: 9f, Psalm 72: 12- 14, Isaiah 27: 1</a:t>
            </a:r>
            <a:r>
              <a:rPr lang="en-US" smtClean="0"/>
              <a:t>, Ezekiel 29: 3.                                                                                                                 </a:t>
            </a:r>
            <a:endParaRPr lang="en-IN" dirty="0"/>
          </a:p>
        </p:txBody>
      </p:sp>
    </p:spTree>
    <p:extLst>
      <p:ext uri="{BB962C8B-B14F-4D97-AF65-F5344CB8AC3E}">
        <p14:creationId xmlns:p14="http://schemas.microsoft.com/office/powerpoint/2010/main" val="2233049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45130" y="206080"/>
            <a:ext cx="9404723" cy="887782"/>
          </a:xfrm>
        </p:spPr>
        <p:txBody>
          <a:bodyPr/>
          <a:lstStyle/>
          <a:p>
            <a:pPr algn="ctr"/>
            <a:r>
              <a:rPr lang="en-US" dirty="0" smtClean="0"/>
              <a:t>ZION PSALMS OR HYMNS</a:t>
            </a:r>
            <a:endParaRPr lang="en-IN" dirty="0"/>
          </a:p>
        </p:txBody>
      </p:sp>
      <p:sp>
        <p:nvSpPr>
          <p:cNvPr id="3" name="Content Placeholder 2"/>
          <p:cNvSpPr>
            <a:spLocks noGrp="1"/>
          </p:cNvSpPr>
          <p:nvPr>
            <p:ph idx="1"/>
          </p:nvPr>
        </p:nvSpPr>
        <p:spPr>
          <a:xfrm>
            <a:off x="1103312" y="1239140"/>
            <a:ext cx="8946541" cy="5009260"/>
          </a:xfrm>
        </p:spPr>
        <p:txBody>
          <a:bodyPr/>
          <a:lstStyle/>
          <a:p>
            <a:r>
              <a:rPr lang="en-US" dirty="0" smtClean="0"/>
              <a:t>Zion Hymns are a particular sub-group of hymns. In them Yahweh is praised in an indirect way  by “a more detailed praise of separate benefits which he has bestowed on his people”, especially the gift of the city. </a:t>
            </a:r>
          </a:p>
          <a:p>
            <a:r>
              <a:rPr lang="en-US" dirty="0" smtClean="0"/>
              <a:t>In Psalm 87 not only God is praised for grating Jerusalem(Zion) to his people but also in v3 the city itself is addressed.</a:t>
            </a:r>
          </a:p>
          <a:p>
            <a:r>
              <a:rPr lang="en-US" dirty="0" smtClean="0"/>
              <a:t>Psalm 137 </a:t>
            </a:r>
          </a:p>
          <a:p>
            <a:r>
              <a:rPr lang="en-US" dirty="0" smtClean="0"/>
              <a:t>The ‘captors’ and ‘tormentors’ of the Jews in Babylon said to them “Sing us one of the songs of Zion”</a:t>
            </a:r>
          </a:p>
          <a:p>
            <a:r>
              <a:rPr lang="en-US" dirty="0" smtClean="0"/>
              <a:t>What are those “songs of Zion”?</a:t>
            </a:r>
          </a:p>
          <a:p>
            <a:r>
              <a:rPr lang="en-US" dirty="0" smtClean="0"/>
              <a:t>The songs which specially glorified Zion </a:t>
            </a:r>
            <a:r>
              <a:rPr lang="en-US" dirty="0" err="1" smtClean="0"/>
              <a:t>i.e</a:t>
            </a:r>
            <a:r>
              <a:rPr lang="en-US" dirty="0" smtClean="0"/>
              <a:t>, a Zion Hymn.</a:t>
            </a:r>
          </a:p>
          <a:p>
            <a:r>
              <a:rPr lang="en-US" dirty="0" smtClean="0"/>
              <a:t>In v4 “ The Lord’s song” is obviously parallel phrase to “song of Zion”.</a:t>
            </a:r>
          </a:p>
          <a:p>
            <a:r>
              <a:rPr lang="en-US" dirty="0" smtClean="0"/>
              <a:t>In v3 Tormentors might say national songs of joy. </a:t>
            </a:r>
          </a:p>
        </p:txBody>
      </p:sp>
    </p:spTree>
    <p:extLst>
      <p:ext uri="{BB962C8B-B14F-4D97-AF65-F5344CB8AC3E}">
        <p14:creationId xmlns:p14="http://schemas.microsoft.com/office/powerpoint/2010/main" val="10059764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7" end="7"/>
                                            </p:txEl>
                                          </p:spTgt>
                                        </p:tgtEl>
                                        <p:attrNameLst>
                                          <p:attrName>style.visibility</p:attrName>
                                        </p:attrNameLst>
                                      </p:cBhvr>
                                      <p:to>
                                        <p:strVal val="visible"/>
                                      </p:to>
                                    </p:set>
                                    <p:anim calcmode="lin" valueType="num">
                                      <p:cBhvr additive="base">
                                        <p:cTn id="4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45130" y="461473"/>
            <a:ext cx="9404723" cy="1179319"/>
          </a:xfrm>
        </p:spPr>
        <p:txBody>
          <a:bodyPr/>
          <a:lstStyle/>
          <a:p>
            <a:pPr algn="ctr"/>
            <a:r>
              <a:rPr lang="en-US" dirty="0" smtClean="0"/>
              <a:t>Definition of Zion Hymn</a:t>
            </a:r>
            <a:endParaRPr lang="en-IN" dirty="0"/>
          </a:p>
        </p:txBody>
      </p:sp>
      <p:sp>
        <p:nvSpPr>
          <p:cNvPr id="3" name="Content Placeholder 2"/>
          <p:cNvSpPr>
            <a:spLocks noGrp="1"/>
          </p:cNvSpPr>
          <p:nvPr>
            <p:ph idx="1"/>
          </p:nvPr>
        </p:nvSpPr>
        <p:spPr>
          <a:xfrm>
            <a:off x="1103312" y="2052919"/>
            <a:ext cx="8946541" cy="2954918"/>
          </a:xfrm>
        </p:spPr>
        <p:txBody>
          <a:bodyPr/>
          <a:lstStyle/>
          <a:p>
            <a:endParaRPr lang="en-US" dirty="0" smtClean="0"/>
          </a:p>
          <a:p>
            <a:r>
              <a:rPr lang="en-US" dirty="0" smtClean="0"/>
              <a:t>It is a hymn in which Zion is glorified, and thus indirectly the Lord himself is praised.</a:t>
            </a:r>
          </a:p>
          <a:p>
            <a:r>
              <a:rPr lang="en-US" dirty="0" smtClean="0"/>
              <a:t>Zion hymns are 46, 48, 76, 87.  Often </a:t>
            </a:r>
            <a:r>
              <a:rPr lang="en-US" dirty="0" err="1" smtClean="0"/>
              <a:t>Pss</a:t>
            </a:r>
            <a:r>
              <a:rPr lang="en-US" dirty="0" smtClean="0"/>
              <a:t> 84 and 122 are added.</a:t>
            </a:r>
          </a:p>
          <a:p>
            <a:r>
              <a:rPr lang="en-US" dirty="0"/>
              <a:t>S</a:t>
            </a:r>
            <a:r>
              <a:rPr lang="en-US" dirty="0" smtClean="0"/>
              <a:t>ongs of ascents also known as pilgrim psalms</a:t>
            </a:r>
          </a:p>
          <a:p>
            <a:r>
              <a:rPr lang="en-US" dirty="0" smtClean="0"/>
              <a:t>46, 48, 76, 84, 87, 122.</a:t>
            </a:r>
            <a:endParaRPr lang="en-IN" dirty="0"/>
          </a:p>
        </p:txBody>
      </p:sp>
    </p:spTree>
    <p:extLst>
      <p:ext uri="{BB962C8B-B14F-4D97-AF65-F5344CB8AC3E}">
        <p14:creationId xmlns:p14="http://schemas.microsoft.com/office/powerpoint/2010/main" val="2452505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 calcmode="lin" valueType="num">
                                      <p:cBhvr additive="base">
                                        <p:cTn id="7"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 calcmode="lin" valueType="num">
                                      <p:cBhvr additive="base">
                                        <p:cTn id="13"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anim calcmode="lin" valueType="num">
                                      <p:cBhvr additive="base">
                                        <p:cTn id="19"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 calcmode="lin" valueType="num">
                                      <p:cBhvr additive="base">
                                        <p:cTn id="25"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45130" y="206080"/>
            <a:ext cx="9404723" cy="887782"/>
          </a:xfrm>
        </p:spPr>
        <p:txBody>
          <a:bodyPr/>
          <a:lstStyle/>
          <a:p>
            <a:pPr algn="ctr"/>
            <a:r>
              <a:rPr lang="en-US" dirty="0" smtClean="0"/>
              <a:t>ZION PSALMS OR HYMNS</a:t>
            </a:r>
            <a:endParaRPr lang="en-IN" dirty="0"/>
          </a:p>
        </p:txBody>
      </p:sp>
      <p:sp>
        <p:nvSpPr>
          <p:cNvPr id="3" name="Content Placeholder 2"/>
          <p:cNvSpPr>
            <a:spLocks noGrp="1"/>
          </p:cNvSpPr>
          <p:nvPr>
            <p:ph idx="1"/>
          </p:nvPr>
        </p:nvSpPr>
        <p:spPr>
          <a:xfrm>
            <a:off x="1103312" y="1239140"/>
            <a:ext cx="8946541" cy="5009260"/>
          </a:xfrm>
        </p:spPr>
        <p:txBody>
          <a:bodyPr/>
          <a:lstStyle/>
          <a:p>
            <a:r>
              <a:rPr lang="en-US" dirty="0" smtClean="0"/>
              <a:t>Zion Hymns are a particular sub-group of hymns. In them Yahweh is praised in an indirect way  by “a more detailed praise of separate benefits which he has bestowed on his people”, especially the gift of the city. </a:t>
            </a:r>
          </a:p>
          <a:p>
            <a:r>
              <a:rPr lang="en-US" dirty="0" smtClean="0"/>
              <a:t>In Psalm 87 not only God is praised for grating Jerusalem(Zion) to his people but also in v3 the city itself is addressed.</a:t>
            </a:r>
          </a:p>
          <a:p>
            <a:r>
              <a:rPr lang="en-US" dirty="0" smtClean="0"/>
              <a:t>Psalm 137 </a:t>
            </a:r>
          </a:p>
          <a:p>
            <a:r>
              <a:rPr lang="en-US" dirty="0" smtClean="0"/>
              <a:t>The ‘captors’ and ‘tormentors’ of the Jews in Babylon said to them “Sing us one of the songs of Zion”</a:t>
            </a:r>
          </a:p>
          <a:p>
            <a:r>
              <a:rPr lang="en-US" dirty="0" smtClean="0"/>
              <a:t>What are those “songs of Zion”?</a:t>
            </a:r>
          </a:p>
          <a:p>
            <a:r>
              <a:rPr lang="en-US" dirty="0" smtClean="0"/>
              <a:t>The songs which specially glorified Zion </a:t>
            </a:r>
            <a:r>
              <a:rPr lang="en-US" dirty="0" err="1" smtClean="0"/>
              <a:t>i.e</a:t>
            </a:r>
            <a:r>
              <a:rPr lang="en-US" dirty="0" smtClean="0"/>
              <a:t>, a Zion Hymn.</a:t>
            </a:r>
          </a:p>
          <a:p>
            <a:r>
              <a:rPr lang="en-US" dirty="0" smtClean="0"/>
              <a:t>In v4 “ The Lord’s song” is obviously parallel phrase to “song of Zion”.</a:t>
            </a:r>
          </a:p>
          <a:p>
            <a:r>
              <a:rPr lang="en-US" dirty="0" smtClean="0"/>
              <a:t>In v3 Tormentors might say national songs of joy. </a:t>
            </a:r>
          </a:p>
        </p:txBody>
      </p:sp>
    </p:spTree>
    <p:extLst>
      <p:ext uri="{BB962C8B-B14F-4D97-AF65-F5344CB8AC3E}">
        <p14:creationId xmlns:p14="http://schemas.microsoft.com/office/powerpoint/2010/main" val="37716902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7" end="7"/>
                                            </p:txEl>
                                          </p:spTgt>
                                        </p:tgtEl>
                                        <p:attrNameLst>
                                          <p:attrName>style.visibility</p:attrName>
                                        </p:attrNameLst>
                                      </p:cBhvr>
                                      <p:to>
                                        <p:strVal val="visible"/>
                                      </p:to>
                                    </p:set>
                                    <p:anim calcmode="lin" valueType="num">
                                      <p:cBhvr additive="base">
                                        <p:cTn id="4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THE MASSAINIC PSALMS</a:t>
            </a:r>
            <a:endParaRPr lang="en-IN" dirty="0"/>
          </a:p>
        </p:txBody>
      </p:sp>
      <p:sp>
        <p:nvSpPr>
          <p:cNvPr id="3" name="Content Placeholder 2"/>
          <p:cNvSpPr>
            <a:spLocks noGrp="1"/>
          </p:cNvSpPr>
          <p:nvPr>
            <p:ph idx="1"/>
          </p:nvPr>
        </p:nvSpPr>
        <p:spPr/>
        <p:txBody>
          <a:bodyPr>
            <a:normAutofit lnSpcReduction="10000"/>
          </a:bodyPr>
          <a:lstStyle/>
          <a:p>
            <a:r>
              <a:rPr lang="en-US" dirty="0" smtClean="0"/>
              <a:t>In this  </a:t>
            </a:r>
          </a:p>
          <a:p>
            <a:r>
              <a:rPr lang="en-US" dirty="0" smtClean="0"/>
              <a:t>Prophecy concerns Messiah</a:t>
            </a:r>
          </a:p>
          <a:p>
            <a:r>
              <a:rPr lang="en-US" dirty="0" smtClean="0"/>
              <a:t>Birth,</a:t>
            </a:r>
          </a:p>
          <a:p>
            <a:r>
              <a:rPr lang="en-US" dirty="0" smtClean="0"/>
              <a:t> Life, </a:t>
            </a:r>
          </a:p>
          <a:p>
            <a:r>
              <a:rPr lang="en-US" dirty="0"/>
              <a:t>D</a:t>
            </a:r>
            <a:r>
              <a:rPr lang="en-US" dirty="0" smtClean="0"/>
              <a:t>eath, </a:t>
            </a:r>
          </a:p>
          <a:p>
            <a:r>
              <a:rPr lang="en-US" dirty="0"/>
              <a:t>R</a:t>
            </a:r>
            <a:r>
              <a:rPr lang="en-US" dirty="0" smtClean="0"/>
              <a:t>esurrection, </a:t>
            </a:r>
          </a:p>
          <a:p>
            <a:r>
              <a:rPr lang="en-US" dirty="0"/>
              <a:t>M</a:t>
            </a:r>
            <a:r>
              <a:rPr lang="en-US" dirty="0" smtClean="0"/>
              <a:t>inistry </a:t>
            </a:r>
          </a:p>
          <a:p>
            <a:r>
              <a:rPr lang="en-US" dirty="0" smtClean="0"/>
              <a:t>Ascension </a:t>
            </a:r>
            <a:endParaRPr lang="en-US" dirty="0"/>
          </a:p>
          <a:p>
            <a:r>
              <a:rPr lang="en-US" dirty="0" smtClean="0"/>
              <a:t>Sufferings </a:t>
            </a:r>
          </a:p>
          <a:p>
            <a:r>
              <a:rPr lang="en-US" dirty="0" smtClean="0"/>
              <a:t>Government </a:t>
            </a:r>
            <a:endParaRPr lang="en-IN" dirty="0"/>
          </a:p>
        </p:txBody>
      </p:sp>
    </p:spTree>
    <p:extLst>
      <p:ext uri="{BB962C8B-B14F-4D97-AF65-F5344CB8AC3E}">
        <p14:creationId xmlns:p14="http://schemas.microsoft.com/office/powerpoint/2010/main" val="8624320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7" end="7"/>
                                            </p:txEl>
                                          </p:spTgt>
                                        </p:tgtEl>
                                        <p:attrNameLst>
                                          <p:attrName>style.visibility</p:attrName>
                                        </p:attrNameLst>
                                      </p:cBhvr>
                                      <p:to>
                                        <p:strVal val="visible"/>
                                      </p:to>
                                    </p:set>
                                    <p:anim calcmode="lin" valueType="num">
                                      <p:cBhvr additive="base">
                                        <p:cTn id="4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grpId="0" nodeType="clickEffect">
                                  <p:stCondLst>
                                    <p:cond delay="0"/>
                                  </p:stCondLst>
                                  <p:childTnLst>
                                    <p:set>
                                      <p:cBhvr>
                                        <p:cTn id="54" dur="1" fill="hold">
                                          <p:stCondLst>
                                            <p:cond delay="0"/>
                                          </p:stCondLst>
                                        </p:cTn>
                                        <p:tgtEl>
                                          <p:spTgt spid="3">
                                            <p:txEl>
                                              <p:pRg st="8" end="8"/>
                                            </p:txEl>
                                          </p:spTgt>
                                        </p:tgtEl>
                                        <p:attrNameLst>
                                          <p:attrName>style.visibility</p:attrName>
                                        </p:attrNameLst>
                                      </p:cBhvr>
                                      <p:to>
                                        <p:strVal val="visible"/>
                                      </p:to>
                                    </p:set>
                                    <p:anim calcmode="lin" valueType="num">
                                      <p:cBhvr additive="base">
                                        <p:cTn id="55"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56" dur="500" fill="hold"/>
                                        <p:tgtEl>
                                          <p:spTgt spid="3">
                                            <p:txEl>
                                              <p:pRg st="8" end="8"/>
                                            </p:txEl>
                                          </p:spTgt>
                                        </p:tgtEl>
                                        <p:attrNameLst>
                                          <p:attrName>ppt_y</p:attrName>
                                        </p:attrNameLst>
                                      </p:cBhvr>
                                      <p:tavLst>
                                        <p:tav tm="0">
                                          <p:val>
                                            <p:strVal val="1+#ppt_h/2"/>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2" presetClass="entr" presetSubtype="4" fill="hold" grpId="0" nodeType="clickEffect">
                                  <p:stCondLst>
                                    <p:cond delay="0"/>
                                  </p:stCondLst>
                                  <p:childTnLst>
                                    <p:set>
                                      <p:cBhvr>
                                        <p:cTn id="60" dur="1" fill="hold">
                                          <p:stCondLst>
                                            <p:cond delay="0"/>
                                          </p:stCondLst>
                                        </p:cTn>
                                        <p:tgtEl>
                                          <p:spTgt spid="3">
                                            <p:txEl>
                                              <p:pRg st="9" end="9"/>
                                            </p:txEl>
                                          </p:spTgt>
                                        </p:tgtEl>
                                        <p:attrNameLst>
                                          <p:attrName>style.visibility</p:attrName>
                                        </p:attrNameLst>
                                      </p:cBhvr>
                                      <p:to>
                                        <p:strVal val="visible"/>
                                      </p:to>
                                    </p:set>
                                    <p:anim calcmode="lin" valueType="num">
                                      <p:cBhvr additive="base">
                                        <p:cTn id="61"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62" dur="500" fill="hold"/>
                                        <p:tgtEl>
                                          <p:spTgt spid="3">
                                            <p:txEl>
                                              <p:pRg st="9" end="9"/>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REVISION OF PSALMS</a:t>
            </a:r>
            <a:endParaRPr lang="en-IN" dirty="0"/>
          </a:p>
        </p:txBody>
      </p:sp>
      <p:sp>
        <p:nvSpPr>
          <p:cNvPr id="3" name="Content Placeholder 2"/>
          <p:cNvSpPr>
            <a:spLocks noGrp="1"/>
          </p:cNvSpPr>
          <p:nvPr>
            <p:ph idx="1"/>
          </p:nvPr>
        </p:nvSpPr>
        <p:spPr/>
        <p:txBody>
          <a:bodyPr>
            <a:normAutofit lnSpcReduction="10000"/>
          </a:bodyPr>
          <a:lstStyle/>
          <a:p>
            <a:pPr marL="457200" indent="-457200">
              <a:buAutoNum type="arabicPeriod"/>
            </a:pPr>
            <a:r>
              <a:rPr lang="en-US" dirty="0" smtClean="0"/>
              <a:t>ROYAL PSALMS </a:t>
            </a:r>
            <a:r>
              <a:rPr lang="ml-IN" dirty="0" smtClean="0"/>
              <a:t>രാജകീയ</a:t>
            </a:r>
            <a:r>
              <a:rPr lang="en-US" dirty="0" smtClean="0"/>
              <a:t> </a:t>
            </a:r>
            <a:r>
              <a:rPr lang="ml-IN" dirty="0" smtClean="0"/>
              <a:t>സങ്കീർത്തനങ്ങൾ</a:t>
            </a:r>
            <a:endParaRPr lang="en-US" dirty="0" smtClean="0"/>
          </a:p>
          <a:p>
            <a:pPr marL="457200" indent="-457200">
              <a:buAutoNum type="arabicPeriod"/>
            </a:pPr>
            <a:r>
              <a:rPr lang="en-US" dirty="0" smtClean="0"/>
              <a:t>ENTRONEMENT PSALMS </a:t>
            </a:r>
            <a:r>
              <a:rPr lang="ml-IN" dirty="0" smtClean="0"/>
              <a:t>സ്ഥാനാരോഹണ</a:t>
            </a:r>
            <a:r>
              <a:rPr lang="en-US" dirty="0" smtClean="0"/>
              <a:t> </a:t>
            </a:r>
            <a:r>
              <a:rPr lang="ml-IN" dirty="0" smtClean="0"/>
              <a:t>സങ്കീർത്തനങ്ങൾ</a:t>
            </a:r>
            <a:endParaRPr lang="en-US" dirty="0" smtClean="0"/>
          </a:p>
          <a:p>
            <a:pPr marL="457200" indent="-457200">
              <a:buAutoNum type="arabicPeriod"/>
            </a:pPr>
            <a:r>
              <a:rPr lang="en-US" dirty="0" smtClean="0"/>
              <a:t>ZION PSALMS </a:t>
            </a:r>
            <a:r>
              <a:rPr lang="ml-IN" dirty="0" smtClean="0"/>
              <a:t>സീയോൻ</a:t>
            </a:r>
            <a:r>
              <a:rPr lang="en-US" dirty="0" smtClean="0"/>
              <a:t> </a:t>
            </a:r>
            <a:r>
              <a:rPr lang="ml-IN" dirty="0" smtClean="0"/>
              <a:t>സങ്കീർത്തനങ്ങൾ</a:t>
            </a:r>
            <a:endParaRPr lang="en-US" dirty="0" smtClean="0"/>
          </a:p>
          <a:p>
            <a:pPr marL="457200" indent="-457200">
              <a:buAutoNum type="arabicPeriod"/>
            </a:pPr>
            <a:r>
              <a:rPr lang="en-US" dirty="0" smtClean="0"/>
              <a:t>MESSAINIC PSALMS </a:t>
            </a:r>
            <a:r>
              <a:rPr lang="ml-IN" dirty="0" smtClean="0"/>
              <a:t>മശിഹ</a:t>
            </a:r>
            <a:r>
              <a:rPr lang="en-US" dirty="0" smtClean="0"/>
              <a:t> </a:t>
            </a:r>
            <a:r>
              <a:rPr lang="ml-IN" dirty="0" smtClean="0"/>
              <a:t>സങ്കീർത്തനങ്ങൾ</a:t>
            </a:r>
            <a:endParaRPr lang="en-US" dirty="0" smtClean="0"/>
          </a:p>
          <a:p>
            <a:endParaRPr lang="en-US" dirty="0" smtClean="0"/>
          </a:p>
          <a:p>
            <a:r>
              <a:rPr lang="en-US" dirty="0" smtClean="0"/>
              <a:t>LIFE SITUATION</a:t>
            </a:r>
          </a:p>
          <a:p>
            <a:r>
              <a:rPr lang="en-US" dirty="0" smtClean="0"/>
              <a:t>MAIN INTENT </a:t>
            </a:r>
          </a:p>
          <a:p>
            <a:r>
              <a:rPr lang="en-US" dirty="0" smtClean="0"/>
              <a:t>DETAILED STUDY</a:t>
            </a:r>
          </a:p>
          <a:p>
            <a:r>
              <a:rPr lang="en-US" dirty="0" smtClean="0"/>
              <a:t>APPLICATION</a:t>
            </a:r>
          </a:p>
          <a:p>
            <a:r>
              <a:rPr lang="en-US" dirty="0" smtClean="0"/>
              <a:t>ARRANGE A HEADING</a:t>
            </a:r>
            <a:endParaRPr lang="en-IN" dirty="0"/>
          </a:p>
        </p:txBody>
      </p:sp>
    </p:spTree>
    <p:extLst>
      <p:ext uri="{BB962C8B-B14F-4D97-AF65-F5344CB8AC3E}">
        <p14:creationId xmlns:p14="http://schemas.microsoft.com/office/powerpoint/2010/main" val="40298793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 calcmode="lin" valueType="num">
                                      <p:cBhvr additive="base">
                                        <p:cTn id="31"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 calcmode="lin" valueType="num">
                                      <p:cBhvr additive="base">
                                        <p:cTn id="37"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7" end="7"/>
                                            </p:txEl>
                                          </p:spTgt>
                                        </p:tgtEl>
                                        <p:attrNameLst>
                                          <p:attrName>style.visibility</p:attrName>
                                        </p:attrNameLst>
                                      </p:cBhvr>
                                      <p:to>
                                        <p:strVal val="visible"/>
                                      </p:to>
                                    </p:set>
                                    <p:anim calcmode="lin" valueType="num">
                                      <p:cBhvr additive="base">
                                        <p:cTn id="43"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8" end="8"/>
                                            </p:txEl>
                                          </p:spTgt>
                                        </p:tgtEl>
                                        <p:attrNameLst>
                                          <p:attrName>style.visibility</p:attrName>
                                        </p:attrNameLst>
                                      </p:cBhvr>
                                      <p:to>
                                        <p:strVal val="visible"/>
                                      </p:to>
                                    </p:set>
                                    <p:anim calcmode="lin" valueType="num">
                                      <p:cBhvr additive="base">
                                        <p:cTn id="49"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8" end="8"/>
                                            </p:txEl>
                                          </p:spTgt>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grpId="0" nodeType="clickEffect">
                                  <p:stCondLst>
                                    <p:cond delay="0"/>
                                  </p:stCondLst>
                                  <p:childTnLst>
                                    <p:set>
                                      <p:cBhvr>
                                        <p:cTn id="54" dur="1" fill="hold">
                                          <p:stCondLst>
                                            <p:cond delay="0"/>
                                          </p:stCondLst>
                                        </p:cTn>
                                        <p:tgtEl>
                                          <p:spTgt spid="3">
                                            <p:txEl>
                                              <p:pRg st="9" end="9"/>
                                            </p:txEl>
                                          </p:spTgt>
                                        </p:tgtEl>
                                        <p:attrNameLst>
                                          <p:attrName>style.visibility</p:attrName>
                                        </p:attrNameLst>
                                      </p:cBhvr>
                                      <p:to>
                                        <p:strVal val="visible"/>
                                      </p:to>
                                    </p:set>
                                    <p:anim calcmode="lin" valueType="num">
                                      <p:cBhvr additive="base">
                                        <p:cTn id="55"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56" dur="500" fill="hold"/>
                                        <p:tgtEl>
                                          <p:spTgt spid="3">
                                            <p:txEl>
                                              <p:pRg st="9" end="9"/>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DIFFERENT TYPES </a:t>
            </a:r>
            <a:br>
              <a:rPr lang="en-US" dirty="0" smtClean="0"/>
            </a:br>
            <a:r>
              <a:rPr lang="ml-IN" dirty="0" smtClean="0"/>
              <a:t>വിവിധ</a:t>
            </a:r>
            <a:r>
              <a:rPr lang="en-US" dirty="0" smtClean="0"/>
              <a:t> </a:t>
            </a:r>
            <a:r>
              <a:rPr lang="ml-IN" dirty="0" smtClean="0"/>
              <a:t>തരം</a:t>
            </a:r>
            <a:r>
              <a:rPr lang="en-US" dirty="0"/>
              <a:t> </a:t>
            </a:r>
            <a:r>
              <a:rPr lang="ml-IN" dirty="0" smtClean="0"/>
              <a:t>സങ്കീർത്തനങ്ങൾ</a:t>
            </a:r>
            <a:endParaRPr lang="en-IN" dirty="0"/>
          </a:p>
        </p:txBody>
      </p:sp>
      <p:sp>
        <p:nvSpPr>
          <p:cNvPr id="3" name="Content Placeholder 2"/>
          <p:cNvSpPr>
            <a:spLocks noGrp="1"/>
          </p:cNvSpPr>
          <p:nvPr>
            <p:ph idx="1"/>
          </p:nvPr>
        </p:nvSpPr>
        <p:spPr>
          <a:xfrm>
            <a:off x="1103312" y="2008262"/>
            <a:ext cx="8946541" cy="4110527"/>
          </a:xfrm>
        </p:spPr>
        <p:txBody>
          <a:bodyPr>
            <a:normAutofit fontScale="92500" lnSpcReduction="10000"/>
          </a:bodyPr>
          <a:lstStyle/>
          <a:p>
            <a:r>
              <a:rPr lang="en-US" dirty="0"/>
              <a:t>WISDOM PSALMS  </a:t>
            </a:r>
            <a:r>
              <a:rPr lang="ml-IN" dirty="0"/>
              <a:t>ജ്ഞാന</a:t>
            </a:r>
            <a:r>
              <a:rPr lang="en-US" dirty="0"/>
              <a:t> </a:t>
            </a:r>
            <a:r>
              <a:rPr lang="ml-IN" dirty="0"/>
              <a:t>സങ്കീർത്തനങ്ങൾ</a:t>
            </a:r>
            <a:endParaRPr lang="en-US" dirty="0"/>
          </a:p>
          <a:p>
            <a:r>
              <a:rPr lang="en-US" dirty="0"/>
              <a:t> </a:t>
            </a:r>
            <a:r>
              <a:rPr lang="en-US" dirty="0" smtClean="0"/>
              <a:t>ENTRANCE LITURGY   </a:t>
            </a:r>
            <a:r>
              <a:rPr lang="ml-IN" dirty="0" smtClean="0"/>
              <a:t>പ്രവേശനനിയമ</a:t>
            </a:r>
            <a:r>
              <a:rPr lang="en-US" dirty="0" smtClean="0"/>
              <a:t> </a:t>
            </a:r>
            <a:r>
              <a:rPr lang="ml-IN" dirty="0" smtClean="0"/>
              <a:t>സങ്കീർത്തനങ്ങൾ</a:t>
            </a:r>
            <a:endParaRPr lang="en-US" dirty="0" smtClean="0"/>
          </a:p>
          <a:p>
            <a:r>
              <a:rPr lang="en-US" dirty="0" smtClean="0"/>
              <a:t>SONGS OF CONFESSION </a:t>
            </a:r>
            <a:r>
              <a:rPr lang="ml-IN" dirty="0" smtClean="0"/>
              <a:t>പശ്ചാത്താപ</a:t>
            </a:r>
            <a:r>
              <a:rPr lang="en-US" dirty="0" smtClean="0"/>
              <a:t> </a:t>
            </a:r>
            <a:r>
              <a:rPr lang="ml-IN" dirty="0" smtClean="0"/>
              <a:t>സങ്കീർത്തനങ്ങൾ</a:t>
            </a:r>
            <a:endParaRPr lang="en-US" dirty="0" smtClean="0"/>
          </a:p>
          <a:p>
            <a:r>
              <a:rPr lang="en-US" dirty="0" smtClean="0"/>
              <a:t>HISTORICAL PSALMS  </a:t>
            </a:r>
            <a:r>
              <a:rPr lang="ml-IN" dirty="0" smtClean="0"/>
              <a:t>ചരിത്ര</a:t>
            </a:r>
            <a:r>
              <a:rPr lang="en-US" dirty="0" smtClean="0"/>
              <a:t> </a:t>
            </a:r>
            <a:r>
              <a:rPr lang="ml-IN" dirty="0" smtClean="0"/>
              <a:t>സങ്കീർത്തനങ്ങൾ</a:t>
            </a:r>
            <a:r>
              <a:rPr lang="en-US" dirty="0" smtClean="0"/>
              <a:t>  </a:t>
            </a:r>
          </a:p>
          <a:p>
            <a:r>
              <a:rPr lang="en-US" dirty="0" smtClean="0"/>
              <a:t>LAW PSALMS  </a:t>
            </a:r>
            <a:r>
              <a:rPr lang="ml-IN" dirty="0" smtClean="0"/>
              <a:t>ന്യായപ്രമാണ</a:t>
            </a:r>
            <a:r>
              <a:rPr lang="en-US" dirty="0" smtClean="0"/>
              <a:t> </a:t>
            </a:r>
            <a:r>
              <a:rPr lang="ml-IN" dirty="0" smtClean="0"/>
              <a:t>സങ്കീർത്തനങ്ങൾ</a:t>
            </a:r>
            <a:endParaRPr lang="en-US" dirty="0" smtClean="0"/>
          </a:p>
          <a:p>
            <a:r>
              <a:rPr lang="en-US" dirty="0" smtClean="0"/>
              <a:t>THEOLOGICAL PSALMS  </a:t>
            </a:r>
            <a:r>
              <a:rPr lang="ml-IN" dirty="0" smtClean="0"/>
              <a:t>ദൈവശാസ്ത്ര</a:t>
            </a:r>
            <a:r>
              <a:rPr lang="en-US" dirty="0" smtClean="0"/>
              <a:t> </a:t>
            </a:r>
            <a:r>
              <a:rPr lang="ml-IN" dirty="0" smtClean="0"/>
              <a:t>സങ്കീർത്തനങ്ങൾ</a:t>
            </a:r>
            <a:endParaRPr lang="en-US" dirty="0" smtClean="0"/>
          </a:p>
          <a:p>
            <a:r>
              <a:rPr lang="en-US" dirty="0" smtClean="0"/>
              <a:t>HALLEL PSALMS  </a:t>
            </a:r>
            <a:r>
              <a:rPr lang="ml-IN" dirty="0" smtClean="0"/>
              <a:t>ഹല്ലേൽ</a:t>
            </a:r>
            <a:r>
              <a:rPr lang="en-US" dirty="0" smtClean="0"/>
              <a:t> </a:t>
            </a:r>
            <a:r>
              <a:rPr lang="ml-IN" dirty="0" smtClean="0"/>
              <a:t>ഗീതങ്ങൾ</a:t>
            </a:r>
            <a:endParaRPr lang="en-US" dirty="0" smtClean="0"/>
          </a:p>
          <a:p>
            <a:r>
              <a:rPr lang="en-US" dirty="0" smtClean="0"/>
              <a:t>CURSING PSALMS  </a:t>
            </a:r>
            <a:r>
              <a:rPr lang="ml-IN" dirty="0" smtClean="0"/>
              <a:t>ശാപ</a:t>
            </a:r>
            <a:r>
              <a:rPr lang="en-US" dirty="0" smtClean="0"/>
              <a:t> </a:t>
            </a:r>
            <a:r>
              <a:rPr lang="ml-IN" dirty="0" smtClean="0"/>
              <a:t>സങ്കീർത്തനങ്ങൾ</a:t>
            </a:r>
            <a:endParaRPr lang="en-US" dirty="0" smtClean="0"/>
          </a:p>
          <a:p>
            <a:r>
              <a:rPr lang="en-US" smtClean="0"/>
              <a:t>CANTICLES – LITTLE SONGS </a:t>
            </a:r>
            <a:endParaRPr lang="en-US" dirty="0" smtClean="0"/>
          </a:p>
          <a:p>
            <a:r>
              <a:rPr lang="en-US" dirty="0" smtClean="0"/>
              <a:t>THE NEW TESTAMENT PSALMS </a:t>
            </a:r>
            <a:r>
              <a:rPr lang="ml-IN" dirty="0" smtClean="0"/>
              <a:t>പുതിയ</a:t>
            </a:r>
            <a:r>
              <a:rPr lang="en-US" dirty="0" smtClean="0"/>
              <a:t> </a:t>
            </a:r>
            <a:r>
              <a:rPr lang="ml-IN" dirty="0" smtClean="0"/>
              <a:t>നിയമ</a:t>
            </a:r>
            <a:r>
              <a:rPr lang="en-US" dirty="0" smtClean="0"/>
              <a:t> </a:t>
            </a:r>
            <a:r>
              <a:rPr lang="ml-IN" dirty="0" smtClean="0"/>
              <a:t>സങ്കീർത്തനങ്ങൾ</a:t>
            </a:r>
            <a:endParaRPr lang="en-IN" dirty="0"/>
          </a:p>
        </p:txBody>
      </p:sp>
    </p:spTree>
    <p:extLst>
      <p:ext uri="{BB962C8B-B14F-4D97-AF65-F5344CB8AC3E}">
        <p14:creationId xmlns:p14="http://schemas.microsoft.com/office/powerpoint/2010/main" val="22903048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7" end="7"/>
                                            </p:txEl>
                                          </p:spTgt>
                                        </p:tgtEl>
                                        <p:attrNameLst>
                                          <p:attrName>style.visibility</p:attrName>
                                        </p:attrNameLst>
                                      </p:cBhvr>
                                      <p:to>
                                        <p:strVal val="visible"/>
                                      </p:to>
                                    </p:set>
                                    <p:anim calcmode="lin" valueType="num">
                                      <p:cBhvr additive="base">
                                        <p:cTn id="4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grpId="0" nodeType="clickEffect">
                                  <p:stCondLst>
                                    <p:cond delay="0"/>
                                  </p:stCondLst>
                                  <p:childTnLst>
                                    <p:set>
                                      <p:cBhvr>
                                        <p:cTn id="54" dur="1" fill="hold">
                                          <p:stCondLst>
                                            <p:cond delay="0"/>
                                          </p:stCondLst>
                                        </p:cTn>
                                        <p:tgtEl>
                                          <p:spTgt spid="3">
                                            <p:txEl>
                                              <p:pRg st="8" end="8"/>
                                            </p:txEl>
                                          </p:spTgt>
                                        </p:tgtEl>
                                        <p:attrNameLst>
                                          <p:attrName>style.visibility</p:attrName>
                                        </p:attrNameLst>
                                      </p:cBhvr>
                                      <p:to>
                                        <p:strVal val="visible"/>
                                      </p:to>
                                    </p:set>
                                    <p:anim calcmode="lin" valueType="num">
                                      <p:cBhvr additive="base">
                                        <p:cTn id="55"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56" dur="500" fill="hold"/>
                                        <p:tgtEl>
                                          <p:spTgt spid="3">
                                            <p:txEl>
                                              <p:pRg st="8" end="8"/>
                                            </p:txEl>
                                          </p:spTgt>
                                        </p:tgtEl>
                                        <p:attrNameLst>
                                          <p:attrName>ppt_y</p:attrName>
                                        </p:attrNameLst>
                                      </p:cBhvr>
                                      <p:tavLst>
                                        <p:tav tm="0">
                                          <p:val>
                                            <p:strVal val="1+#ppt_h/2"/>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2" presetClass="entr" presetSubtype="4" fill="hold" grpId="0" nodeType="clickEffect">
                                  <p:stCondLst>
                                    <p:cond delay="0"/>
                                  </p:stCondLst>
                                  <p:childTnLst>
                                    <p:set>
                                      <p:cBhvr>
                                        <p:cTn id="60" dur="1" fill="hold">
                                          <p:stCondLst>
                                            <p:cond delay="0"/>
                                          </p:stCondLst>
                                        </p:cTn>
                                        <p:tgtEl>
                                          <p:spTgt spid="3">
                                            <p:txEl>
                                              <p:pRg st="9" end="9"/>
                                            </p:txEl>
                                          </p:spTgt>
                                        </p:tgtEl>
                                        <p:attrNameLst>
                                          <p:attrName>style.visibility</p:attrName>
                                        </p:attrNameLst>
                                      </p:cBhvr>
                                      <p:to>
                                        <p:strVal val="visible"/>
                                      </p:to>
                                    </p:set>
                                    <p:anim calcmode="lin" valueType="num">
                                      <p:cBhvr additive="base">
                                        <p:cTn id="61"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62" dur="500" fill="hold"/>
                                        <p:tgtEl>
                                          <p:spTgt spid="3">
                                            <p:txEl>
                                              <p:pRg st="9" end="9"/>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SPECIAL TYPES OF PSALM</a:t>
            </a:r>
            <a:endParaRPr lang="en-IN" dirty="0"/>
          </a:p>
        </p:txBody>
      </p:sp>
      <p:sp>
        <p:nvSpPr>
          <p:cNvPr id="3" name="Content Placeholder 2"/>
          <p:cNvSpPr>
            <a:spLocks noGrp="1"/>
          </p:cNvSpPr>
          <p:nvPr>
            <p:ph idx="1"/>
          </p:nvPr>
        </p:nvSpPr>
        <p:spPr/>
        <p:txBody>
          <a:bodyPr>
            <a:normAutofit lnSpcReduction="10000"/>
          </a:bodyPr>
          <a:lstStyle/>
          <a:p>
            <a:r>
              <a:rPr lang="en-US" dirty="0" smtClean="0"/>
              <a:t>WEDDING</a:t>
            </a:r>
          </a:p>
          <a:p>
            <a:r>
              <a:rPr lang="en-US" dirty="0" smtClean="0"/>
              <a:t>BAPTISM</a:t>
            </a:r>
          </a:p>
          <a:p>
            <a:r>
              <a:rPr lang="en-US" dirty="0" smtClean="0"/>
              <a:t>BURRIEL – FUNERAL SERVICE</a:t>
            </a:r>
          </a:p>
          <a:p>
            <a:r>
              <a:rPr lang="en-US" dirty="0" smtClean="0"/>
              <a:t>CHILD DEDICATION</a:t>
            </a:r>
          </a:p>
          <a:p>
            <a:r>
              <a:rPr lang="en-US" dirty="0" smtClean="0"/>
              <a:t>FAREWELL MEETING</a:t>
            </a:r>
          </a:p>
          <a:p>
            <a:r>
              <a:rPr lang="en-US" dirty="0" smtClean="0"/>
              <a:t>LAYING STONE BEFORE CONSTRUCTION</a:t>
            </a:r>
          </a:p>
          <a:p>
            <a:r>
              <a:rPr lang="en-US" dirty="0"/>
              <a:t>HOUSE WARMING</a:t>
            </a:r>
          </a:p>
          <a:p>
            <a:r>
              <a:rPr lang="en-US" smtClean="0"/>
              <a:t>LORD’S </a:t>
            </a:r>
            <a:r>
              <a:rPr lang="en-US" dirty="0" smtClean="0"/>
              <a:t>SUPPER OR TABLE</a:t>
            </a:r>
          </a:p>
          <a:p>
            <a:r>
              <a:rPr lang="en-US" dirty="0" smtClean="0"/>
              <a:t>LIFE AFTER DEATH</a:t>
            </a:r>
          </a:p>
          <a:p>
            <a:r>
              <a:rPr lang="en-US" dirty="0" smtClean="0"/>
              <a:t>SECOND COMING OF JESUS CHRIST</a:t>
            </a:r>
          </a:p>
          <a:p>
            <a:endParaRPr lang="en-US" dirty="0" smtClean="0"/>
          </a:p>
          <a:p>
            <a:endParaRPr lang="en-IN" dirty="0"/>
          </a:p>
        </p:txBody>
      </p:sp>
    </p:spTree>
    <p:extLst>
      <p:ext uri="{BB962C8B-B14F-4D97-AF65-F5344CB8AC3E}">
        <p14:creationId xmlns:p14="http://schemas.microsoft.com/office/powerpoint/2010/main" val="40245803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7" end="7"/>
                                            </p:txEl>
                                          </p:spTgt>
                                        </p:tgtEl>
                                        <p:attrNameLst>
                                          <p:attrName>style.visibility</p:attrName>
                                        </p:attrNameLst>
                                      </p:cBhvr>
                                      <p:to>
                                        <p:strVal val="visible"/>
                                      </p:to>
                                    </p:set>
                                    <p:anim calcmode="lin" valueType="num">
                                      <p:cBhvr additive="base">
                                        <p:cTn id="4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grpId="0" nodeType="clickEffect">
                                  <p:stCondLst>
                                    <p:cond delay="0"/>
                                  </p:stCondLst>
                                  <p:childTnLst>
                                    <p:set>
                                      <p:cBhvr>
                                        <p:cTn id="54" dur="1" fill="hold">
                                          <p:stCondLst>
                                            <p:cond delay="0"/>
                                          </p:stCondLst>
                                        </p:cTn>
                                        <p:tgtEl>
                                          <p:spTgt spid="3">
                                            <p:txEl>
                                              <p:pRg st="8" end="8"/>
                                            </p:txEl>
                                          </p:spTgt>
                                        </p:tgtEl>
                                        <p:attrNameLst>
                                          <p:attrName>style.visibility</p:attrName>
                                        </p:attrNameLst>
                                      </p:cBhvr>
                                      <p:to>
                                        <p:strVal val="visible"/>
                                      </p:to>
                                    </p:set>
                                    <p:anim calcmode="lin" valueType="num">
                                      <p:cBhvr additive="base">
                                        <p:cTn id="55"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56" dur="500" fill="hold"/>
                                        <p:tgtEl>
                                          <p:spTgt spid="3">
                                            <p:txEl>
                                              <p:pRg st="8" end="8"/>
                                            </p:txEl>
                                          </p:spTgt>
                                        </p:tgtEl>
                                        <p:attrNameLst>
                                          <p:attrName>ppt_y</p:attrName>
                                        </p:attrNameLst>
                                      </p:cBhvr>
                                      <p:tavLst>
                                        <p:tav tm="0">
                                          <p:val>
                                            <p:strVal val="1+#ppt_h/2"/>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2" presetClass="entr" presetSubtype="4" fill="hold" grpId="0" nodeType="clickEffect">
                                  <p:stCondLst>
                                    <p:cond delay="0"/>
                                  </p:stCondLst>
                                  <p:childTnLst>
                                    <p:set>
                                      <p:cBhvr>
                                        <p:cTn id="60" dur="1" fill="hold">
                                          <p:stCondLst>
                                            <p:cond delay="0"/>
                                          </p:stCondLst>
                                        </p:cTn>
                                        <p:tgtEl>
                                          <p:spTgt spid="3">
                                            <p:txEl>
                                              <p:pRg st="9" end="9"/>
                                            </p:txEl>
                                          </p:spTgt>
                                        </p:tgtEl>
                                        <p:attrNameLst>
                                          <p:attrName>style.visibility</p:attrName>
                                        </p:attrNameLst>
                                      </p:cBhvr>
                                      <p:to>
                                        <p:strVal val="visible"/>
                                      </p:to>
                                    </p:set>
                                    <p:anim calcmode="lin" valueType="num">
                                      <p:cBhvr additive="base">
                                        <p:cTn id="61"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62" dur="500" fill="hold"/>
                                        <p:tgtEl>
                                          <p:spTgt spid="3">
                                            <p:txEl>
                                              <p:pRg st="9" end="9"/>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 we studied the following</a:t>
            </a:r>
            <a:endParaRPr lang="en-IN" dirty="0"/>
          </a:p>
        </p:txBody>
      </p:sp>
      <p:sp>
        <p:nvSpPr>
          <p:cNvPr id="3" name="Content Placeholder 2"/>
          <p:cNvSpPr>
            <a:spLocks noGrp="1"/>
          </p:cNvSpPr>
          <p:nvPr>
            <p:ph idx="1"/>
          </p:nvPr>
        </p:nvSpPr>
        <p:spPr>
          <a:xfrm>
            <a:off x="1573331" y="1853248"/>
            <a:ext cx="10142953" cy="3667335"/>
          </a:xfrm>
        </p:spPr>
        <p:txBody>
          <a:bodyPr/>
          <a:lstStyle/>
          <a:p>
            <a:r>
              <a:rPr lang="en-US" dirty="0" smtClean="0"/>
              <a:t>Hymn</a:t>
            </a:r>
            <a:r>
              <a:rPr lang="en-IN" dirty="0" smtClean="0"/>
              <a:t>     - H  </a:t>
            </a:r>
            <a:r>
              <a:rPr lang="ml-IN" dirty="0"/>
              <a:t>സ്തുതിഗീതങ്ങൾ</a:t>
            </a:r>
            <a:endParaRPr lang="en-IN" dirty="0" smtClean="0"/>
          </a:p>
          <a:p>
            <a:r>
              <a:rPr lang="en-US" dirty="0" smtClean="0"/>
              <a:t>Individual songs of Lament     - IL </a:t>
            </a:r>
            <a:r>
              <a:rPr lang="ml-IN" dirty="0" smtClean="0"/>
              <a:t>വ്യക്തി</a:t>
            </a:r>
            <a:r>
              <a:rPr lang="en-US" dirty="0" smtClean="0"/>
              <a:t> </a:t>
            </a:r>
            <a:r>
              <a:rPr lang="ml-IN" dirty="0" smtClean="0"/>
              <a:t>വിലാപ</a:t>
            </a:r>
            <a:r>
              <a:rPr lang="en-US" dirty="0" smtClean="0"/>
              <a:t> </a:t>
            </a:r>
            <a:r>
              <a:rPr lang="ml-IN" dirty="0" smtClean="0"/>
              <a:t>കീർത്തനങ്ങൾ</a:t>
            </a:r>
            <a:endParaRPr lang="en-US" dirty="0" smtClean="0"/>
          </a:p>
          <a:p>
            <a:r>
              <a:rPr lang="en-US" dirty="0" smtClean="0"/>
              <a:t>Community songs of Lament  - CL </a:t>
            </a:r>
            <a:r>
              <a:rPr lang="ml-IN" dirty="0" smtClean="0"/>
              <a:t>സാമൂഹ്യ</a:t>
            </a:r>
            <a:r>
              <a:rPr lang="en-US" dirty="0" smtClean="0"/>
              <a:t> </a:t>
            </a:r>
            <a:r>
              <a:rPr lang="ml-IN" dirty="0" smtClean="0"/>
              <a:t>വിലാപ</a:t>
            </a:r>
            <a:r>
              <a:rPr lang="en-US" dirty="0" smtClean="0"/>
              <a:t> </a:t>
            </a:r>
            <a:r>
              <a:rPr lang="ml-IN" dirty="0"/>
              <a:t>കീർത്തനങ്ങൾ</a:t>
            </a:r>
            <a:endParaRPr lang="en-US" dirty="0" smtClean="0"/>
          </a:p>
          <a:p>
            <a:r>
              <a:rPr lang="en-US" dirty="0" smtClean="0"/>
              <a:t>Individual songs of Thanksgiving – IT </a:t>
            </a:r>
            <a:r>
              <a:rPr lang="ml-IN" dirty="0"/>
              <a:t>വ്യക്തി</a:t>
            </a:r>
            <a:r>
              <a:rPr lang="en-US" dirty="0" smtClean="0"/>
              <a:t> </a:t>
            </a:r>
            <a:r>
              <a:rPr lang="ml-IN" dirty="0" smtClean="0"/>
              <a:t>സ്തോത്ര</a:t>
            </a:r>
            <a:r>
              <a:rPr lang="en-US" dirty="0" smtClean="0"/>
              <a:t> </a:t>
            </a:r>
            <a:r>
              <a:rPr lang="ml-IN" dirty="0" smtClean="0"/>
              <a:t>കീർത്തനങ്ങൾ</a:t>
            </a:r>
            <a:endParaRPr lang="en-US" dirty="0" smtClean="0"/>
          </a:p>
          <a:p>
            <a:r>
              <a:rPr lang="en-US" dirty="0" smtClean="0"/>
              <a:t>Community songs of Thanksgiving </a:t>
            </a:r>
            <a:r>
              <a:rPr lang="en-US" dirty="0"/>
              <a:t>-</a:t>
            </a:r>
            <a:r>
              <a:rPr lang="en-US" dirty="0" smtClean="0"/>
              <a:t> CT </a:t>
            </a:r>
            <a:r>
              <a:rPr lang="ml-IN" dirty="0"/>
              <a:t>സാമൂഹ്യ</a:t>
            </a:r>
            <a:r>
              <a:rPr lang="en-US" dirty="0" smtClean="0"/>
              <a:t> </a:t>
            </a:r>
            <a:r>
              <a:rPr lang="ml-IN" dirty="0" smtClean="0"/>
              <a:t>സ്തോത്ര</a:t>
            </a:r>
            <a:r>
              <a:rPr lang="en-US" dirty="0" smtClean="0"/>
              <a:t> </a:t>
            </a:r>
            <a:r>
              <a:rPr lang="ml-IN" dirty="0" smtClean="0"/>
              <a:t>കീർത്തനങ്ങൾ</a:t>
            </a:r>
            <a:endParaRPr lang="en-US" dirty="0" smtClean="0"/>
          </a:p>
          <a:p>
            <a:r>
              <a:rPr lang="en-US" dirty="0" smtClean="0"/>
              <a:t>Individual songs of Trust – IST </a:t>
            </a:r>
            <a:r>
              <a:rPr lang="ml-IN" dirty="0" smtClean="0"/>
              <a:t>വ്യക്തി</a:t>
            </a:r>
            <a:r>
              <a:rPr lang="en-US" dirty="0" smtClean="0"/>
              <a:t> </a:t>
            </a:r>
            <a:r>
              <a:rPr lang="ml-IN" dirty="0" smtClean="0"/>
              <a:t>ആശ്രയ</a:t>
            </a:r>
            <a:r>
              <a:rPr lang="en-US" smtClean="0"/>
              <a:t> </a:t>
            </a:r>
            <a:r>
              <a:rPr lang="ml-IN" smtClean="0"/>
              <a:t>കീർത്തനങ്ങൾ</a:t>
            </a:r>
            <a:endParaRPr lang="en-US" dirty="0" smtClean="0"/>
          </a:p>
          <a:p>
            <a:r>
              <a:rPr lang="en-US" dirty="0" smtClean="0"/>
              <a:t>Community songs of Trust – CST </a:t>
            </a:r>
            <a:r>
              <a:rPr lang="ml-IN" dirty="0" smtClean="0"/>
              <a:t>സാമൂഹ്യ</a:t>
            </a:r>
            <a:r>
              <a:rPr lang="en-US" dirty="0" smtClean="0"/>
              <a:t> </a:t>
            </a:r>
            <a:r>
              <a:rPr lang="ml-IN" dirty="0" smtClean="0"/>
              <a:t>ആശ്രയ</a:t>
            </a:r>
            <a:r>
              <a:rPr lang="en-US" dirty="0" smtClean="0"/>
              <a:t> </a:t>
            </a:r>
            <a:r>
              <a:rPr lang="ml-IN" dirty="0" smtClean="0"/>
              <a:t>കീർത്തനങ്ങൾ</a:t>
            </a:r>
            <a:endParaRPr lang="en-US" dirty="0"/>
          </a:p>
        </p:txBody>
      </p:sp>
    </p:spTree>
    <p:extLst>
      <p:ext uri="{BB962C8B-B14F-4D97-AF65-F5344CB8AC3E}">
        <p14:creationId xmlns:p14="http://schemas.microsoft.com/office/powerpoint/2010/main" val="1436578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41012" y="145070"/>
            <a:ext cx="9404723" cy="794967"/>
          </a:xfrm>
        </p:spPr>
        <p:txBody>
          <a:bodyPr/>
          <a:lstStyle/>
          <a:p>
            <a:pPr algn="ctr"/>
            <a:r>
              <a:rPr lang="en-US" dirty="0" smtClean="0"/>
              <a:t>RIVISION STUDY</a:t>
            </a:r>
            <a:endParaRPr lang="en-IN" dirty="0"/>
          </a:p>
        </p:txBody>
      </p:sp>
      <p:sp>
        <p:nvSpPr>
          <p:cNvPr id="3" name="Content Placeholder 2"/>
          <p:cNvSpPr>
            <a:spLocks noGrp="1"/>
          </p:cNvSpPr>
          <p:nvPr>
            <p:ph idx="1"/>
          </p:nvPr>
        </p:nvSpPr>
        <p:spPr>
          <a:xfrm>
            <a:off x="1163133" y="940037"/>
            <a:ext cx="8946541" cy="5665862"/>
          </a:xfrm>
        </p:spPr>
        <p:txBody>
          <a:bodyPr>
            <a:normAutofit/>
          </a:bodyPr>
          <a:lstStyle/>
          <a:p>
            <a:r>
              <a:rPr lang="en-US" dirty="0" smtClean="0"/>
              <a:t>HYMN</a:t>
            </a:r>
          </a:p>
          <a:p>
            <a:pPr lvl="1"/>
            <a:r>
              <a:rPr lang="en-US" dirty="0" smtClean="0"/>
              <a:t>1. CALL TO WORSHIP</a:t>
            </a:r>
          </a:p>
          <a:p>
            <a:pPr lvl="1"/>
            <a:r>
              <a:rPr lang="en-US" dirty="0" smtClean="0"/>
              <a:t>2. WHAT GOD HAS DONE OR WHAT GOD IS LIKE</a:t>
            </a:r>
          </a:p>
          <a:p>
            <a:r>
              <a:rPr lang="en-US" dirty="0" smtClean="0"/>
              <a:t>LAMENT- INDIVIDUAL AND COMMUNITY</a:t>
            </a:r>
          </a:p>
          <a:p>
            <a:pPr lvl="1"/>
            <a:r>
              <a:rPr lang="en-US" dirty="0" smtClean="0"/>
              <a:t>1. INVOCATION           2. LAMENTATION</a:t>
            </a:r>
          </a:p>
          <a:p>
            <a:pPr lvl="1"/>
            <a:r>
              <a:rPr lang="en-US" dirty="0" smtClean="0"/>
              <a:t>3. PETITION                   4. MOTIVATION</a:t>
            </a:r>
          </a:p>
          <a:p>
            <a:pPr lvl="1"/>
            <a:r>
              <a:rPr lang="en-US" dirty="0" smtClean="0"/>
              <a:t>5. VOW                         6. DIVINE RESPONSE</a:t>
            </a:r>
          </a:p>
          <a:p>
            <a:pPr lvl="1"/>
            <a:r>
              <a:rPr lang="en-US" dirty="0" smtClean="0"/>
              <a:t>7. EXPRESSION OF CONFIDENCE</a:t>
            </a:r>
          </a:p>
          <a:p>
            <a:r>
              <a:rPr lang="en-US" dirty="0" smtClean="0"/>
              <a:t>THANKSGIVING- INDIVIDUAL AND COMMUNITY</a:t>
            </a:r>
          </a:p>
          <a:p>
            <a:pPr lvl="1"/>
            <a:r>
              <a:rPr lang="en-US" dirty="0" smtClean="0"/>
              <a:t>1. CALL TO WORSHIP  2. PROCLAMATION AND INTRODUCTORY PART</a:t>
            </a:r>
          </a:p>
          <a:p>
            <a:pPr lvl="1"/>
            <a:r>
              <a:rPr lang="en-US" dirty="0" smtClean="0"/>
              <a:t>3. TESTIMONY               4. PRAISE</a:t>
            </a:r>
          </a:p>
          <a:p>
            <a:r>
              <a:rPr lang="en-US" dirty="0" smtClean="0"/>
              <a:t>TRUST – INDIVIDUAL AND COMMUNITY</a:t>
            </a:r>
          </a:p>
          <a:p>
            <a:pPr lvl="1"/>
            <a:r>
              <a:rPr lang="en-US" dirty="0" smtClean="0"/>
              <a:t>TRUST	IN THE MIDST OF DIFFICULTIES	</a:t>
            </a:r>
            <a:endParaRPr lang="en-IN" dirty="0"/>
          </a:p>
        </p:txBody>
      </p:sp>
    </p:spTree>
    <p:extLst>
      <p:ext uri="{BB962C8B-B14F-4D97-AF65-F5344CB8AC3E}">
        <p14:creationId xmlns:p14="http://schemas.microsoft.com/office/powerpoint/2010/main" val="25380201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 calcmode="lin" valueType="num">
                                      <p:cBhvr additive="base">
                                        <p:cTn id="11"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3">
                                            <p:txEl>
                                              <p:pRg st="1" end="1"/>
                                            </p:txEl>
                                          </p:spTgt>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 calcmode="lin" valueType="num">
                                      <p:cBhvr additive="base">
                                        <p:cTn id="15"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3">
                                            <p:txEl>
                                              <p:pRg st="3" end="3"/>
                                            </p:txEl>
                                          </p:spTgt>
                                        </p:tgtEl>
                                        <p:attrNameLst>
                                          <p:attrName>style.visibility</p:attrName>
                                        </p:attrNameLst>
                                      </p:cBhvr>
                                      <p:to>
                                        <p:strVal val="visible"/>
                                      </p:to>
                                    </p:set>
                                    <p:anim calcmode="lin" valueType="num">
                                      <p:cBhvr additive="base">
                                        <p:cTn id="21"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2" dur="500" fill="hold"/>
                                        <p:tgtEl>
                                          <p:spTgt spid="3">
                                            <p:txEl>
                                              <p:pRg st="3" end="3"/>
                                            </p:txEl>
                                          </p:spTgt>
                                        </p:tgtEl>
                                        <p:attrNameLst>
                                          <p:attrName>ppt_y</p:attrName>
                                        </p:attrNameLst>
                                      </p:cBhvr>
                                      <p:tavLst>
                                        <p:tav tm="0">
                                          <p:val>
                                            <p:strVal val="1+#ppt_h/2"/>
                                          </p:val>
                                        </p:tav>
                                        <p:tav tm="100000">
                                          <p:val>
                                            <p:strVal val="#ppt_y"/>
                                          </p:val>
                                        </p:tav>
                                      </p:tavLst>
                                    </p:anim>
                                  </p:childTnLst>
                                </p:cTn>
                              </p:par>
                              <p:par>
                                <p:cTn id="23" presetID="2" presetClass="entr" presetSubtype="4" fill="hold" grpId="0" nodeType="with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 calcmode="lin" valueType="num">
                                      <p:cBhvr additive="base">
                                        <p:cTn id="25"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4" end="4"/>
                                            </p:txEl>
                                          </p:spTgt>
                                        </p:tgtEl>
                                        <p:attrNameLst>
                                          <p:attrName>ppt_y</p:attrName>
                                        </p:attrNameLst>
                                      </p:cBhvr>
                                      <p:tavLst>
                                        <p:tav tm="0">
                                          <p:val>
                                            <p:strVal val="1+#ppt_h/2"/>
                                          </p:val>
                                        </p:tav>
                                        <p:tav tm="100000">
                                          <p:val>
                                            <p:strVal val="#ppt_y"/>
                                          </p:val>
                                        </p:tav>
                                      </p:tavLst>
                                    </p:anim>
                                  </p:childTnLst>
                                </p:cTn>
                              </p:par>
                              <p:par>
                                <p:cTn id="27" presetID="2" presetClass="entr" presetSubtype="4" fill="hold" grpId="0" nodeType="with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anim calcmode="lin" valueType="num">
                                      <p:cBhvr additive="base">
                                        <p:cTn id="29"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0" dur="500" fill="hold"/>
                                        <p:tgtEl>
                                          <p:spTgt spid="3">
                                            <p:txEl>
                                              <p:pRg st="5" end="5"/>
                                            </p:txEl>
                                          </p:spTgt>
                                        </p:tgtEl>
                                        <p:attrNameLst>
                                          <p:attrName>ppt_y</p:attrName>
                                        </p:attrNameLst>
                                      </p:cBhvr>
                                      <p:tavLst>
                                        <p:tav tm="0">
                                          <p:val>
                                            <p:strVal val="1+#ppt_h/2"/>
                                          </p:val>
                                        </p:tav>
                                        <p:tav tm="100000">
                                          <p:val>
                                            <p:strVal val="#ppt_y"/>
                                          </p:val>
                                        </p:tav>
                                      </p:tavLst>
                                    </p:anim>
                                  </p:childTnLst>
                                </p:cTn>
                              </p:par>
                              <p:par>
                                <p:cTn id="31" presetID="2" presetClass="entr" presetSubtype="4" fill="hold" grpId="0" nodeType="withEffect">
                                  <p:stCondLst>
                                    <p:cond delay="0"/>
                                  </p:stCondLst>
                                  <p:childTnLst>
                                    <p:set>
                                      <p:cBhvr>
                                        <p:cTn id="32" dur="1" fill="hold">
                                          <p:stCondLst>
                                            <p:cond delay="0"/>
                                          </p:stCondLst>
                                        </p:cTn>
                                        <p:tgtEl>
                                          <p:spTgt spid="3">
                                            <p:txEl>
                                              <p:pRg st="6" end="6"/>
                                            </p:txEl>
                                          </p:spTgt>
                                        </p:tgtEl>
                                        <p:attrNameLst>
                                          <p:attrName>style.visibility</p:attrName>
                                        </p:attrNameLst>
                                      </p:cBhvr>
                                      <p:to>
                                        <p:strVal val="visible"/>
                                      </p:to>
                                    </p:set>
                                    <p:anim calcmode="lin" valueType="num">
                                      <p:cBhvr additive="base">
                                        <p:cTn id="3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34" dur="500" fill="hold"/>
                                        <p:tgtEl>
                                          <p:spTgt spid="3">
                                            <p:txEl>
                                              <p:pRg st="6" end="6"/>
                                            </p:txEl>
                                          </p:spTgt>
                                        </p:tgtEl>
                                        <p:attrNameLst>
                                          <p:attrName>ppt_y</p:attrName>
                                        </p:attrNameLst>
                                      </p:cBhvr>
                                      <p:tavLst>
                                        <p:tav tm="0">
                                          <p:val>
                                            <p:strVal val="1+#ppt_h/2"/>
                                          </p:val>
                                        </p:tav>
                                        <p:tav tm="100000">
                                          <p:val>
                                            <p:strVal val="#ppt_y"/>
                                          </p:val>
                                        </p:tav>
                                      </p:tavLst>
                                    </p:anim>
                                  </p:childTnLst>
                                </p:cTn>
                              </p:par>
                              <p:par>
                                <p:cTn id="35" presetID="2" presetClass="entr" presetSubtype="4" fill="hold" grpId="0" nodeType="withEffect">
                                  <p:stCondLst>
                                    <p:cond delay="0"/>
                                  </p:stCondLst>
                                  <p:childTnLst>
                                    <p:set>
                                      <p:cBhvr>
                                        <p:cTn id="36" dur="1" fill="hold">
                                          <p:stCondLst>
                                            <p:cond delay="0"/>
                                          </p:stCondLst>
                                        </p:cTn>
                                        <p:tgtEl>
                                          <p:spTgt spid="3">
                                            <p:txEl>
                                              <p:pRg st="7" end="7"/>
                                            </p:txEl>
                                          </p:spTgt>
                                        </p:tgtEl>
                                        <p:attrNameLst>
                                          <p:attrName>style.visibility</p:attrName>
                                        </p:attrNameLst>
                                      </p:cBhvr>
                                      <p:to>
                                        <p:strVal val="visible"/>
                                      </p:to>
                                    </p:set>
                                    <p:anim calcmode="lin" valueType="num">
                                      <p:cBhvr additive="base">
                                        <p:cTn id="37"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8" end="8"/>
                                            </p:txEl>
                                          </p:spTgt>
                                        </p:tgtEl>
                                        <p:attrNameLst>
                                          <p:attrName>style.visibility</p:attrName>
                                        </p:attrNameLst>
                                      </p:cBhvr>
                                      <p:to>
                                        <p:strVal val="visible"/>
                                      </p:to>
                                    </p:set>
                                    <p:anim calcmode="lin" valueType="num">
                                      <p:cBhvr additive="base">
                                        <p:cTn id="43"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8" end="8"/>
                                            </p:txEl>
                                          </p:spTgt>
                                        </p:tgtEl>
                                        <p:attrNameLst>
                                          <p:attrName>ppt_y</p:attrName>
                                        </p:attrNameLst>
                                      </p:cBhvr>
                                      <p:tavLst>
                                        <p:tav tm="0">
                                          <p:val>
                                            <p:strVal val="1+#ppt_h/2"/>
                                          </p:val>
                                        </p:tav>
                                        <p:tav tm="100000">
                                          <p:val>
                                            <p:strVal val="#ppt_y"/>
                                          </p:val>
                                        </p:tav>
                                      </p:tavLst>
                                    </p:anim>
                                  </p:childTnLst>
                                </p:cTn>
                              </p:par>
                              <p:par>
                                <p:cTn id="45" presetID="2" presetClass="entr" presetSubtype="4" fill="hold" grpId="0" nodeType="withEffect">
                                  <p:stCondLst>
                                    <p:cond delay="0"/>
                                  </p:stCondLst>
                                  <p:childTnLst>
                                    <p:set>
                                      <p:cBhvr>
                                        <p:cTn id="46" dur="1" fill="hold">
                                          <p:stCondLst>
                                            <p:cond delay="0"/>
                                          </p:stCondLst>
                                        </p:cTn>
                                        <p:tgtEl>
                                          <p:spTgt spid="3">
                                            <p:txEl>
                                              <p:pRg st="9" end="9"/>
                                            </p:txEl>
                                          </p:spTgt>
                                        </p:tgtEl>
                                        <p:attrNameLst>
                                          <p:attrName>style.visibility</p:attrName>
                                        </p:attrNameLst>
                                      </p:cBhvr>
                                      <p:to>
                                        <p:strVal val="visible"/>
                                      </p:to>
                                    </p:set>
                                    <p:anim calcmode="lin" valueType="num">
                                      <p:cBhvr additive="base">
                                        <p:cTn id="47"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48" dur="500" fill="hold"/>
                                        <p:tgtEl>
                                          <p:spTgt spid="3">
                                            <p:txEl>
                                              <p:pRg st="9" end="9"/>
                                            </p:txEl>
                                          </p:spTgt>
                                        </p:tgtEl>
                                        <p:attrNameLst>
                                          <p:attrName>ppt_y</p:attrName>
                                        </p:attrNameLst>
                                      </p:cBhvr>
                                      <p:tavLst>
                                        <p:tav tm="0">
                                          <p:val>
                                            <p:strVal val="1+#ppt_h/2"/>
                                          </p:val>
                                        </p:tav>
                                        <p:tav tm="100000">
                                          <p:val>
                                            <p:strVal val="#ppt_y"/>
                                          </p:val>
                                        </p:tav>
                                      </p:tavLst>
                                    </p:anim>
                                  </p:childTnLst>
                                </p:cTn>
                              </p:par>
                              <p:par>
                                <p:cTn id="49" presetID="2" presetClass="entr" presetSubtype="4" fill="hold" grpId="0" nodeType="withEffect">
                                  <p:stCondLst>
                                    <p:cond delay="0"/>
                                  </p:stCondLst>
                                  <p:childTnLst>
                                    <p:set>
                                      <p:cBhvr>
                                        <p:cTn id="50" dur="1" fill="hold">
                                          <p:stCondLst>
                                            <p:cond delay="0"/>
                                          </p:stCondLst>
                                        </p:cTn>
                                        <p:tgtEl>
                                          <p:spTgt spid="3">
                                            <p:txEl>
                                              <p:pRg st="10" end="10"/>
                                            </p:txEl>
                                          </p:spTgt>
                                        </p:tgtEl>
                                        <p:attrNameLst>
                                          <p:attrName>style.visibility</p:attrName>
                                        </p:attrNameLst>
                                      </p:cBhvr>
                                      <p:to>
                                        <p:strVal val="visible"/>
                                      </p:to>
                                    </p:set>
                                    <p:anim calcmode="lin" valueType="num">
                                      <p:cBhvr additive="base">
                                        <p:cTn id="51" dur="500" fill="hold"/>
                                        <p:tgtEl>
                                          <p:spTgt spid="3">
                                            <p:txEl>
                                              <p:pRg st="10" end="10"/>
                                            </p:txEl>
                                          </p:spTgt>
                                        </p:tgtEl>
                                        <p:attrNameLst>
                                          <p:attrName>ppt_x</p:attrName>
                                        </p:attrNameLst>
                                      </p:cBhvr>
                                      <p:tavLst>
                                        <p:tav tm="0">
                                          <p:val>
                                            <p:strVal val="#ppt_x"/>
                                          </p:val>
                                        </p:tav>
                                        <p:tav tm="100000">
                                          <p:val>
                                            <p:strVal val="#ppt_x"/>
                                          </p:val>
                                        </p:tav>
                                      </p:tavLst>
                                    </p:anim>
                                    <p:anim calcmode="lin" valueType="num">
                                      <p:cBhvr additive="base">
                                        <p:cTn id="52" dur="500" fill="hold"/>
                                        <p:tgtEl>
                                          <p:spTgt spid="3">
                                            <p:txEl>
                                              <p:pRg st="10" end="10"/>
                                            </p:txEl>
                                          </p:spTgt>
                                        </p:tgtEl>
                                        <p:attrNameLst>
                                          <p:attrName>ppt_y</p:attrName>
                                        </p:attrNameLst>
                                      </p:cBhvr>
                                      <p:tavLst>
                                        <p:tav tm="0">
                                          <p:val>
                                            <p:strVal val="1+#ppt_h/2"/>
                                          </p:val>
                                        </p:tav>
                                        <p:tav tm="100000">
                                          <p:val>
                                            <p:strVal val="#ppt_y"/>
                                          </p:val>
                                        </p:tav>
                                      </p:tavLst>
                                    </p:anim>
                                  </p:childTnLst>
                                </p:cTn>
                              </p:par>
                            </p:childTnLst>
                          </p:cTn>
                        </p:par>
                      </p:childTnLst>
                    </p:cTn>
                  </p:par>
                  <p:par>
                    <p:cTn id="53" fill="hold">
                      <p:stCondLst>
                        <p:cond delay="indefinite"/>
                      </p:stCondLst>
                      <p:childTnLst>
                        <p:par>
                          <p:cTn id="54" fill="hold">
                            <p:stCondLst>
                              <p:cond delay="0"/>
                            </p:stCondLst>
                            <p:childTnLst>
                              <p:par>
                                <p:cTn id="55" presetID="2" presetClass="entr" presetSubtype="4" fill="hold" grpId="0" nodeType="clickEffect">
                                  <p:stCondLst>
                                    <p:cond delay="0"/>
                                  </p:stCondLst>
                                  <p:childTnLst>
                                    <p:set>
                                      <p:cBhvr>
                                        <p:cTn id="56" dur="1" fill="hold">
                                          <p:stCondLst>
                                            <p:cond delay="0"/>
                                          </p:stCondLst>
                                        </p:cTn>
                                        <p:tgtEl>
                                          <p:spTgt spid="3">
                                            <p:txEl>
                                              <p:pRg st="11" end="11"/>
                                            </p:txEl>
                                          </p:spTgt>
                                        </p:tgtEl>
                                        <p:attrNameLst>
                                          <p:attrName>style.visibility</p:attrName>
                                        </p:attrNameLst>
                                      </p:cBhvr>
                                      <p:to>
                                        <p:strVal val="visible"/>
                                      </p:to>
                                    </p:set>
                                    <p:anim calcmode="lin" valueType="num">
                                      <p:cBhvr additive="base">
                                        <p:cTn id="57" dur="500" fill="hold"/>
                                        <p:tgtEl>
                                          <p:spTgt spid="3">
                                            <p:txEl>
                                              <p:pRg st="11" end="11"/>
                                            </p:txEl>
                                          </p:spTgt>
                                        </p:tgtEl>
                                        <p:attrNameLst>
                                          <p:attrName>ppt_x</p:attrName>
                                        </p:attrNameLst>
                                      </p:cBhvr>
                                      <p:tavLst>
                                        <p:tav tm="0">
                                          <p:val>
                                            <p:strVal val="#ppt_x"/>
                                          </p:val>
                                        </p:tav>
                                        <p:tav tm="100000">
                                          <p:val>
                                            <p:strVal val="#ppt_x"/>
                                          </p:val>
                                        </p:tav>
                                      </p:tavLst>
                                    </p:anim>
                                    <p:anim calcmode="lin" valueType="num">
                                      <p:cBhvr additive="base">
                                        <p:cTn id="58" dur="500" fill="hold"/>
                                        <p:tgtEl>
                                          <p:spTgt spid="3">
                                            <p:txEl>
                                              <p:pRg st="11" end="11"/>
                                            </p:txEl>
                                          </p:spTgt>
                                        </p:tgtEl>
                                        <p:attrNameLst>
                                          <p:attrName>ppt_y</p:attrName>
                                        </p:attrNameLst>
                                      </p:cBhvr>
                                      <p:tavLst>
                                        <p:tav tm="0">
                                          <p:val>
                                            <p:strVal val="1+#ppt_h/2"/>
                                          </p:val>
                                        </p:tav>
                                        <p:tav tm="100000">
                                          <p:val>
                                            <p:strVal val="#ppt_y"/>
                                          </p:val>
                                        </p:tav>
                                      </p:tavLst>
                                    </p:anim>
                                  </p:childTnLst>
                                </p:cTn>
                              </p:par>
                              <p:par>
                                <p:cTn id="59" presetID="2" presetClass="entr" presetSubtype="4" fill="hold" grpId="0" nodeType="withEffect">
                                  <p:stCondLst>
                                    <p:cond delay="0"/>
                                  </p:stCondLst>
                                  <p:childTnLst>
                                    <p:set>
                                      <p:cBhvr>
                                        <p:cTn id="60" dur="1" fill="hold">
                                          <p:stCondLst>
                                            <p:cond delay="0"/>
                                          </p:stCondLst>
                                        </p:cTn>
                                        <p:tgtEl>
                                          <p:spTgt spid="3">
                                            <p:txEl>
                                              <p:pRg st="12" end="12"/>
                                            </p:txEl>
                                          </p:spTgt>
                                        </p:tgtEl>
                                        <p:attrNameLst>
                                          <p:attrName>style.visibility</p:attrName>
                                        </p:attrNameLst>
                                      </p:cBhvr>
                                      <p:to>
                                        <p:strVal val="visible"/>
                                      </p:to>
                                    </p:set>
                                    <p:anim calcmode="lin" valueType="num">
                                      <p:cBhvr additive="base">
                                        <p:cTn id="61" dur="500" fill="hold"/>
                                        <p:tgtEl>
                                          <p:spTgt spid="3">
                                            <p:txEl>
                                              <p:pRg st="12" end="12"/>
                                            </p:txEl>
                                          </p:spTgt>
                                        </p:tgtEl>
                                        <p:attrNameLst>
                                          <p:attrName>ppt_x</p:attrName>
                                        </p:attrNameLst>
                                      </p:cBhvr>
                                      <p:tavLst>
                                        <p:tav tm="0">
                                          <p:val>
                                            <p:strVal val="#ppt_x"/>
                                          </p:val>
                                        </p:tav>
                                        <p:tav tm="100000">
                                          <p:val>
                                            <p:strVal val="#ppt_x"/>
                                          </p:val>
                                        </p:tav>
                                      </p:tavLst>
                                    </p:anim>
                                    <p:anim calcmode="lin" valueType="num">
                                      <p:cBhvr additive="base">
                                        <p:cTn id="62" dur="500" fill="hold"/>
                                        <p:tgtEl>
                                          <p:spTgt spid="3">
                                            <p:txEl>
                                              <p:pRg st="12" end="1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REVISION OF PSALMS</a:t>
            </a:r>
            <a:endParaRPr lang="en-IN" dirty="0"/>
          </a:p>
        </p:txBody>
      </p:sp>
      <p:sp>
        <p:nvSpPr>
          <p:cNvPr id="3" name="Content Placeholder 2"/>
          <p:cNvSpPr>
            <a:spLocks noGrp="1"/>
          </p:cNvSpPr>
          <p:nvPr>
            <p:ph idx="1"/>
          </p:nvPr>
        </p:nvSpPr>
        <p:spPr/>
        <p:txBody>
          <a:bodyPr>
            <a:normAutofit lnSpcReduction="10000"/>
          </a:bodyPr>
          <a:lstStyle/>
          <a:p>
            <a:pPr marL="457200" indent="-457200">
              <a:buAutoNum type="arabicPeriod"/>
            </a:pPr>
            <a:r>
              <a:rPr lang="en-US" dirty="0" smtClean="0"/>
              <a:t>ROYAL PSALMS </a:t>
            </a:r>
            <a:r>
              <a:rPr lang="ml-IN" dirty="0" smtClean="0"/>
              <a:t>രാജകീയ</a:t>
            </a:r>
            <a:r>
              <a:rPr lang="en-US" dirty="0" smtClean="0"/>
              <a:t> </a:t>
            </a:r>
            <a:r>
              <a:rPr lang="ml-IN" dirty="0" smtClean="0"/>
              <a:t>സങ്കീർത്തനങ്ങൾ</a:t>
            </a:r>
            <a:endParaRPr lang="en-US" dirty="0" smtClean="0"/>
          </a:p>
          <a:p>
            <a:pPr marL="457200" indent="-457200">
              <a:buAutoNum type="arabicPeriod"/>
            </a:pPr>
            <a:r>
              <a:rPr lang="en-US" dirty="0" smtClean="0"/>
              <a:t>ENTRONEMENT PSALMS </a:t>
            </a:r>
            <a:r>
              <a:rPr lang="ml-IN" dirty="0" smtClean="0"/>
              <a:t>സ്ഥാനാരോഹണ</a:t>
            </a:r>
            <a:r>
              <a:rPr lang="en-US" dirty="0" smtClean="0"/>
              <a:t> </a:t>
            </a:r>
            <a:r>
              <a:rPr lang="ml-IN" dirty="0" smtClean="0"/>
              <a:t>സങ്കീർത്തനങ്ങൾ</a:t>
            </a:r>
            <a:endParaRPr lang="en-US" dirty="0" smtClean="0"/>
          </a:p>
          <a:p>
            <a:pPr marL="457200" indent="-457200">
              <a:buAutoNum type="arabicPeriod"/>
            </a:pPr>
            <a:r>
              <a:rPr lang="en-US" dirty="0" smtClean="0"/>
              <a:t>ZION PSALMS </a:t>
            </a:r>
            <a:r>
              <a:rPr lang="ml-IN" dirty="0" smtClean="0"/>
              <a:t>സീയോൻ</a:t>
            </a:r>
            <a:r>
              <a:rPr lang="en-US" dirty="0" smtClean="0"/>
              <a:t> </a:t>
            </a:r>
            <a:r>
              <a:rPr lang="ml-IN" dirty="0" smtClean="0"/>
              <a:t>സങ്കീർത്തനങ്ങൾ</a:t>
            </a:r>
            <a:endParaRPr lang="en-US" dirty="0" smtClean="0"/>
          </a:p>
          <a:p>
            <a:pPr marL="457200" indent="-457200">
              <a:buAutoNum type="arabicPeriod"/>
            </a:pPr>
            <a:r>
              <a:rPr lang="en-US" dirty="0" smtClean="0"/>
              <a:t>MESSAINIC PSALMS </a:t>
            </a:r>
            <a:r>
              <a:rPr lang="ml-IN" dirty="0" smtClean="0"/>
              <a:t>മശിഹ</a:t>
            </a:r>
            <a:r>
              <a:rPr lang="en-US" dirty="0" smtClean="0"/>
              <a:t> </a:t>
            </a:r>
            <a:r>
              <a:rPr lang="ml-IN" dirty="0" smtClean="0"/>
              <a:t>സങ്കീർത്തനങ്ങൾ</a:t>
            </a:r>
            <a:endParaRPr lang="en-US" dirty="0" smtClean="0"/>
          </a:p>
          <a:p>
            <a:endParaRPr lang="en-US" dirty="0" smtClean="0"/>
          </a:p>
          <a:p>
            <a:r>
              <a:rPr lang="en-US" dirty="0" smtClean="0"/>
              <a:t>LIFE SITUATION</a:t>
            </a:r>
          </a:p>
          <a:p>
            <a:r>
              <a:rPr lang="en-US" dirty="0" smtClean="0"/>
              <a:t>MAIN INTENT </a:t>
            </a:r>
          </a:p>
          <a:p>
            <a:r>
              <a:rPr lang="en-US" dirty="0" smtClean="0"/>
              <a:t>DETAILED STUDY</a:t>
            </a:r>
          </a:p>
          <a:p>
            <a:r>
              <a:rPr lang="en-US" dirty="0" smtClean="0"/>
              <a:t>APPLICATION</a:t>
            </a:r>
          </a:p>
          <a:p>
            <a:r>
              <a:rPr lang="en-US" dirty="0" smtClean="0"/>
              <a:t>ARRANGE A HEADING</a:t>
            </a:r>
            <a:endParaRPr lang="en-IN" dirty="0"/>
          </a:p>
        </p:txBody>
      </p:sp>
    </p:spTree>
    <p:extLst>
      <p:ext uri="{BB962C8B-B14F-4D97-AF65-F5344CB8AC3E}">
        <p14:creationId xmlns:p14="http://schemas.microsoft.com/office/powerpoint/2010/main" val="19013429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 calcmode="lin" valueType="num">
                                      <p:cBhvr additive="base">
                                        <p:cTn id="31"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 calcmode="lin" valueType="num">
                                      <p:cBhvr additive="base">
                                        <p:cTn id="37"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7" end="7"/>
                                            </p:txEl>
                                          </p:spTgt>
                                        </p:tgtEl>
                                        <p:attrNameLst>
                                          <p:attrName>style.visibility</p:attrName>
                                        </p:attrNameLst>
                                      </p:cBhvr>
                                      <p:to>
                                        <p:strVal val="visible"/>
                                      </p:to>
                                    </p:set>
                                    <p:anim calcmode="lin" valueType="num">
                                      <p:cBhvr additive="base">
                                        <p:cTn id="43"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8" end="8"/>
                                            </p:txEl>
                                          </p:spTgt>
                                        </p:tgtEl>
                                        <p:attrNameLst>
                                          <p:attrName>style.visibility</p:attrName>
                                        </p:attrNameLst>
                                      </p:cBhvr>
                                      <p:to>
                                        <p:strVal val="visible"/>
                                      </p:to>
                                    </p:set>
                                    <p:anim calcmode="lin" valueType="num">
                                      <p:cBhvr additive="base">
                                        <p:cTn id="49"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8" end="8"/>
                                            </p:txEl>
                                          </p:spTgt>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grpId="0" nodeType="clickEffect">
                                  <p:stCondLst>
                                    <p:cond delay="0"/>
                                  </p:stCondLst>
                                  <p:childTnLst>
                                    <p:set>
                                      <p:cBhvr>
                                        <p:cTn id="54" dur="1" fill="hold">
                                          <p:stCondLst>
                                            <p:cond delay="0"/>
                                          </p:stCondLst>
                                        </p:cTn>
                                        <p:tgtEl>
                                          <p:spTgt spid="3">
                                            <p:txEl>
                                              <p:pRg st="9" end="9"/>
                                            </p:txEl>
                                          </p:spTgt>
                                        </p:tgtEl>
                                        <p:attrNameLst>
                                          <p:attrName>style.visibility</p:attrName>
                                        </p:attrNameLst>
                                      </p:cBhvr>
                                      <p:to>
                                        <p:strVal val="visible"/>
                                      </p:to>
                                    </p:set>
                                    <p:anim calcmode="lin" valueType="num">
                                      <p:cBhvr additive="base">
                                        <p:cTn id="55"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56" dur="500" fill="hold"/>
                                        <p:tgtEl>
                                          <p:spTgt spid="3">
                                            <p:txEl>
                                              <p:pRg st="9" end="9"/>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Table 7"/>
          <p:cNvGraphicFramePr>
            <a:graphicFrameLocks noGrp="1"/>
          </p:cNvGraphicFramePr>
          <p:nvPr>
            <p:extLst>
              <p:ext uri="{D42A27DB-BD31-4B8C-83A1-F6EECF244321}">
                <p14:modId xmlns:p14="http://schemas.microsoft.com/office/powerpoint/2010/main" val="1656219121"/>
              </p:ext>
            </p:extLst>
          </p:nvPr>
        </p:nvGraphicFramePr>
        <p:xfrm>
          <a:off x="640934" y="0"/>
          <a:ext cx="4281443" cy="6858000"/>
        </p:xfrm>
        <a:graphic>
          <a:graphicData uri="http://schemas.openxmlformats.org/drawingml/2006/table">
            <a:tbl>
              <a:tblPr>
                <a:tableStyleId>{5C22544A-7EE6-4342-B048-85BDC9FD1C3A}</a:tableStyleId>
              </a:tblPr>
              <a:tblGrid>
                <a:gridCol w="1957231"/>
                <a:gridCol w="2324212"/>
              </a:tblGrid>
              <a:tr h="274320">
                <a:tc>
                  <a:txBody>
                    <a:bodyPr/>
                    <a:lstStyle/>
                    <a:p>
                      <a:pPr algn="ctr" fontAlgn="b"/>
                      <a:r>
                        <a:rPr lang="en-IN" sz="1600" b="1" i="1" u="none" strike="noStrike">
                          <a:effectLst/>
                        </a:rPr>
                        <a:t>1</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W</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2</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R (LIT)</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3</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IL</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4</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IST</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5</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IL</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6</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IL (P)</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7</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IL</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8</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H</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9</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IT/IL</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10</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IL</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11</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IST</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12</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IL</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13</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IL</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14</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CL</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15</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EL</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16</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IST</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17</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IL</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18</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R (IT)</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19</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H</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20</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R (LIT)</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21</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R (LIT)</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22</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IL</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23</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IST</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24</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EL</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25</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dirty="0">
                          <a:effectLst/>
                        </a:rPr>
                        <a:t>IL</a:t>
                      </a:r>
                      <a:endParaRPr lang="en-IN" sz="1600" b="1" i="1" u="none" strike="noStrike" dirty="0">
                        <a:solidFill>
                          <a:srgbClr val="000000"/>
                        </a:solidFill>
                        <a:effectLst/>
                        <a:latin typeface="Calibri" panose="020F0502020204030204" pitchFamily="34" charset="0"/>
                      </a:endParaRPr>
                    </a:p>
                  </a:txBody>
                  <a:tcPr marL="6993" marR="6993" marT="6993" marB="0" anchor="b"/>
                </a:tc>
              </a:tr>
            </a:tbl>
          </a:graphicData>
        </a:graphic>
      </p:graphicFrame>
      <p:graphicFrame>
        <p:nvGraphicFramePr>
          <p:cNvPr id="9" name="Table 8"/>
          <p:cNvGraphicFramePr>
            <a:graphicFrameLocks noGrp="1"/>
          </p:cNvGraphicFramePr>
          <p:nvPr>
            <p:extLst>
              <p:ext uri="{D42A27DB-BD31-4B8C-83A1-F6EECF244321}">
                <p14:modId xmlns:p14="http://schemas.microsoft.com/office/powerpoint/2010/main" val="2727667989"/>
              </p:ext>
            </p:extLst>
          </p:nvPr>
        </p:nvGraphicFramePr>
        <p:xfrm>
          <a:off x="5356626" y="23487"/>
          <a:ext cx="4129206" cy="6834513"/>
        </p:xfrm>
        <a:graphic>
          <a:graphicData uri="http://schemas.openxmlformats.org/drawingml/2006/table">
            <a:tbl>
              <a:tblPr>
                <a:tableStyleId>{5C22544A-7EE6-4342-B048-85BDC9FD1C3A}</a:tableStyleId>
              </a:tblPr>
              <a:tblGrid>
                <a:gridCol w="1887637"/>
                <a:gridCol w="2241569"/>
              </a:tblGrid>
              <a:tr h="129041">
                <a:tc>
                  <a:txBody>
                    <a:bodyPr/>
                    <a:lstStyle/>
                    <a:p>
                      <a:pPr algn="ctr" fontAlgn="b"/>
                      <a:r>
                        <a:rPr lang="en-IN" sz="1600" b="1" i="1" u="none" strike="noStrike">
                          <a:effectLst/>
                        </a:rPr>
                        <a:t>26</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I</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27</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IST</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28</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IL</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29</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H</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30</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IT</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31</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IL/IT</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32</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IT (P)</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33</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H</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34</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IT</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35</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IL</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36</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IL</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37</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W</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38</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IL</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39</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IL</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40</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IT + IL</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41</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IL</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42</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IL</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43</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IL</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44</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CL</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45</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R (LIT)</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46</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H (Z)</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47</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H (E)</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48</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H (Z)</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49</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W</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50</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dirty="0">
                          <a:effectLst/>
                        </a:rPr>
                        <a:t>LIT</a:t>
                      </a:r>
                      <a:endParaRPr lang="en-IN" sz="1600" b="1" i="1" u="none" strike="noStrike" dirty="0">
                        <a:solidFill>
                          <a:srgbClr val="000000"/>
                        </a:solidFill>
                        <a:effectLst/>
                        <a:latin typeface="Calibri" panose="020F0502020204030204" pitchFamily="34" charset="0"/>
                      </a:endParaRPr>
                    </a:p>
                  </a:txBody>
                  <a:tcPr marL="6993" marR="6993" marT="6993" marB="0" anchor="b"/>
                </a:tc>
              </a:tr>
            </a:tbl>
          </a:graphicData>
        </a:graphic>
      </p:graphicFrame>
    </p:spTree>
    <p:extLst>
      <p:ext uri="{BB962C8B-B14F-4D97-AF65-F5344CB8AC3E}">
        <p14:creationId xmlns:p14="http://schemas.microsoft.com/office/powerpoint/2010/main" val="1406526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2143934050"/>
              </p:ext>
            </p:extLst>
          </p:nvPr>
        </p:nvGraphicFramePr>
        <p:xfrm>
          <a:off x="907917" y="-7"/>
          <a:ext cx="3852090" cy="6858000"/>
        </p:xfrm>
        <a:graphic>
          <a:graphicData uri="http://schemas.openxmlformats.org/drawingml/2006/table">
            <a:tbl>
              <a:tblPr>
                <a:tableStyleId>{5C22544A-7EE6-4342-B048-85BDC9FD1C3A}</a:tableStyleId>
              </a:tblPr>
              <a:tblGrid>
                <a:gridCol w="1636286"/>
                <a:gridCol w="2215804"/>
              </a:tblGrid>
              <a:tr h="274320">
                <a:tc>
                  <a:txBody>
                    <a:bodyPr/>
                    <a:lstStyle/>
                    <a:p>
                      <a:pPr algn="ctr" fontAlgn="b"/>
                      <a:r>
                        <a:rPr lang="en-IN" sz="1600" b="1" i="1" u="none" strike="noStrike" dirty="0">
                          <a:effectLst/>
                        </a:rPr>
                        <a:t>51</a:t>
                      </a:r>
                      <a:endParaRPr lang="en-IN" sz="1600" b="1" i="1" u="none" strike="noStrike" dirty="0">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IL (P)</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52</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IL/IT/IST/W</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53</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CL</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54</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IL</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55</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IL</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56</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IL</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57</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IL</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58</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IL</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59</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IL</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60</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CL</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61</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dirty="0">
                          <a:effectLst/>
                        </a:rPr>
                        <a:t>R (IL)</a:t>
                      </a:r>
                      <a:endParaRPr lang="en-IN" sz="1600" b="1" i="1" u="none" strike="noStrike" dirty="0">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62</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IST</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63</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dirty="0">
                          <a:effectLst/>
                        </a:rPr>
                        <a:t>R (IL)</a:t>
                      </a:r>
                      <a:endParaRPr lang="en-IN" sz="1600" b="1" i="1" u="none" strike="noStrike" dirty="0">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64</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IL</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65</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H</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66</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CT &amp; IT</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67</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H/CT</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68</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LIT</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69</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IL</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70</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IL</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71</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IL</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72</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R (LIT)</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73</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IL</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74</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CL</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75</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dirty="0">
                          <a:effectLst/>
                        </a:rPr>
                        <a:t>LIT</a:t>
                      </a:r>
                      <a:endParaRPr lang="en-IN" sz="1600" b="1" i="1" u="none" strike="noStrike" dirty="0">
                        <a:solidFill>
                          <a:srgbClr val="000000"/>
                        </a:solidFill>
                        <a:effectLst/>
                        <a:latin typeface="Calibri" panose="020F0502020204030204" pitchFamily="34" charset="0"/>
                      </a:endParaRPr>
                    </a:p>
                  </a:txBody>
                  <a:tcPr marL="6993" marR="6993" marT="6993" marB="0" anchor="b"/>
                </a:tc>
              </a:tr>
            </a:tbl>
          </a:graphicData>
        </a:graphic>
      </p:graphicFrame>
      <p:graphicFrame>
        <p:nvGraphicFramePr>
          <p:cNvPr id="5" name="Table 4"/>
          <p:cNvGraphicFramePr>
            <a:graphicFrameLocks noGrp="1"/>
          </p:cNvGraphicFramePr>
          <p:nvPr>
            <p:extLst>
              <p:ext uri="{D42A27DB-BD31-4B8C-83A1-F6EECF244321}">
                <p14:modId xmlns:p14="http://schemas.microsoft.com/office/powerpoint/2010/main" val="137695995"/>
              </p:ext>
            </p:extLst>
          </p:nvPr>
        </p:nvGraphicFramePr>
        <p:xfrm>
          <a:off x="5418034" y="23487"/>
          <a:ext cx="4230169" cy="6834513"/>
        </p:xfrm>
        <a:graphic>
          <a:graphicData uri="http://schemas.openxmlformats.org/drawingml/2006/table">
            <a:tbl>
              <a:tblPr>
                <a:tableStyleId>{5C22544A-7EE6-4342-B048-85BDC9FD1C3A}</a:tableStyleId>
              </a:tblPr>
              <a:tblGrid>
                <a:gridCol w="1959889"/>
                <a:gridCol w="2270280"/>
              </a:tblGrid>
              <a:tr h="0">
                <a:tc>
                  <a:txBody>
                    <a:bodyPr/>
                    <a:lstStyle/>
                    <a:p>
                      <a:pPr algn="ctr" fontAlgn="b"/>
                      <a:r>
                        <a:rPr lang="en-IN" sz="1600" b="1" i="1" u="none" strike="noStrike" dirty="0">
                          <a:effectLst/>
                        </a:rPr>
                        <a:t>76</a:t>
                      </a:r>
                      <a:endParaRPr lang="en-IN" sz="1600" b="1" i="1" u="none" strike="noStrike" dirty="0">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H (Z)</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77</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IL + H</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78</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HIST (H/W)</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79</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CL</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dirty="0">
                          <a:effectLst/>
                        </a:rPr>
                        <a:t>80</a:t>
                      </a:r>
                      <a:endParaRPr lang="en-IN" sz="1600" b="1" i="1" u="none" strike="noStrike" dirty="0">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CL</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81</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LIT</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82</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LIT</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83</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CL</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84</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H (Z)</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85</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CL</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86</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dirty="0">
                          <a:effectLst/>
                        </a:rPr>
                        <a:t>IL</a:t>
                      </a:r>
                      <a:endParaRPr lang="en-IN" sz="1600" b="1" i="1" u="none" strike="noStrike" dirty="0">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87</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H (Z)</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88</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IL</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89</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R (LIT)</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90</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dirty="0">
                          <a:effectLst/>
                        </a:rPr>
                        <a:t>CL</a:t>
                      </a:r>
                      <a:endParaRPr lang="en-IN" sz="1600" b="1" i="1" u="none" strike="noStrike" dirty="0">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91</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IST</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92</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IT</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93</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H (E)</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94</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CL</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95</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H-WARNING</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96</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H (E)</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97</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H (E)</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98</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H (E)</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99</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H (E)</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100</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dirty="0">
                          <a:effectLst/>
                        </a:rPr>
                        <a:t>H</a:t>
                      </a:r>
                      <a:endParaRPr lang="en-IN" sz="1600" b="1" i="1" u="none" strike="noStrike" dirty="0">
                        <a:solidFill>
                          <a:srgbClr val="000000"/>
                        </a:solidFill>
                        <a:effectLst/>
                        <a:latin typeface="Calibri" panose="020F0502020204030204" pitchFamily="34" charset="0"/>
                      </a:endParaRPr>
                    </a:p>
                  </a:txBody>
                  <a:tcPr marL="6993" marR="6993" marT="6993" marB="0" anchor="b"/>
                </a:tc>
              </a:tr>
            </a:tbl>
          </a:graphicData>
        </a:graphic>
      </p:graphicFrame>
    </p:spTree>
    <p:extLst>
      <p:ext uri="{BB962C8B-B14F-4D97-AF65-F5344CB8AC3E}">
        <p14:creationId xmlns:p14="http://schemas.microsoft.com/office/powerpoint/2010/main" val="27681550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 presetClass="entr" presetSubtype="16"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circle(in)">
                                      <p:cBhvr>
                                        <p:cTn id="7" dur="2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6" presetClass="entr" presetSubtype="16"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circle(in)">
                                      <p:cBhvr>
                                        <p:cTn id="12"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2924012176"/>
              </p:ext>
            </p:extLst>
          </p:nvPr>
        </p:nvGraphicFramePr>
        <p:xfrm>
          <a:off x="642997" y="0"/>
          <a:ext cx="3800816" cy="6858000"/>
        </p:xfrm>
        <a:graphic>
          <a:graphicData uri="http://schemas.openxmlformats.org/drawingml/2006/table">
            <a:tbl>
              <a:tblPr>
                <a:tableStyleId>{5C22544A-7EE6-4342-B048-85BDC9FD1C3A}</a:tableStyleId>
              </a:tblPr>
              <a:tblGrid>
                <a:gridCol w="1614507"/>
                <a:gridCol w="2186309"/>
              </a:tblGrid>
              <a:tr h="274320">
                <a:tc>
                  <a:txBody>
                    <a:bodyPr/>
                    <a:lstStyle/>
                    <a:p>
                      <a:pPr algn="ctr" fontAlgn="b"/>
                      <a:r>
                        <a:rPr lang="en-IN" sz="1600" b="1" i="1" u="none" strike="noStrike" dirty="0">
                          <a:effectLst/>
                        </a:rPr>
                        <a:t>101</a:t>
                      </a:r>
                      <a:endParaRPr lang="en-IN" sz="1600" b="1" i="1" u="none" strike="noStrike" dirty="0">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R</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102</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IL (P)</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103</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H</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104</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H</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105</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HIST (H)</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dirty="0">
                          <a:effectLst/>
                        </a:rPr>
                        <a:t>106</a:t>
                      </a:r>
                      <a:endParaRPr lang="en-IN" sz="1600" b="1" i="1" u="none" strike="noStrike" dirty="0">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dirty="0">
                          <a:effectLst/>
                        </a:rPr>
                        <a:t>HIST (H)</a:t>
                      </a:r>
                      <a:endParaRPr lang="en-IN" sz="1600" b="1" i="1" u="none" strike="noStrike" dirty="0">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107</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CT (LIT)</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108</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US" sz="1600" b="1" i="1" u="none" strike="noStrike" dirty="0" smtClean="0">
                          <a:solidFill>
                            <a:srgbClr val="000000"/>
                          </a:solidFill>
                          <a:effectLst/>
                          <a:latin typeface="Calibri" panose="020F0502020204030204" pitchFamily="34" charset="0"/>
                        </a:rPr>
                        <a:t>57 + 60</a:t>
                      </a:r>
                      <a:endParaRPr lang="en-IN" sz="1600" b="1" i="1" u="none" strike="noStrike" dirty="0">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dirty="0">
                          <a:effectLst/>
                        </a:rPr>
                        <a:t>109</a:t>
                      </a:r>
                      <a:endParaRPr lang="en-IN" sz="1600" b="1" i="1" u="none" strike="noStrike" dirty="0">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IL</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110</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R</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111</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H</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112</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W</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113</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H</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114</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H</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115</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LIT</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116</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IT</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117</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H</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118</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IT (LIT)</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119</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LAW PS</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120</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IL</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121</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IST/LIT</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122</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H (Z)</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123</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CL</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124</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CT</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125</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dirty="0">
                          <a:effectLst/>
                        </a:rPr>
                        <a:t>CST</a:t>
                      </a:r>
                      <a:endParaRPr lang="en-IN" sz="1600" b="1" i="1" u="none" strike="noStrike" dirty="0">
                        <a:solidFill>
                          <a:srgbClr val="000000"/>
                        </a:solidFill>
                        <a:effectLst/>
                        <a:latin typeface="Calibri" panose="020F0502020204030204" pitchFamily="34" charset="0"/>
                      </a:endParaRPr>
                    </a:p>
                  </a:txBody>
                  <a:tcPr marL="6993" marR="6993" marT="6993" marB="0" anchor="b"/>
                </a:tc>
              </a:tr>
            </a:tbl>
          </a:graphicData>
        </a:graphic>
      </p:graphicFrame>
      <p:graphicFrame>
        <p:nvGraphicFramePr>
          <p:cNvPr id="5" name="Table 4"/>
          <p:cNvGraphicFramePr>
            <a:graphicFrameLocks noGrp="1"/>
          </p:cNvGraphicFramePr>
          <p:nvPr>
            <p:extLst>
              <p:ext uri="{D42A27DB-BD31-4B8C-83A1-F6EECF244321}">
                <p14:modId xmlns:p14="http://schemas.microsoft.com/office/powerpoint/2010/main" val="2697747950"/>
              </p:ext>
            </p:extLst>
          </p:nvPr>
        </p:nvGraphicFramePr>
        <p:xfrm>
          <a:off x="5120994" y="0"/>
          <a:ext cx="4005914" cy="6858000"/>
        </p:xfrm>
        <a:graphic>
          <a:graphicData uri="http://schemas.openxmlformats.org/drawingml/2006/table">
            <a:tbl>
              <a:tblPr>
                <a:tableStyleId>{5C22544A-7EE6-4342-B048-85BDC9FD1C3A}</a:tableStyleId>
              </a:tblPr>
              <a:tblGrid>
                <a:gridCol w="1701627"/>
                <a:gridCol w="2304287"/>
              </a:tblGrid>
              <a:tr h="274320">
                <a:tc>
                  <a:txBody>
                    <a:bodyPr/>
                    <a:lstStyle/>
                    <a:p>
                      <a:pPr algn="ctr" fontAlgn="b"/>
                      <a:r>
                        <a:rPr lang="en-IN" sz="1600" b="1" i="1" u="none" strike="noStrike" dirty="0">
                          <a:effectLst/>
                        </a:rPr>
                        <a:t>126</a:t>
                      </a:r>
                      <a:endParaRPr lang="en-IN" sz="1600" b="1" i="1" u="none" strike="noStrike" dirty="0">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CST</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127</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W</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128</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W</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129</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CT (CL/ST)</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130</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P</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131</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IST</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132</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R (LIT)</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133</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W</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134</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LIT</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135</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H (R)</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136</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H</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137</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CL</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138</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IT</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139</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140</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dirty="0">
                          <a:effectLst/>
                        </a:rPr>
                        <a:t>IL</a:t>
                      </a:r>
                      <a:endParaRPr lang="en-IN" sz="1600" b="1" i="1" u="none" strike="noStrike" dirty="0">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141</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IL</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142</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IL</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143</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IL</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144</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R (IL/IT)</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145</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H</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146</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dirty="0">
                          <a:effectLst/>
                        </a:rPr>
                        <a:t>H</a:t>
                      </a:r>
                      <a:endParaRPr lang="en-IN" sz="1600" b="1" i="1" u="none" strike="noStrike" dirty="0">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147</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H</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148</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H</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149</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a:effectLst/>
                        </a:rPr>
                        <a:t>H</a:t>
                      </a:r>
                      <a:endParaRPr lang="en-IN" sz="1600" b="1" i="1" u="none" strike="noStrike">
                        <a:solidFill>
                          <a:srgbClr val="000000"/>
                        </a:solidFill>
                        <a:effectLst/>
                        <a:latin typeface="Calibri" panose="020F0502020204030204" pitchFamily="34" charset="0"/>
                      </a:endParaRPr>
                    </a:p>
                  </a:txBody>
                  <a:tcPr marL="6993" marR="6993" marT="6993" marB="0" anchor="b"/>
                </a:tc>
              </a:tr>
              <a:tr h="274320">
                <a:tc>
                  <a:txBody>
                    <a:bodyPr/>
                    <a:lstStyle/>
                    <a:p>
                      <a:pPr algn="ctr" fontAlgn="b"/>
                      <a:r>
                        <a:rPr lang="en-IN" sz="1600" b="1" i="1" u="none" strike="noStrike">
                          <a:effectLst/>
                        </a:rPr>
                        <a:t>150</a:t>
                      </a:r>
                      <a:endParaRPr lang="en-IN" sz="1600" b="1" i="1" u="none" strike="noStrike">
                        <a:solidFill>
                          <a:srgbClr val="000000"/>
                        </a:solidFill>
                        <a:effectLst/>
                        <a:latin typeface="Calibri" panose="020F0502020204030204" pitchFamily="34" charset="0"/>
                      </a:endParaRPr>
                    </a:p>
                  </a:txBody>
                  <a:tcPr marL="6993" marR="6993" marT="6993" marB="0" anchor="b"/>
                </a:tc>
                <a:tc>
                  <a:txBody>
                    <a:bodyPr/>
                    <a:lstStyle/>
                    <a:p>
                      <a:pPr algn="ctr" fontAlgn="b"/>
                      <a:r>
                        <a:rPr lang="en-IN" sz="1600" b="1" i="1" u="none" strike="noStrike" dirty="0">
                          <a:effectLst/>
                        </a:rPr>
                        <a:t>H</a:t>
                      </a:r>
                      <a:endParaRPr lang="en-IN" sz="1600" b="1" i="1" u="none" strike="noStrike" dirty="0">
                        <a:solidFill>
                          <a:srgbClr val="000000"/>
                        </a:solidFill>
                        <a:effectLst/>
                        <a:latin typeface="Calibri" panose="020F0502020204030204" pitchFamily="34" charset="0"/>
                      </a:endParaRPr>
                    </a:p>
                  </a:txBody>
                  <a:tcPr marL="6993" marR="6993" marT="6993" marB="0" anchor="b"/>
                </a:tc>
              </a:tr>
            </a:tbl>
          </a:graphicData>
        </a:graphic>
      </p:graphicFrame>
    </p:spTree>
    <p:extLst>
      <p:ext uri="{BB962C8B-B14F-4D97-AF65-F5344CB8AC3E}">
        <p14:creationId xmlns:p14="http://schemas.microsoft.com/office/powerpoint/2010/main" val="38250435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1000" fill="hold"/>
                                        <p:tgtEl>
                                          <p:spTgt spid="4"/>
                                        </p:tgtEl>
                                        <p:attrNameLst>
                                          <p:attrName>ppt_w</p:attrName>
                                        </p:attrNameLst>
                                      </p:cBhvr>
                                      <p:tavLst>
                                        <p:tav tm="0">
                                          <p:val>
                                            <p:fltVal val="0"/>
                                          </p:val>
                                        </p:tav>
                                        <p:tav tm="100000">
                                          <p:val>
                                            <p:strVal val="#ppt_w"/>
                                          </p:val>
                                        </p:tav>
                                      </p:tavLst>
                                    </p:anim>
                                    <p:anim calcmode="lin" valueType="num">
                                      <p:cBhvr>
                                        <p:cTn id="8" dur="1000" fill="hold"/>
                                        <p:tgtEl>
                                          <p:spTgt spid="4"/>
                                        </p:tgtEl>
                                        <p:attrNameLst>
                                          <p:attrName>ppt_h</p:attrName>
                                        </p:attrNameLst>
                                      </p:cBhvr>
                                      <p:tavLst>
                                        <p:tav tm="0">
                                          <p:val>
                                            <p:fltVal val="0"/>
                                          </p:val>
                                        </p:tav>
                                        <p:tav tm="100000">
                                          <p:val>
                                            <p:strVal val="#ppt_h"/>
                                          </p:val>
                                        </p:tav>
                                      </p:tavLst>
                                    </p:anim>
                                    <p:anim calcmode="lin" valueType="num">
                                      <p:cBhvr>
                                        <p:cTn id="9" dur="1000" fill="hold"/>
                                        <p:tgtEl>
                                          <p:spTgt spid="4"/>
                                        </p:tgtEl>
                                        <p:attrNameLst>
                                          <p:attrName>style.rotation</p:attrName>
                                        </p:attrNameLst>
                                      </p:cBhvr>
                                      <p:tavLst>
                                        <p:tav tm="0">
                                          <p:val>
                                            <p:fltVal val="90"/>
                                          </p:val>
                                        </p:tav>
                                        <p:tav tm="100000">
                                          <p:val>
                                            <p:fltVal val="0"/>
                                          </p:val>
                                        </p:tav>
                                      </p:tavLst>
                                    </p:anim>
                                    <p:animEffect transition="in" filter="fade">
                                      <p:cBhvr>
                                        <p:cTn id="10" dur="1000"/>
                                        <p:tgtEl>
                                          <p:spTgt spid="4"/>
                                        </p:tgtEl>
                                      </p:cBhvr>
                                    </p:animEffect>
                                  </p:childTnLst>
                                </p:cTn>
                              </p:par>
                            </p:childTnLst>
                          </p:cTn>
                        </p:par>
                      </p:childTnLst>
                    </p:cTn>
                  </p:par>
                  <p:par>
                    <p:cTn id="11" fill="hold">
                      <p:stCondLst>
                        <p:cond delay="indefinite"/>
                      </p:stCondLst>
                      <p:childTnLst>
                        <p:par>
                          <p:cTn id="12" fill="hold">
                            <p:stCondLst>
                              <p:cond delay="0"/>
                            </p:stCondLst>
                            <p:childTnLst>
                              <p:par>
                                <p:cTn id="13" presetID="14" presetClass="entr" presetSubtype="10" fill="hold" nodeType="click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randombar(horizontal)">
                                      <p:cBhvr>
                                        <p:cTn id="15"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ctrTitle"/>
          </p:nvPr>
        </p:nvSpPr>
        <p:spPr>
          <a:xfrm>
            <a:off x="1154955" y="2230452"/>
            <a:ext cx="8825658" cy="2546929"/>
          </a:xfrm>
        </p:spPr>
        <p:txBody>
          <a:bodyPr/>
          <a:lstStyle/>
          <a:p>
            <a:pPr algn="ctr"/>
            <a:r>
              <a:rPr lang="en-US" dirty="0" smtClean="0"/>
              <a:t>THE END</a:t>
            </a:r>
            <a:endParaRPr lang="en-IN" dirty="0"/>
          </a:p>
        </p:txBody>
      </p:sp>
      <p:sp>
        <p:nvSpPr>
          <p:cNvPr id="3" name="Content Placeholder 2"/>
          <p:cNvSpPr>
            <a:spLocks noGrp="1"/>
          </p:cNvSpPr>
          <p:nvPr>
            <p:ph type="subTitle" idx="1"/>
          </p:nvPr>
        </p:nvSpPr>
        <p:spPr/>
        <p:txBody>
          <a:bodyPr/>
          <a:lstStyle/>
          <a:p>
            <a:endParaRPr lang="en-IN" dirty="0"/>
          </a:p>
        </p:txBody>
      </p:sp>
    </p:spTree>
    <p:extLst>
      <p:ext uri="{BB962C8B-B14F-4D97-AF65-F5344CB8AC3E}">
        <p14:creationId xmlns:p14="http://schemas.microsoft.com/office/powerpoint/2010/main" val="2380212966"/>
      </p:ext>
    </p:extLst>
  </p:cSld>
  <p:clrMapOvr>
    <a:masterClrMapping/>
  </p:clrMapOvr>
  <p:timing>
    <p:tnLst>
      <p:par>
        <p:cTn id="1" dur="indefinite" restart="never" nodeType="tmRoot"/>
      </p:par>
    </p:tnLst>
  </p:timing>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on">
  <a:themeElements>
    <a:clrScheme name="Ion">
      <a:dk1>
        <a:sysClr val="windowText" lastClr="000000"/>
      </a:dk1>
      <a:lt1>
        <a:sysClr val="window" lastClr="FFFFFF"/>
      </a:lt1>
      <a:dk2>
        <a:srgbClr val="1E5155"/>
      </a:dk2>
      <a:lt2>
        <a:srgbClr val="EBEBEB"/>
      </a:lt2>
      <a:accent1>
        <a:srgbClr val="B01513"/>
      </a:accent1>
      <a:accent2>
        <a:srgbClr val="EA6312"/>
      </a:accent2>
      <a:accent3>
        <a:srgbClr val="E6B729"/>
      </a:accent3>
      <a:accent4>
        <a:srgbClr val="6AAC90"/>
      </a:accent4>
      <a:accent5>
        <a:srgbClr val="54849A"/>
      </a:accent5>
      <a:accent6>
        <a:srgbClr val="9E5E9B"/>
      </a:accent6>
      <a:hlink>
        <a:srgbClr val="58C1BA"/>
      </a:hlink>
      <a:folHlink>
        <a:srgbClr val="9DFFCB"/>
      </a:folHlink>
    </a:clrScheme>
    <a:fontScheme name="Ion">
      <a:majorFont>
        <a:latin typeface="Century Gothic" panose="020B050202020202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B050202020202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7000"/>
                <a:hueMod val="88000"/>
                <a:satMod val="130000"/>
                <a:lumMod val="124000"/>
              </a:schemeClr>
            </a:gs>
            <a:gs pos="100000">
              <a:schemeClr val="phClr">
                <a:tint val="96000"/>
                <a:shade val="88000"/>
                <a:hueMod val="108000"/>
                <a:satMod val="164000"/>
                <a:lumMod val="76000"/>
              </a:schemeClr>
            </a:gs>
          </a:gsLst>
          <a:path path="circle">
            <a:fillToRect l="45000" t="65000" r="125000" b="100000"/>
          </a:path>
        </a:gradFill>
        <a:blipFill rotWithShape="1">
          <a:blip xmlns:r="http://schemas.openxmlformats.org/officeDocument/2006/relationships" r:embed="rId1">
            <a:duotone>
              <a:schemeClr val="phClr">
                <a:shade val="69000"/>
                <a:hueMod val="108000"/>
                <a:satMod val="164000"/>
                <a:lumMod val="74000"/>
              </a:schemeClr>
              <a:schemeClr val="phClr">
                <a:tint val="96000"/>
                <a:hueMod val="88000"/>
                <a:satMod val="140000"/>
                <a:lumMod val="132000"/>
              </a:schemeClr>
            </a:duotone>
          </a:blip>
          <a:stretch/>
        </a:blipFill>
      </a:bgFillStyleLst>
    </a:fmtScheme>
  </a:themeElements>
  <a:objectDefaults/>
  <a:extraClrSchemeLst/>
  <a:extLst>
    <a:ext uri="{05A4C25C-085E-4340-85A3-A5531E510DB2}">
      <thm15:themeFamily xmlns:thm15="http://schemas.microsoft.com/office/thememl/2012/main" name="Ion" id="{B8441ADB-2E43-4AF7-B97A-BD870242C6A8}" vid="{292E63A9-BB86-4E3D-B92A-7223C6510D2E}"/>
    </a:ext>
  </a:extLst>
</a:theme>
</file>

<file path=docProps/app.xml><?xml version="1.0" encoding="utf-8"?>
<Properties xmlns="http://schemas.openxmlformats.org/officeDocument/2006/extended-properties" xmlns:vt="http://schemas.openxmlformats.org/officeDocument/2006/docPropsVTypes">
  <Template>Ion</Template>
  <TotalTime>8856</TotalTime>
  <Words>3701</Words>
  <Application>Microsoft Office PowerPoint</Application>
  <PresentationFormat>Widescreen</PresentationFormat>
  <Paragraphs>838</Paragraphs>
  <Slides>63</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63</vt:i4>
      </vt:variant>
    </vt:vector>
  </HeadingPairs>
  <TitlesOfParts>
    <vt:vector size="69" baseType="lpstr">
      <vt:lpstr>Arial</vt:lpstr>
      <vt:lpstr>Calibri</vt:lpstr>
      <vt:lpstr>Century Gothic</vt:lpstr>
      <vt:lpstr>Kartika</vt:lpstr>
      <vt:lpstr>Wingdings 3</vt:lpstr>
      <vt:lpstr>Ion</vt:lpstr>
      <vt:lpstr>Poetical books പദ്യപുസ്തകങ്ങൾ</vt:lpstr>
      <vt:lpstr>HISTORY OF BIBLE </vt:lpstr>
      <vt:lpstr>DEFINITION OF BIBLE</vt:lpstr>
      <vt:lpstr>DIVISIONS OF BOOKS </vt:lpstr>
      <vt:lpstr>Bible Divisions Today</vt:lpstr>
      <vt:lpstr>POETICAL BOOKS</vt:lpstr>
      <vt:lpstr>The Psalms സങ്കീർത്തനങ്ങൾ</vt:lpstr>
      <vt:lpstr>THE PSALMS  സങ്കീർത്തനങ്ങൾ </vt:lpstr>
      <vt:lpstr>REASONS FOR STUDYING PSALMS TODAY സങ്കീർത്തനങ്ങൾ പഠിക്കുന്നതിന്റെ ആവശ്യകത</vt:lpstr>
      <vt:lpstr>Difference between Roman Catholic Bible &amp; Protestant Bible</vt:lpstr>
      <vt:lpstr>Collection based on Books</vt:lpstr>
      <vt:lpstr>Collections of Psalms based on Authors </vt:lpstr>
      <vt:lpstr>COLLECTIONS OF PSALMS സങ്കീർത്തന ശേഖരങ്ങൾ</vt:lpstr>
      <vt:lpstr>SUBJECT-MATTER OF THE PSALMS  സങ്കീർത്തന ഉള്ളടക്കം</vt:lpstr>
      <vt:lpstr>TITLES OF THE PSALM      സങ്കീർത്തന ശീർഷകങ്ങൾ</vt:lpstr>
      <vt:lpstr>ശീർഷകങ്ങൾ</vt:lpstr>
      <vt:lpstr>Characteristics of Hebrew Poetry എബ്രായകവിതയുടെ സവിശേഷതകൾ</vt:lpstr>
      <vt:lpstr>ELEMENTS OF WORSHIP</vt:lpstr>
      <vt:lpstr>സങ്കീർത്തനങ്ങളിലെ സാഹിത്യ രൂപങ്ങൾ</vt:lpstr>
      <vt:lpstr>Example for Hymn (Basic Elements)</vt:lpstr>
      <vt:lpstr>Attributes of God mentioned in the following Psalms</vt:lpstr>
      <vt:lpstr>EXPOSITION OF PSALMS  സങ്കീർത്തന൦ വിശദീകരിക്കുന്ന വിധം</vt:lpstr>
      <vt:lpstr>Explanation of Psalms</vt:lpstr>
      <vt:lpstr>EXPOSITION : 103</vt:lpstr>
      <vt:lpstr>PowerPoint Presentation</vt:lpstr>
      <vt:lpstr>Music For Worship</vt:lpstr>
      <vt:lpstr>PSALMS OF LAMENT             വിലാപ കീർത്തനങ്ങൾ</vt:lpstr>
      <vt:lpstr>Psalm 22</vt:lpstr>
      <vt:lpstr>COMMUNITY LAMENT    സാമൂഹ്യ വിലാപ കീർത്തനങ്ങൾ</vt:lpstr>
      <vt:lpstr>LIFE SITUATION</vt:lpstr>
      <vt:lpstr>THANKSGIVING PSALMS</vt:lpstr>
      <vt:lpstr>How can we understand ?</vt:lpstr>
      <vt:lpstr>THANKSGIVING PSALMS</vt:lpstr>
      <vt:lpstr>PSALM 30</vt:lpstr>
      <vt:lpstr>THE COMMUNITY THANKSGIVING PSALMS</vt:lpstr>
      <vt:lpstr>THE COMMUNITY THANKSGIVING</vt:lpstr>
      <vt:lpstr>Analysis of the Psalms </vt:lpstr>
      <vt:lpstr>Psalm 129</vt:lpstr>
      <vt:lpstr>SONGS OF TRUST</vt:lpstr>
      <vt:lpstr>SONGS OF TRUST</vt:lpstr>
      <vt:lpstr>Analyzing of Individual Songs of Trust</vt:lpstr>
      <vt:lpstr>THE MAIN CHARACTER OF IST</vt:lpstr>
      <vt:lpstr>Psalm 91 </vt:lpstr>
      <vt:lpstr>PSALM 27</vt:lpstr>
      <vt:lpstr>COMMUNITY SONGS OF TRUST സാമൂഹ്യമായ ആശ്രയ കീർത്തനങ്ങൾ</vt:lpstr>
      <vt:lpstr>RIVISION STUDY</vt:lpstr>
      <vt:lpstr> we studied the following</vt:lpstr>
      <vt:lpstr>ROYAL PSALMS</vt:lpstr>
      <vt:lpstr>ENTHRONEMENT PSALMS സ്ഥാനാരോഹണ ഗീതങ്ങൾ</vt:lpstr>
      <vt:lpstr>ZION PSALMS OR HYMNS</vt:lpstr>
      <vt:lpstr>Definition of Zion Hymn</vt:lpstr>
      <vt:lpstr>ZION PSALMS OR HYMNS</vt:lpstr>
      <vt:lpstr>THE MASSAINIC PSALMS</vt:lpstr>
      <vt:lpstr>REVISION OF PSALMS</vt:lpstr>
      <vt:lpstr>DIFFERENT TYPES  വിവിധ തരം സങ്കീർത്തനങ്ങൾ</vt:lpstr>
      <vt:lpstr>SPECIAL TYPES OF PSALM</vt:lpstr>
      <vt:lpstr> we studied the following</vt:lpstr>
      <vt:lpstr>RIVISION STUDY</vt:lpstr>
      <vt:lpstr>REVISION OF PSALMS</vt:lpstr>
      <vt:lpstr>PowerPoint Presentation</vt:lpstr>
      <vt:lpstr>PowerPoint Presentation</vt:lpstr>
      <vt:lpstr>PowerPoint Presentation</vt:lpstr>
      <vt:lpstr>THE END</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psalms</dc:title>
  <dc:creator>DELL</dc:creator>
  <cp:lastModifiedBy>DELL</cp:lastModifiedBy>
  <cp:revision>245</cp:revision>
  <dcterms:created xsi:type="dcterms:W3CDTF">2026-02-16T06:04:08Z</dcterms:created>
  <dcterms:modified xsi:type="dcterms:W3CDTF">2026-08-19T16:33:17Z</dcterms:modified>
</cp:coreProperties>
</file>