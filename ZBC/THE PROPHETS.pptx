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59" r:id="rId9"/>
    <p:sldId id="260" r:id="rId10"/>
    <p:sldId id="262" r:id="rId11"/>
    <p:sldId id="268" r:id="rId12"/>
    <p:sldId id="263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PROPHETS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60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PROPHETS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WORDS USED FOR PROPHET</a:t>
            </a:r>
          </a:p>
          <a:p>
            <a:r>
              <a:rPr lang="en-US" dirty="0" smtClean="0"/>
              <a:t>1. NABI  300 TIMES USED </a:t>
            </a:r>
          </a:p>
          <a:p>
            <a:pPr lvl="1"/>
            <a:r>
              <a:rPr lang="en-US" dirty="0" smtClean="0"/>
              <a:t>It is derived from the root of the  verb ‘to call’ and can mean ‘one who is called by God’.</a:t>
            </a:r>
          </a:p>
          <a:p>
            <a:r>
              <a:rPr lang="en-US" dirty="0" smtClean="0"/>
              <a:t>2. ROEH  12 TIMES USED</a:t>
            </a:r>
          </a:p>
          <a:p>
            <a:pPr lvl="1"/>
            <a:r>
              <a:rPr lang="en-US" dirty="0" smtClean="0"/>
              <a:t>It is translated as ‘seer’ the word comes from the verb ‘to see’</a:t>
            </a:r>
          </a:p>
          <a:p>
            <a:pPr lvl="1"/>
            <a:r>
              <a:rPr lang="en-US" dirty="0" smtClean="0"/>
              <a:t>Another word used for ‘seer’ is ‘visionary’</a:t>
            </a:r>
          </a:p>
          <a:p>
            <a:r>
              <a:rPr lang="en-US" dirty="0" smtClean="0"/>
              <a:t>3. HOZEH  This word used later, (instead of </a:t>
            </a:r>
            <a:r>
              <a:rPr lang="en-US" dirty="0" err="1" smtClean="0"/>
              <a:t>Roeh</a:t>
            </a:r>
            <a:r>
              <a:rPr lang="en-US" dirty="0" smtClean="0"/>
              <a:t>) which was more respectable word to describe this office.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6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B.C. 1020 TO 750 B. C.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399441"/>
          </a:xfrm>
        </p:spPr>
        <p:txBody>
          <a:bodyPr/>
          <a:lstStyle/>
          <a:p>
            <a:r>
              <a:rPr lang="en-US" sz="3200" b="1" dirty="0" smtClean="0"/>
              <a:t>UNITED KINGDOM</a:t>
            </a:r>
          </a:p>
          <a:p>
            <a:r>
              <a:rPr lang="en-US" dirty="0" smtClean="0"/>
              <a:t>SAUL</a:t>
            </a:r>
          </a:p>
          <a:p>
            <a:r>
              <a:rPr lang="en-US" dirty="0" smtClean="0"/>
              <a:t>DAVID</a:t>
            </a:r>
          </a:p>
          <a:p>
            <a:r>
              <a:rPr lang="en-US" dirty="0" smtClean="0"/>
              <a:t>SOLOMON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25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DIVIDED KINGDOM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KINGS OF ISRAEL</a:t>
            </a:r>
          </a:p>
          <a:p>
            <a:r>
              <a:rPr lang="en-US" dirty="0" smtClean="0"/>
              <a:t>JEROBOAM</a:t>
            </a:r>
          </a:p>
          <a:p>
            <a:r>
              <a:rPr lang="en-US" dirty="0" smtClean="0"/>
              <a:t>NADAB</a:t>
            </a:r>
          </a:p>
          <a:p>
            <a:r>
              <a:rPr lang="en-US" dirty="0" smtClean="0"/>
              <a:t>BAASHA</a:t>
            </a:r>
          </a:p>
          <a:p>
            <a:r>
              <a:rPr lang="en-US" dirty="0" smtClean="0"/>
              <a:t>ELAH</a:t>
            </a:r>
          </a:p>
          <a:p>
            <a:r>
              <a:rPr lang="en-US" dirty="0" smtClean="0"/>
              <a:t>ZIMRI</a:t>
            </a:r>
          </a:p>
          <a:p>
            <a:r>
              <a:rPr lang="en-US" dirty="0" smtClean="0"/>
              <a:t>OMRI</a:t>
            </a:r>
          </a:p>
          <a:p>
            <a:r>
              <a:rPr lang="en-US" dirty="0" smtClean="0"/>
              <a:t>AHAB</a:t>
            </a:r>
          </a:p>
          <a:p>
            <a:r>
              <a:rPr lang="en-US" dirty="0" smtClean="0"/>
              <a:t>AHAZIAH</a:t>
            </a:r>
          </a:p>
          <a:p>
            <a:r>
              <a:rPr lang="en-US" dirty="0" smtClean="0"/>
              <a:t>JORAM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74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KINGS OF ISRAEL CONTINUED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JEHU</a:t>
            </a:r>
          </a:p>
          <a:p>
            <a:r>
              <a:rPr lang="en-US" dirty="0" smtClean="0"/>
              <a:t>JEHOAHAZ</a:t>
            </a:r>
          </a:p>
          <a:p>
            <a:r>
              <a:rPr lang="en-US" dirty="0" smtClean="0"/>
              <a:t>JEHOASH</a:t>
            </a:r>
          </a:p>
          <a:p>
            <a:r>
              <a:rPr lang="en-US" dirty="0" smtClean="0"/>
              <a:t>JEROBOAM – 11</a:t>
            </a:r>
          </a:p>
          <a:p>
            <a:r>
              <a:rPr lang="en-US" dirty="0" smtClean="0"/>
              <a:t>ZECHARIAH</a:t>
            </a:r>
          </a:p>
          <a:p>
            <a:r>
              <a:rPr lang="en-US" dirty="0" smtClean="0"/>
              <a:t>SHALLUM</a:t>
            </a:r>
          </a:p>
          <a:p>
            <a:r>
              <a:rPr lang="en-US" dirty="0" smtClean="0"/>
              <a:t>MANAHEM</a:t>
            </a:r>
          </a:p>
          <a:p>
            <a:r>
              <a:rPr lang="en-US" dirty="0" smtClean="0"/>
              <a:t>PEKAHIAH</a:t>
            </a:r>
          </a:p>
          <a:p>
            <a:r>
              <a:rPr lang="en-US" dirty="0" smtClean="0"/>
              <a:t>PEKAH</a:t>
            </a:r>
          </a:p>
          <a:p>
            <a:r>
              <a:rPr lang="en-US" dirty="0" smtClean="0"/>
              <a:t>HOSHEA</a:t>
            </a:r>
          </a:p>
          <a:p>
            <a:r>
              <a:rPr lang="en-US" sz="2600" b="1" dirty="0" smtClean="0"/>
              <a:t>ASSYRIAN INVASION 721 B C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236904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KINGS OF JUDEA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REHOBOAM</a:t>
            </a:r>
          </a:p>
          <a:p>
            <a:r>
              <a:rPr lang="en-US" dirty="0" smtClean="0"/>
              <a:t>ABIJAH</a:t>
            </a:r>
          </a:p>
          <a:p>
            <a:r>
              <a:rPr lang="en-US" dirty="0" smtClean="0"/>
              <a:t>ASA</a:t>
            </a:r>
          </a:p>
          <a:p>
            <a:r>
              <a:rPr lang="en-US" dirty="0" smtClean="0"/>
              <a:t>JEHOSHAPHAT</a:t>
            </a:r>
          </a:p>
          <a:p>
            <a:r>
              <a:rPr lang="en-US" dirty="0" smtClean="0"/>
              <a:t>JEHORAM</a:t>
            </a:r>
          </a:p>
          <a:p>
            <a:r>
              <a:rPr lang="en-US" dirty="0" smtClean="0"/>
              <a:t>AHAZIAH</a:t>
            </a:r>
          </a:p>
          <a:p>
            <a:r>
              <a:rPr lang="en-US" dirty="0" smtClean="0"/>
              <a:t>ATHALIAH</a:t>
            </a:r>
          </a:p>
          <a:p>
            <a:r>
              <a:rPr lang="en-US" dirty="0" smtClean="0"/>
              <a:t>JOASH</a:t>
            </a:r>
          </a:p>
          <a:p>
            <a:r>
              <a:rPr lang="en-US" dirty="0" smtClean="0"/>
              <a:t>AMAZIAH</a:t>
            </a:r>
          </a:p>
          <a:p>
            <a:r>
              <a:rPr lang="en-US" dirty="0" smtClean="0"/>
              <a:t>AZARIAH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48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KINGS OF JUDEA CONTINUED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JOTHAM</a:t>
            </a:r>
          </a:p>
          <a:p>
            <a:r>
              <a:rPr lang="en-US" dirty="0" smtClean="0"/>
              <a:t>AHAZ</a:t>
            </a:r>
          </a:p>
          <a:p>
            <a:r>
              <a:rPr lang="en-US" dirty="0"/>
              <a:t> </a:t>
            </a:r>
            <a:r>
              <a:rPr lang="en-US" dirty="0" smtClean="0"/>
              <a:t>HEZEKIAH</a:t>
            </a:r>
          </a:p>
          <a:p>
            <a:r>
              <a:rPr lang="en-US" dirty="0" smtClean="0"/>
              <a:t>MANASSEH</a:t>
            </a:r>
          </a:p>
          <a:p>
            <a:r>
              <a:rPr lang="en-US" dirty="0" smtClean="0"/>
              <a:t>AMON</a:t>
            </a:r>
          </a:p>
          <a:p>
            <a:r>
              <a:rPr lang="en-US" dirty="0" smtClean="0"/>
              <a:t>JOSIAH</a:t>
            </a:r>
          </a:p>
          <a:p>
            <a:r>
              <a:rPr lang="en-US" dirty="0" smtClean="0"/>
              <a:t>JEHOAHAZ</a:t>
            </a:r>
          </a:p>
          <a:p>
            <a:r>
              <a:rPr lang="en-US" dirty="0" smtClean="0"/>
              <a:t>JEHOIAKIM</a:t>
            </a:r>
          </a:p>
          <a:p>
            <a:r>
              <a:rPr lang="en-US" dirty="0" smtClean="0"/>
              <a:t>JEHOIACHIN</a:t>
            </a:r>
          </a:p>
          <a:p>
            <a:r>
              <a:rPr lang="en-US" dirty="0" smtClean="0"/>
              <a:t>ZEDEKIAH</a:t>
            </a:r>
          </a:p>
          <a:p>
            <a:r>
              <a:rPr lang="en-US" sz="2600" b="1" dirty="0" smtClean="0"/>
              <a:t>BABYLONIAN INVASION 587 B C</a:t>
            </a:r>
            <a:endParaRPr lang="en-IN" sz="2600" b="1" dirty="0"/>
          </a:p>
        </p:txBody>
      </p:sp>
    </p:spTree>
    <p:extLst>
      <p:ext uri="{BB962C8B-B14F-4D97-AF65-F5344CB8AC3E}">
        <p14:creationId xmlns:p14="http://schemas.microsoft.com/office/powerpoint/2010/main" val="354540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8</a:t>
            </a:r>
            <a:r>
              <a:rPr lang="en-US" baseline="30000" dirty="0" smtClean="0"/>
              <a:t>TH</a:t>
            </a:r>
            <a:r>
              <a:rPr lang="en-US" dirty="0" smtClean="0"/>
              <a:t> CENTUARY B.C. PROPHETS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249471"/>
            <a:ext cx="8946541" cy="3048922"/>
          </a:xfrm>
        </p:spPr>
        <p:txBody>
          <a:bodyPr>
            <a:normAutofit/>
          </a:bodyPr>
          <a:lstStyle/>
          <a:p>
            <a:r>
              <a:rPr lang="en-US" dirty="0" smtClean="0"/>
              <a:t>AMOS</a:t>
            </a:r>
          </a:p>
          <a:p>
            <a:r>
              <a:rPr lang="en-US" dirty="0" smtClean="0"/>
              <a:t>HOSEA</a:t>
            </a:r>
          </a:p>
          <a:p>
            <a:r>
              <a:rPr lang="en-US" dirty="0" smtClean="0"/>
              <a:t>ISA IAH</a:t>
            </a:r>
          </a:p>
          <a:p>
            <a:r>
              <a:rPr lang="en-US" dirty="0" smtClean="0"/>
              <a:t>MICAH</a:t>
            </a:r>
          </a:p>
          <a:p>
            <a:r>
              <a:rPr lang="en-US" dirty="0" smtClean="0"/>
              <a:t>JONA</a:t>
            </a:r>
          </a:p>
          <a:p>
            <a:r>
              <a:rPr lang="en-US" dirty="0" smtClean="0"/>
              <a:t>JOEL</a:t>
            </a:r>
          </a:p>
          <a:p>
            <a:r>
              <a:rPr lang="en-US" dirty="0" smtClean="0"/>
              <a:t>OBEDIAH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59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AMOS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58782"/>
            <a:ext cx="8946541" cy="48896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BACKGROUND </a:t>
            </a:r>
          </a:p>
          <a:p>
            <a:pPr lvl="1"/>
            <a:r>
              <a:rPr lang="en-US" dirty="0" smtClean="0"/>
              <a:t>PROPHESY TO ISRAEL 1:1</a:t>
            </a:r>
          </a:p>
          <a:p>
            <a:pPr lvl="1"/>
            <a:r>
              <a:rPr lang="en-US" dirty="0" smtClean="0"/>
              <a:t>FROM TEKOVA 1:1</a:t>
            </a:r>
          </a:p>
          <a:p>
            <a:pPr lvl="1"/>
            <a:r>
              <a:rPr lang="en-US" dirty="0" smtClean="0"/>
              <a:t>SHEPHERD 7: 14</a:t>
            </a:r>
          </a:p>
          <a:p>
            <a:r>
              <a:rPr lang="en-US" dirty="0" smtClean="0"/>
              <a:t>POLTICAL, SOCIAL &amp; SPIRITUAL SITUATION</a:t>
            </a:r>
          </a:p>
          <a:p>
            <a:pPr lvl="1"/>
            <a:r>
              <a:rPr lang="en-US" dirty="0" smtClean="0"/>
              <a:t>Amos 2:6-8 Oppression, Immorality, </a:t>
            </a:r>
          </a:p>
          <a:p>
            <a:pPr lvl="1"/>
            <a:r>
              <a:rPr lang="en-US" dirty="0" smtClean="0"/>
              <a:t>2:12 </a:t>
            </a:r>
          </a:p>
          <a:p>
            <a:pPr lvl="1"/>
            <a:r>
              <a:rPr lang="en-US" dirty="0" smtClean="0"/>
              <a:t>3: 9,10</a:t>
            </a:r>
          </a:p>
          <a:p>
            <a:pPr lvl="1"/>
            <a:r>
              <a:rPr lang="en-US" dirty="0" smtClean="0"/>
              <a:t>3: 14</a:t>
            </a:r>
          </a:p>
          <a:p>
            <a:pPr lvl="1"/>
            <a:r>
              <a:rPr lang="en-US" dirty="0" smtClean="0"/>
              <a:t>4:1</a:t>
            </a:r>
          </a:p>
          <a:p>
            <a:pPr lvl="1"/>
            <a:r>
              <a:rPr lang="en-US" dirty="0" smtClean="0"/>
              <a:t>5: 12</a:t>
            </a:r>
          </a:p>
          <a:p>
            <a:pPr lvl="1"/>
            <a:r>
              <a:rPr lang="en-US" dirty="0" smtClean="0"/>
              <a:t>6: 3- 6</a:t>
            </a:r>
          </a:p>
          <a:p>
            <a:pPr lvl="1"/>
            <a:r>
              <a:rPr lang="en-US" dirty="0" smtClean="0"/>
              <a:t>8: 4- 6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74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VISIONS OF AMOS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CHAPTERS 7 – 9 FIVE VISIONS</a:t>
            </a:r>
          </a:p>
          <a:p>
            <a:r>
              <a:rPr lang="en-US" dirty="0" smtClean="0"/>
              <a:t>1.    7:1    LOCUSTS</a:t>
            </a:r>
          </a:p>
          <a:p>
            <a:r>
              <a:rPr lang="en-US" dirty="0" smtClean="0"/>
              <a:t>2.    7:4    FIRE</a:t>
            </a:r>
          </a:p>
          <a:p>
            <a:r>
              <a:rPr lang="en-US" dirty="0" smtClean="0"/>
              <a:t>3.    7:7    PLUMB LINE</a:t>
            </a:r>
          </a:p>
          <a:p>
            <a:r>
              <a:rPr lang="en-US" dirty="0" smtClean="0"/>
              <a:t>4.    8:1    FRUTES</a:t>
            </a:r>
          </a:p>
          <a:p>
            <a:r>
              <a:rPr lang="en-US" dirty="0" smtClean="0"/>
              <a:t>5.    9:1    YAHWAY STANDING ON THE ALTAR</a:t>
            </a:r>
          </a:p>
          <a:p>
            <a:r>
              <a:rPr lang="en-US" dirty="0" smtClean="0"/>
              <a:t>JUDGEMENT 3 : 1,2  2: 13 ONWARDS, 3: 11</a:t>
            </a:r>
          </a:p>
          <a:p>
            <a:r>
              <a:rPr lang="en-US" dirty="0" smtClean="0"/>
              <a:t>4: 2, 5: 16, 27  7:11, 17b, 8:2, 9: 2- 5</a:t>
            </a:r>
          </a:p>
          <a:p>
            <a:r>
              <a:rPr lang="en-US" dirty="0" smtClean="0"/>
              <a:t>CONSEQUENCES</a:t>
            </a:r>
          </a:p>
          <a:p>
            <a:r>
              <a:rPr lang="en-US" dirty="0" smtClean="0"/>
              <a:t>DUE TO HIS MERCY 9:8, 14  A REMNENT SHALL BE RETURN</a:t>
            </a:r>
          </a:p>
          <a:p>
            <a:r>
              <a:rPr lang="en-US" dirty="0"/>
              <a:t> </a:t>
            </a:r>
            <a:r>
              <a:rPr lang="en-US" dirty="0" smtClean="0"/>
              <a:t>721BC ISRAEL WAS DEFEATED BY ASSYRIA</a:t>
            </a:r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71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HOSEA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 </a:t>
            </a:r>
            <a:r>
              <a:rPr lang="en-US" dirty="0" smtClean="0"/>
              <a:t>8</a:t>
            </a:r>
            <a:r>
              <a:rPr lang="en-US" baseline="30000" dirty="0" smtClean="0"/>
              <a:t>th</a:t>
            </a:r>
            <a:r>
              <a:rPr lang="en-US" dirty="0" smtClean="0"/>
              <a:t> century prophet was  Hosea. He was from the kingdom of Israel. </a:t>
            </a:r>
          </a:p>
          <a:p>
            <a:r>
              <a:rPr lang="en-US" dirty="0" smtClean="0"/>
              <a:t>Simple reconstruction of the marriage of Hosea and </a:t>
            </a:r>
            <a:r>
              <a:rPr lang="en-US" dirty="0" err="1" smtClean="0"/>
              <a:t>Gomar</a:t>
            </a:r>
            <a:endParaRPr lang="en-US" dirty="0" smtClean="0"/>
          </a:p>
          <a:p>
            <a:pPr lvl="1"/>
            <a:r>
              <a:rPr lang="en-US" dirty="0" err="1" smtClean="0"/>
              <a:t>Jehova</a:t>
            </a:r>
            <a:r>
              <a:rPr lang="en-US" dirty="0" smtClean="0"/>
              <a:t> </a:t>
            </a:r>
            <a:r>
              <a:rPr lang="en-US" dirty="0"/>
              <a:t>commanded Hosea to marry a young </a:t>
            </a:r>
            <a:r>
              <a:rPr lang="en-US" dirty="0" smtClean="0"/>
              <a:t>woman named </a:t>
            </a:r>
            <a:r>
              <a:rPr lang="en-US" dirty="0" err="1" smtClean="0"/>
              <a:t>Gomar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son </a:t>
            </a:r>
            <a:r>
              <a:rPr lang="en-US" dirty="0" err="1" smtClean="0"/>
              <a:t>Jazreel</a:t>
            </a:r>
            <a:r>
              <a:rPr lang="en-US" dirty="0" smtClean="0"/>
              <a:t> and then a daughter Lo-</a:t>
            </a:r>
            <a:r>
              <a:rPr lang="en-US" dirty="0" err="1" smtClean="0"/>
              <a:t>Ruhama</a:t>
            </a:r>
            <a:r>
              <a:rPr lang="en-US" dirty="0" smtClean="0"/>
              <a:t> (Not pitied). </a:t>
            </a:r>
            <a:r>
              <a:rPr lang="en-US" dirty="0" err="1" smtClean="0"/>
              <a:t>Gomar</a:t>
            </a:r>
            <a:r>
              <a:rPr lang="en-US" dirty="0" smtClean="0"/>
              <a:t> proved to be unfaithful. Third child Lo-</a:t>
            </a:r>
            <a:r>
              <a:rPr lang="en-US" dirty="0" err="1" smtClean="0"/>
              <a:t>Ammi</a:t>
            </a:r>
            <a:r>
              <a:rPr lang="en-US" dirty="0" smtClean="0"/>
              <a:t> (Not my people). After this she went with her lover. Hosea refused to divorce her. Some years later God commanded to Hosea to take back </a:t>
            </a:r>
            <a:r>
              <a:rPr lang="en-US" dirty="0" err="1" smtClean="0"/>
              <a:t>Gomar</a:t>
            </a:r>
            <a:r>
              <a:rPr lang="en-US" dirty="0" smtClean="0"/>
              <a:t> as his wife. Hosea brought her back for 15 pieces of silver. She returned to Hosea’s household.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18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HOSEA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SITUATION OF ISRAEL</a:t>
            </a:r>
          </a:p>
          <a:p>
            <a:r>
              <a:rPr lang="en-US" dirty="0" smtClean="0"/>
              <a:t>HOSEA 4: 1,2,3</a:t>
            </a:r>
          </a:p>
          <a:p>
            <a:r>
              <a:rPr lang="en-US" dirty="0" smtClean="0"/>
              <a:t>4:6,8,9</a:t>
            </a:r>
          </a:p>
          <a:p>
            <a:r>
              <a:rPr lang="en-US" dirty="0" smtClean="0"/>
              <a:t>4:11,12</a:t>
            </a:r>
          </a:p>
          <a:p>
            <a:r>
              <a:rPr lang="en-US" dirty="0" smtClean="0"/>
              <a:t>4:17</a:t>
            </a:r>
          </a:p>
          <a:p>
            <a:r>
              <a:rPr lang="en-US" dirty="0" smtClean="0"/>
              <a:t>5:5,11</a:t>
            </a:r>
          </a:p>
          <a:p>
            <a:r>
              <a:rPr lang="en-US" dirty="0" smtClean="0"/>
              <a:t>7:5,8,11</a:t>
            </a:r>
          </a:p>
          <a:p>
            <a:r>
              <a:rPr lang="en-US" dirty="0" smtClean="0"/>
              <a:t>9: 8, 10: 1, 11: 1-4, </a:t>
            </a:r>
          </a:p>
          <a:p>
            <a:r>
              <a:rPr lang="en-US" dirty="0" smtClean="0"/>
              <a:t>12:1, 8,14 13;1,12</a:t>
            </a:r>
          </a:p>
          <a:p>
            <a:r>
              <a:rPr lang="en-US" dirty="0" smtClean="0"/>
              <a:t>14: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2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Message to Israel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Hosea 14:4, 13:4, Repent and Return to </a:t>
            </a:r>
            <a:r>
              <a:rPr lang="en-US" dirty="0" err="1" smtClean="0"/>
              <a:t>Jehova</a:t>
            </a:r>
            <a:endParaRPr lang="en-US" dirty="0" smtClean="0"/>
          </a:p>
          <a:p>
            <a:r>
              <a:rPr lang="en-US" dirty="0" smtClean="0"/>
              <a:t>Gods love is eternal, steadfast love, sincere</a:t>
            </a:r>
          </a:p>
          <a:p>
            <a:r>
              <a:rPr lang="en-US" dirty="0" smtClean="0"/>
              <a:t>Hosea was known as prophet of love</a:t>
            </a:r>
          </a:p>
          <a:p>
            <a:endParaRPr lang="en-US" dirty="0"/>
          </a:p>
          <a:p>
            <a:r>
              <a:rPr lang="en-US" sz="2400" b="1" u="sng" dirty="0" smtClean="0"/>
              <a:t>Blessings</a:t>
            </a:r>
          </a:p>
          <a:p>
            <a:r>
              <a:rPr lang="en-US" dirty="0" smtClean="0"/>
              <a:t>11:9-12, 10:11, </a:t>
            </a:r>
          </a:p>
          <a:p>
            <a:r>
              <a:rPr lang="en-US" dirty="0" smtClean="0"/>
              <a:t>14:4-9.</a:t>
            </a:r>
          </a:p>
          <a:p>
            <a:endParaRPr lang="en-US" b="1" dirty="0" smtClean="0"/>
          </a:p>
          <a:p>
            <a:r>
              <a:rPr lang="en-US" b="1" dirty="0" smtClean="0"/>
              <a:t>B.C. 721 Assyrian invasion took place.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0947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ISAIAH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the kings of Isaiah’s time</a:t>
            </a:r>
          </a:p>
          <a:p>
            <a:pPr lvl="1"/>
            <a:r>
              <a:rPr lang="en-US" dirty="0" err="1" smtClean="0"/>
              <a:t>Uzziah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Jotham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Ahaz</a:t>
            </a:r>
            <a:r>
              <a:rPr lang="en-US" dirty="0" smtClean="0"/>
              <a:t>, </a:t>
            </a:r>
          </a:p>
          <a:p>
            <a:pPr lvl="1"/>
            <a:r>
              <a:rPr lang="en-US" dirty="0" smtClean="0"/>
              <a:t>Hezekiah </a:t>
            </a:r>
          </a:p>
          <a:p>
            <a:r>
              <a:rPr lang="en-US" dirty="0" smtClean="0"/>
              <a:t>Isaiah’s native place</a:t>
            </a:r>
          </a:p>
          <a:p>
            <a:pPr lvl="1"/>
            <a:r>
              <a:rPr lang="en-US" dirty="0" smtClean="0"/>
              <a:t>He was an inhabitant of the city of  Jerusalem.</a:t>
            </a:r>
          </a:p>
          <a:p>
            <a:pPr lvl="1"/>
            <a:r>
              <a:rPr lang="en-US" dirty="0" smtClean="0"/>
              <a:t>And addressed himself primarily to his own nation of Judah</a:t>
            </a:r>
          </a:p>
          <a:p>
            <a:pPr lvl="1"/>
            <a:r>
              <a:rPr lang="en-US" dirty="0" smtClean="0"/>
              <a:t>Contemporary of Hosea</a:t>
            </a:r>
          </a:p>
          <a:p>
            <a:pPr lvl="1"/>
            <a:r>
              <a:rPr lang="en-US" dirty="0" smtClean="0"/>
              <a:t>He got vision at the time of </a:t>
            </a:r>
            <a:r>
              <a:rPr lang="en-US" dirty="0" err="1" smtClean="0"/>
              <a:t>Uzziah</a:t>
            </a:r>
            <a:r>
              <a:rPr lang="en-US" dirty="0" smtClean="0"/>
              <a:t> Isaiah 6:1-7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58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Three lessons from his call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1. The sinfulness of Israel</a:t>
            </a:r>
          </a:p>
          <a:p>
            <a:r>
              <a:rPr lang="en-US" dirty="0" smtClean="0"/>
              <a:t>2Chonicles 26: 21  Leprosy of </a:t>
            </a:r>
            <a:r>
              <a:rPr lang="en-US" dirty="0" err="1" smtClean="0"/>
              <a:t>Uzziah</a:t>
            </a:r>
            <a:endParaRPr lang="en-US" dirty="0" smtClean="0"/>
          </a:p>
          <a:p>
            <a:r>
              <a:rPr lang="en-US" dirty="0" smtClean="0"/>
              <a:t>Not ceremonial uncleanness of leprosy</a:t>
            </a:r>
          </a:p>
          <a:p>
            <a:r>
              <a:rPr lang="en-US" dirty="0" smtClean="0"/>
              <a:t>But the uncleanness of sin </a:t>
            </a:r>
          </a:p>
          <a:p>
            <a:r>
              <a:rPr lang="en-US" dirty="0" smtClean="0"/>
              <a:t>Isaiah’s cleansing was made possible, only by contact with heavenly altar, not by his contact with earthly temple .</a:t>
            </a:r>
          </a:p>
          <a:p>
            <a:r>
              <a:rPr lang="en-US" dirty="0" smtClean="0"/>
              <a:t>Isaiah1: 10 – 20. </a:t>
            </a:r>
            <a:r>
              <a:rPr lang="en-US" dirty="0" err="1" smtClean="0"/>
              <a:t>Jehova</a:t>
            </a:r>
            <a:r>
              <a:rPr lang="en-US" dirty="0" smtClean="0"/>
              <a:t> had no pleasure in the </a:t>
            </a:r>
          </a:p>
          <a:p>
            <a:pPr lvl="1"/>
            <a:r>
              <a:rPr lang="en-US" dirty="0" smtClean="0"/>
              <a:t>Sacrifices</a:t>
            </a:r>
          </a:p>
          <a:p>
            <a:pPr lvl="1"/>
            <a:r>
              <a:rPr lang="en-US" dirty="0" smtClean="0"/>
              <a:t>Offerings</a:t>
            </a:r>
          </a:p>
          <a:p>
            <a:pPr lvl="1"/>
            <a:r>
              <a:rPr lang="en-US" dirty="0" smtClean="0"/>
              <a:t>Feasts</a:t>
            </a:r>
          </a:p>
          <a:p>
            <a:pPr lvl="1"/>
            <a:r>
              <a:rPr lang="en-US" dirty="0" smtClean="0"/>
              <a:t>Prayers</a:t>
            </a:r>
          </a:p>
          <a:p>
            <a:pPr lvl="1"/>
            <a:endParaRPr lang="en-US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30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220" y="669693"/>
            <a:ext cx="9404723" cy="577920"/>
          </a:xfrm>
        </p:spPr>
        <p:txBody>
          <a:bodyPr/>
          <a:lstStyle/>
          <a:p>
            <a:pPr algn="ctr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&amp; 3</a:t>
            </a:r>
            <a:r>
              <a:rPr lang="en-US" baseline="30000" dirty="0" smtClean="0"/>
              <a:t>rd</a:t>
            </a:r>
            <a:r>
              <a:rPr lang="en-US" dirty="0" smtClean="0"/>
              <a:t> Lesson of his call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0802" y="1580827"/>
            <a:ext cx="8946541" cy="496720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2. The holiness of God (6:3)</a:t>
            </a:r>
          </a:p>
          <a:p>
            <a:r>
              <a:rPr lang="en-US" dirty="0" smtClean="0"/>
              <a:t>Isaiah 1:15 -17</a:t>
            </a:r>
          </a:p>
          <a:p>
            <a:r>
              <a:rPr lang="en-US" dirty="0" smtClean="0"/>
              <a:t>Bloodshed and Oppression</a:t>
            </a:r>
          </a:p>
          <a:p>
            <a:r>
              <a:rPr lang="en-US" dirty="0" smtClean="0"/>
              <a:t>Only acceptable when</a:t>
            </a:r>
          </a:p>
          <a:p>
            <a:r>
              <a:rPr lang="en-US" dirty="0" smtClean="0"/>
              <a:t>To seek Justice .</a:t>
            </a:r>
          </a:p>
          <a:p>
            <a:r>
              <a:rPr lang="en-US" dirty="0" smtClean="0"/>
              <a:t>3. His message would be rejected (6:9 – 13).</a:t>
            </a:r>
          </a:p>
          <a:p>
            <a:r>
              <a:rPr lang="en-US" dirty="0" smtClean="0"/>
              <a:t>Conviction</a:t>
            </a:r>
          </a:p>
          <a:p>
            <a:r>
              <a:rPr lang="en-US" dirty="0" smtClean="0"/>
              <a:t>Confession</a:t>
            </a:r>
          </a:p>
          <a:p>
            <a:r>
              <a:rPr lang="en-US" dirty="0" smtClean="0"/>
              <a:t>Cleansing</a:t>
            </a:r>
          </a:p>
          <a:p>
            <a:r>
              <a:rPr lang="en-US" dirty="0" smtClean="0"/>
              <a:t>Consecration</a:t>
            </a:r>
          </a:p>
          <a:p>
            <a:r>
              <a:rPr lang="en-US" dirty="0" smtClean="0"/>
              <a:t>Commission</a:t>
            </a:r>
          </a:p>
          <a:p>
            <a:r>
              <a:rPr lang="en-US" dirty="0" smtClean="0"/>
              <a:t>Another View</a:t>
            </a:r>
          </a:p>
          <a:p>
            <a:r>
              <a:rPr lang="en-US" dirty="0" smtClean="0"/>
              <a:t>Vision from above, </a:t>
            </a:r>
          </a:p>
          <a:p>
            <a:r>
              <a:rPr lang="en-US" dirty="0" smtClean="0"/>
              <a:t>to himself, </a:t>
            </a:r>
          </a:p>
          <a:p>
            <a:r>
              <a:rPr lang="en-US" dirty="0" smtClean="0"/>
              <a:t>to others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01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Isaiah’s Children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one ‘Shear-</a:t>
            </a:r>
            <a:r>
              <a:rPr lang="en-US" dirty="0" err="1" smtClean="0"/>
              <a:t>Jashub</a:t>
            </a:r>
            <a:r>
              <a:rPr lang="en-US" dirty="0" smtClean="0"/>
              <a:t>’  7:3  A Remnant shall be return</a:t>
            </a:r>
          </a:p>
          <a:p>
            <a:r>
              <a:rPr lang="en-US" dirty="0" smtClean="0"/>
              <a:t>This name had double significance. ( like Hosea’s children)</a:t>
            </a:r>
          </a:p>
          <a:p>
            <a:r>
              <a:rPr lang="en-US" dirty="0" smtClean="0"/>
              <a:t>Judgment as well as hope</a:t>
            </a:r>
          </a:p>
          <a:p>
            <a:r>
              <a:rPr lang="en-US" dirty="0" smtClean="0"/>
              <a:t>Second son ‘Maher-</a:t>
            </a:r>
            <a:r>
              <a:rPr lang="en-US" dirty="0" err="1" smtClean="0"/>
              <a:t>shalal</a:t>
            </a:r>
            <a:r>
              <a:rPr lang="en-US" dirty="0" smtClean="0"/>
              <a:t>-hash-</a:t>
            </a:r>
            <a:r>
              <a:rPr lang="en-US" dirty="0" err="1" smtClean="0"/>
              <a:t>baz</a:t>
            </a:r>
            <a:r>
              <a:rPr lang="en-US" dirty="0" smtClean="0"/>
              <a:t>’ 8:1-4 </a:t>
            </a:r>
          </a:p>
          <a:p>
            <a:r>
              <a:rPr lang="en-US" dirty="0" smtClean="0"/>
              <a:t>The spoil speeds, the prey hastes = Judgment</a:t>
            </a:r>
          </a:p>
          <a:p>
            <a:r>
              <a:rPr lang="en-US" b="1" dirty="0" smtClean="0"/>
              <a:t>Death of Isaiah : According </a:t>
            </a:r>
            <a:r>
              <a:rPr lang="en-US" b="1" dirty="0" err="1" smtClean="0"/>
              <a:t>jewish</a:t>
            </a:r>
            <a:r>
              <a:rPr lang="en-US" b="1" dirty="0" smtClean="0"/>
              <a:t> tradition : The prophet was a martyr under the wicked King Manasseh who was succeeded Hezekiah.</a:t>
            </a:r>
          </a:p>
        </p:txBody>
      </p:sp>
    </p:spTree>
    <p:extLst>
      <p:ext uri="{BB962C8B-B14F-4D97-AF65-F5344CB8AC3E}">
        <p14:creationId xmlns:p14="http://schemas.microsoft.com/office/powerpoint/2010/main" val="343179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List different ways of communication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To Pronounce an Oracle 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. Isaiah 2: 12-22, 2: 2-4</a:t>
            </a:r>
          </a:p>
          <a:p>
            <a:r>
              <a:rPr lang="en-US" dirty="0" smtClean="0"/>
              <a:t>To relate a Parable or Allegory</a:t>
            </a:r>
          </a:p>
          <a:p>
            <a:pPr lvl="1"/>
            <a:r>
              <a:rPr lang="en-US" dirty="0" smtClean="0"/>
              <a:t>Isaiah 5      like vineyard</a:t>
            </a:r>
          </a:p>
          <a:p>
            <a:r>
              <a:rPr lang="en-US" dirty="0" smtClean="0"/>
              <a:t>The use of Symbolic actions</a:t>
            </a:r>
          </a:p>
          <a:p>
            <a:pPr lvl="1"/>
            <a:r>
              <a:rPr lang="en-US" dirty="0" smtClean="0"/>
              <a:t>Isaiah 20:2-4</a:t>
            </a:r>
          </a:p>
          <a:p>
            <a:r>
              <a:rPr lang="en-US" dirty="0" smtClean="0"/>
              <a:t>Historical Narratives</a:t>
            </a:r>
          </a:p>
          <a:p>
            <a:pPr lvl="1"/>
            <a:r>
              <a:rPr lang="en-US" dirty="0" smtClean="0"/>
              <a:t>Isaiah 36-39</a:t>
            </a:r>
          </a:p>
          <a:p>
            <a:r>
              <a:rPr lang="en-US" dirty="0" smtClean="0"/>
              <a:t>Isaiah’s messages were not in the written form first but in oral.</a:t>
            </a:r>
          </a:p>
          <a:p>
            <a:r>
              <a:rPr lang="en-US" dirty="0" smtClean="0"/>
              <a:t>Some passages are in first person (</a:t>
            </a:r>
            <a:r>
              <a:rPr lang="en-US" dirty="0" err="1" smtClean="0"/>
              <a:t>ch</a:t>
            </a:r>
            <a:r>
              <a:rPr lang="en-US" dirty="0" smtClean="0"/>
              <a:t> 6), while others in third person(7)</a:t>
            </a:r>
          </a:p>
          <a:p>
            <a:r>
              <a:rPr lang="en-US" dirty="0" smtClean="0"/>
              <a:t>The book was compiled by his disciples.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74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divisions of the book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Three divisions</a:t>
            </a:r>
          </a:p>
          <a:p>
            <a:r>
              <a:rPr lang="en-US" dirty="0" smtClean="0"/>
              <a:t>1-39 relate the history of nation when threatened by Assyria.</a:t>
            </a:r>
          </a:p>
          <a:p>
            <a:r>
              <a:rPr lang="en-US" dirty="0" smtClean="0"/>
              <a:t>40-55 outstanding enemy of Judah was Babylon.</a:t>
            </a:r>
          </a:p>
          <a:p>
            <a:r>
              <a:rPr lang="en-US" dirty="0" smtClean="0"/>
              <a:t>56-66 general background of Judah after the return from exile.</a:t>
            </a:r>
          </a:p>
          <a:p>
            <a:r>
              <a:rPr lang="en-US" dirty="0" smtClean="0"/>
              <a:t>Isaiah may be died 686 B.C. </a:t>
            </a:r>
          </a:p>
          <a:p>
            <a:r>
              <a:rPr lang="en-US" dirty="0" smtClean="0"/>
              <a:t>Many scholars believe that there  were three authors.</a:t>
            </a:r>
          </a:p>
          <a:p>
            <a:r>
              <a:rPr lang="en-US" dirty="0" smtClean="0"/>
              <a:t>First or ‘Proto’ Isaiah  Chapters 1-39</a:t>
            </a:r>
          </a:p>
          <a:p>
            <a:r>
              <a:rPr lang="en-US" dirty="0" smtClean="0"/>
              <a:t>Second or ‘</a:t>
            </a:r>
            <a:r>
              <a:rPr lang="en-US" dirty="0" err="1" smtClean="0"/>
              <a:t>Deutero</a:t>
            </a:r>
            <a:r>
              <a:rPr lang="en-US" dirty="0" smtClean="0"/>
              <a:t>’ Chapters 40-55</a:t>
            </a:r>
          </a:p>
          <a:p>
            <a:r>
              <a:rPr lang="en-US" dirty="0" smtClean="0"/>
              <a:t>Third or ‘</a:t>
            </a:r>
            <a:r>
              <a:rPr lang="en-US" dirty="0" err="1" smtClean="0"/>
              <a:t>Trito</a:t>
            </a:r>
            <a:r>
              <a:rPr lang="en-US" dirty="0" smtClean="0"/>
              <a:t>’              Chapters 56-66</a:t>
            </a:r>
          </a:p>
          <a:p>
            <a:r>
              <a:rPr lang="en-US" dirty="0" smtClean="0"/>
              <a:t>All bible scholars are not agreed with this.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2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Two reasons for the book of unity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GOD can and does reveal the immediate and distant future in specific terms</a:t>
            </a:r>
          </a:p>
          <a:p>
            <a:r>
              <a:rPr lang="en-US" dirty="0" smtClean="0"/>
              <a:t>2. There is no proved example in the old testament of anonymous prophetic writing.</a:t>
            </a:r>
          </a:p>
          <a:p>
            <a:r>
              <a:rPr lang="en-US" dirty="0" smtClean="0"/>
              <a:t>Finally,</a:t>
            </a:r>
          </a:p>
          <a:p>
            <a:r>
              <a:rPr lang="en-US" dirty="0" smtClean="0"/>
              <a:t>No other  anonymous prophetical book in the O. T.</a:t>
            </a:r>
          </a:p>
          <a:p>
            <a:r>
              <a:rPr lang="en-US" dirty="0" smtClean="0"/>
              <a:t>BOOK OF ISAIAH WAS WRITTEN BY ISAIAH</a:t>
            </a:r>
          </a:p>
          <a:p>
            <a:r>
              <a:rPr lang="en-US" dirty="0" smtClean="0"/>
              <a:t>Evangelistic and Pentecostal believes.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11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CRISIS AND ADVISE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954775"/>
          </a:xfrm>
        </p:spPr>
        <p:txBody>
          <a:bodyPr/>
          <a:lstStyle/>
          <a:p>
            <a:r>
              <a:rPr lang="en-US" dirty="0" smtClean="0"/>
              <a:t>ISAIAH WAS THE ADVISER TO JEWISH KINGS, NAMELY </a:t>
            </a:r>
          </a:p>
          <a:p>
            <a:r>
              <a:rPr lang="en-US" dirty="0" smtClean="0"/>
              <a:t>AHAS AND HEZEKIAH</a:t>
            </a:r>
          </a:p>
          <a:p>
            <a:r>
              <a:rPr lang="en-US" dirty="0" smtClean="0"/>
              <a:t>WHAT CRISIS OCCURE IN THE TIME OF AHAS ?</a:t>
            </a:r>
          </a:p>
          <a:p>
            <a:r>
              <a:rPr lang="en-US" dirty="0" smtClean="0"/>
              <a:t>MILITRY THREAT BY SYRIA AND ISRAEL</a:t>
            </a:r>
          </a:p>
          <a:p>
            <a:r>
              <a:rPr lang="en-US" dirty="0" smtClean="0"/>
              <a:t>WHAT ADVISE ISAIAH GAVE TO AHAS ?</a:t>
            </a:r>
          </a:p>
          <a:p>
            <a:r>
              <a:rPr lang="en-US" dirty="0" smtClean="0"/>
              <a:t>TO BE QUIET AND NOT TO FEAR.</a:t>
            </a:r>
          </a:p>
          <a:p>
            <a:r>
              <a:rPr lang="en-US" dirty="0" smtClean="0"/>
              <a:t>WHAT SIGN HE ANNOUNCED ?</a:t>
            </a:r>
          </a:p>
          <a:p>
            <a:r>
              <a:rPr lang="en-US" dirty="0" smtClean="0"/>
              <a:t>IMMANUEL TO BE BORN AND THREAT WOULD BE OVER BEFORE HE WAS VERY OLD.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58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CRISIS AT THE TIME OF HEZEKIAH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ISAIAH 38 : 7 -8 </a:t>
            </a:r>
          </a:p>
          <a:p>
            <a:r>
              <a:rPr lang="en-US" dirty="0" smtClean="0"/>
              <a:t>HEZEKIAH WAS AT WAR WITH ASSYRIA .</a:t>
            </a:r>
          </a:p>
          <a:p>
            <a:r>
              <a:rPr lang="en-US" dirty="0" smtClean="0"/>
              <a:t>WHAT ADVISE ISAIAH GAVE ?</a:t>
            </a:r>
          </a:p>
          <a:p>
            <a:r>
              <a:rPr lang="en-US" dirty="0" smtClean="0"/>
              <a:t>HE WAS TO REST AND TRUST AND</a:t>
            </a:r>
          </a:p>
          <a:p>
            <a:r>
              <a:rPr lang="en-US" dirty="0" smtClean="0"/>
              <a:t>WITH OTHER NATIONS HE WAS NOT TO MAKE ALLIANCES.</a:t>
            </a:r>
          </a:p>
          <a:p>
            <a:r>
              <a:rPr lang="en-US" dirty="0" smtClean="0"/>
              <a:t>HE GAVE A HOPE THAT AN IDEAL KING WILL COME.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30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FUTURE IDEAL 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ISAIAH 7 : 14 IMMANUEL, GOD WITH US</a:t>
            </a:r>
          </a:p>
          <a:p>
            <a:r>
              <a:rPr lang="en-US" dirty="0" smtClean="0"/>
              <a:t>ISAIAH 9 : 6 </a:t>
            </a:r>
          </a:p>
          <a:p>
            <a:r>
              <a:rPr lang="en-US" dirty="0" smtClean="0"/>
              <a:t>PRIMARY MEANING – THE IDEAL KING WOULD BE DELIVERED THE JEWISH NATION FROM ASSYRIA. </a:t>
            </a:r>
          </a:p>
          <a:p>
            <a:r>
              <a:rPr lang="en-US" dirty="0" smtClean="0"/>
              <a:t>SECONDARY MEANING – THE IDEAL KING WOULD BE DELIVERED FROM THE POWER OF SIN. </a:t>
            </a:r>
          </a:p>
          <a:p>
            <a:r>
              <a:rPr lang="en-US" dirty="0" smtClean="0"/>
              <a:t>PROMISE OF IDEAL RULER IN CHAPTER 11REFERED AS MESSIAH.</a:t>
            </a:r>
          </a:p>
          <a:p>
            <a:r>
              <a:rPr lang="en-US" dirty="0" smtClean="0"/>
              <a:t>OUTSTANDING CHARACTERISTICS OF FUTURE AGE</a:t>
            </a:r>
          </a:p>
          <a:p>
            <a:r>
              <a:rPr lang="en-US" dirty="0" smtClean="0"/>
              <a:t>PEACE, RIGHTEOUSNESS,TRUST.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07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MEANING OF HOLY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OLD TESTAMENT  IS NOT PRIMARLYA BOOK OF JEWISH NATION BUT A BOOK ABOUT JEHOVA.</a:t>
            </a:r>
          </a:p>
          <a:p>
            <a:r>
              <a:rPr lang="en-US" dirty="0" smtClean="0"/>
              <a:t>THE MOST IMPORTANT CONCEPT OF JEHOVA AS A HOLY GOD.</a:t>
            </a:r>
          </a:p>
          <a:p>
            <a:r>
              <a:rPr lang="en-US" dirty="0" smtClean="0"/>
              <a:t>HOLY IS TRANSLATED IN HEBREW AS ‘QODESH’  </a:t>
            </a:r>
          </a:p>
          <a:p>
            <a:r>
              <a:rPr lang="en-US" dirty="0" smtClean="0"/>
              <a:t>COMES FROM ROOT MEANING ‘TO SET APART OR TO SEPARATE’.</a:t>
            </a:r>
          </a:p>
          <a:p>
            <a:r>
              <a:rPr lang="en-US" dirty="0" smtClean="0"/>
              <a:t>AT THE TIME OF ISAIAH’S CALL , THE SERAPHIMS PROCLAIMED THE FACT. </a:t>
            </a:r>
          </a:p>
          <a:p>
            <a:r>
              <a:rPr lang="en-US" dirty="0" smtClean="0"/>
              <a:t>ISAIAH 6: 1.-6, 12 TIMES IN 1-39, 13 TIMES IN 40-66, 40: 25-27, 44:6-8, 30:12-14, </a:t>
            </a:r>
          </a:p>
          <a:p>
            <a:r>
              <a:rPr lang="en-US" dirty="0" smtClean="0"/>
              <a:t>THE DERIVATION OF QODESH – HIS MAJESTY AND RIGHTEOUSNESS.</a:t>
            </a:r>
          </a:p>
          <a:p>
            <a:r>
              <a:rPr lang="en-US" dirty="0" smtClean="0"/>
              <a:t>A REMNENT SHALL BE RETURNED- PRESENT AND FUTURE.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218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MICAH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</a:p>
          <a:p>
            <a:r>
              <a:rPr lang="en-US" dirty="0" smtClean="0"/>
              <a:t>Micah 1: </a:t>
            </a:r>
            <a:r>
              <a:rPr lang="en-US" smtClean="0"/>
              <a:t>1 Jeremiah 26: 18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274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821</TotalTime>
  <Words>1267</Words>
  <Application>Microsoft Office PowerPoint</Application>
  <PresentationFormat>Widescreen</PresentationFormat>
  <Paragraphs>233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Century Gothic</vt:lpstr>
      <vt:lpstr>Wingdings 3</vt:lpstr>
      <vt:lpstr>Ion</vt:lpstr>
      <vt:lpstr>THE PROPHETS</vt:lpstr>
      <vt:lpstr>THE PROPHETS</vt:lpstr>
      <vt:lpstr>B.C. 1020 TO 750 B. C.</vt:lpstr>
      <vt:lpstr>DIVIDED KINGDOM</vt:lpstr>
      <vt:lpstr>KINGS OF ISRAEL CONTINUED</vt:lpstr>
      <vt:lpstr>KINGS OF JUDEA</vt:lpstr>
      <vt:lpstr>KINGS OF JUDEA CONTINUED</vt:lpstr>
      <vt:lpstr>8TH CENTUARY B.C. PROPHETS</vt:lpstr>
      <vt:lpstr>AMOS</vt:lpstr>
      <vt:lpstr>VISIONS OF AMOS</vt:lpstr>
      <vt:lpstr>HOSEA</vt:lpstr>
      <vt:lpstr>HOSEA</vt:lpstr>
      <vt:lpstr>Message to Israel</vt:lpstr>
      <vt:lpstr>ISAIAH</vt:lpstr>
      <vt:lpstr>Three lessons from his call</vt:lpstr>
      <vt:lpstr>2nd &amp; 3rd Lesson of his call</vt:lpstr>
      <vt:lpstr>Isaiah’s Children</vt:lpstr>
      <vt:lpstr>List different ways of communication</vt:lpstr>
      <vt:lpstr>The divisions of the book</vt:lpstr>
      <vt:lpstr>Two reasons for the book of unity</vt:lpstr>
      <vt:lpstr> CRISIS AND ADVISE</vt:lpstr>
      <vt:lpstr>CRISIS AT THE TIME OF HEZEKIAH</vt:lpstr>
      <vt:lpstr>FUTURE IDEAL KING</vt:lpstr>
      <vt:lpstr>MEANING OF HOLY</vt:lpstr>
      <vt:lpstr>MICAH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67</cp:revision>
  <dcterms:created xsi:type="dcterms:W3CDTF">2026-09-02T00:20:23Z</dcterms:created>
  <dcterms:modified xsi:type="dcterms:W3CDTF">2026-10-14T00:51:19Z</dcterms:modified>
</cp:coreProperties>
</file>