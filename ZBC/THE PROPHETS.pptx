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 PROPHETS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5601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THE PROPHETS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THREE WORDS USED FOR PROPHET</a:t>
            </a:r>
          </a:p>
          <a:p>
            <a:r>
              <a:rPr lang="en-US" dirty="0" smtClean="0"/>
              <a:t>1. NABI  300 TIMES USED </a:t>
            </a:r>
          </a:p>
          <a:p>
            <a:pPr lvl="1"/>
            <a:r>
              <a:rPr lang="en-US" dirty="0" smtClean="0"/>
              <a:t>It is derived from the root of the  verb ‘to call’ and can mean ‘one who is called by God’.</a:t>
            </a:r>
          </a:p>
          <a:p>
            <a:r>
              <a:rPr lang="en-US" dirty="0" smtClean="0"/>
              <a:t>2. ROEH  12 TIMES USED</a:t>
            </a:r>
          </a:p>
          <a:p>
            <a:pPr lvl="1"/>
            <a:r>
              <a:rPr lang="en-US" dirty="0" smtClean="0"/>
              <a:t>It is translated as ‘seer’ the word comes from the verb ‘to see’</a:t>
            </a:r>
          </a:p>
          <a:p>
            <a:pPr lvl="1"/>
            <a:r>
              <a:rPr lang="en-US" dirty="0" smtClean="0"/>
              <a:t>Another word used for ‘seer’ is ‘visionary’</a:t>
            </a:r>
          </a:p>
          <a:p>
            <a:r>
              <a:rPr lang="en-US" dirty="0" smtClean="0"/>
              <a:t>3. HOZEH  This word used later, (instead of </a:t>
            </a:r>
            <a:r>
              <a:rPr lang="en-US" dirty="0" err="1" smtClean="0"/>
              <a:t>Roeh</a:t>
            </a:r>
            <a:r>
              <a:rPr lang="en-US" dirty="0" smtClean="0"/>
              <a:t>) which was more respectable word to describe this office.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664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B.C. 1020 TO 750 B. C.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SAUL</a:t>
            </a:r>
          </a:p>
          <a:p>
            <a:r>
              <a:rPr lang="en-US" dirty="0" err="1" smtClean="0"/>
              <a:t>DAVIsD</a:t>
            </a:r>
            <a:endParaRPr lang="en-US" dirty="0" smtClean="0"/>
          </a:p>
          <a:p>
            <a:r>
              <a:rPr lang="en-US" dirty="0" smtClean="0"/>
              <a:t>SOLOMON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925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8</a:t>
            </a:r>
            <a:r>
              <a:rPr lang="en-US" baseline="30000" dirty="0" smtClean="0"/>
              <a:t>TH</a:t>
            </a:r>
            <a:r>
              <a:rPr lang="en-US" dirty="0" smtClean="0"/>
              <a:t> CENTUARY B.C. PROPHETS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2160159"/>
          </a:xfrm>
        </p:spPr>
        <p:txBody>
          <a:bodyPr/>
          <a:lstStyle/>
          <a:p>
            <a:r>
              <a:rPr lang="en-US" dirty="0" smtClean="0"/>
              <a:t>AMOS</a:t>
            </a:r>
          </a:p>
          <a:p>
            <a:r>
              <a:rPr lang="en-US" dirty="0" smtClean="0"/>
              <a:t>HOSEA</a:t>
            </a:r>
          </a:p>
          <a:p>
            <a:r>
              <a:rPr lang="en-US" dirty="0" smtClean="0"/>
              <a:t>ISAIAH</a:t>
            </a:r>
          </a:p>
          <a:p>
            <a:r>
              <a:rPr lang="en-US" dirty="0" smtClean="0"/>
              <a:t>MICAH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1598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AMOS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1358782"/>
            <a:ext cx="8946541" cy="4889618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BACKGROUND </a:t>
            </a:r>
          </a:p>
          <a:p>
            <a:pPr lvl="1"/>
            <a:r>
              <a:rPr lang="en-US" dirty="0" smtClean="0"/>
              <a:t>PROPHESY TO ISRAEL 1:1</a:t>
            </a:r>
          </a:p>
          <a:p>
            <a:pPr lvl="1"/>
            <a:r>
              <a:rPr lang="en-US" dirty="0" smtClean="0"/>
              <a:t>FROM TEKOVA 1:1</a:t>
            </a:r>
          </a:p>
          <a:p>
            <a:pPr lvl="1"/>
            <a:r>
              <a:rPr lang="en-US" dirty="0" smtClean="0"/>
              <a:t>SHEPHERD 7: 14</a:t>
            </a:r>
          </a:p>
          <a:p>
            <a:r>
              <a:rPr lang="en-US" dirty="0" smtClean="0"/>
              <a:t>POLTICAL, SOCIAL &amp; SPIRITUAL SITUATION</a:t>
            </a:r>
          </a:p>
          <a:p>
            <a:pPr lvl="1"/>
            <a:r>
              <a:rPr lang="en-US" dirty="0" smtClean="0"/>
              <a:t>Amos 2:6-8 Oppression, Immorality, </a:t>
            </a:r>
          </a:p>
          <a:p>
            <a:pPr lvl="1"/>
            <a:r>
              <a:rPr lang="en-US" dirty="0" smtClean="0"/>
              <a:t>2:12 </a:t>
            </a:r>
          </a:p>
          <a:p>
            <a:pPr lvl="1"/>
            <a:r>
              <a:rPr lang="en-US" dirty="0" smtClean="0"/>
              <a:t>3: 9,10</a:t>
            </a:r>
          </a:p>
          <a:p>
            <a:pPr lvl="1"/>
            <a:r>
              <a:rPr lang="en-US" dirty="0" smtClean="0"/>
              <a:t>3: 14</a:t>
            </a:r>
          </a:p>
          <a:p>
            <a:pPr lvl="1"/>
            <a:r>
              <a:rPr lang="en-US" dirty="0" smtClean="0"/>
              <a:t>4:1</a:t>
            </a:r>
          </a:p>
          <a:p>
            <a:pPr lvl="1"/>
            <a:r>
              <a:rPr lang="en-US" dirty="0" smtClean="0"/>
              <a:t>5: 12</a:t>
            </a:r>
          </a:p>
          <a:p>
            <a:pPr lvl="1"/>
            <a:r>
              <a:rPr lang="en-US" dirty="0" smtClean="0"/>
              <a:t>6: 3- 6</a:t>
            </a:r>
          </a:p>
          <a:p>
            <a:pPr lvl="1"/>
            <a:r>
              <a:rPr lang="en-US" dirty="0" smtClean="0"/>
              <a:t>8: 4- 6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747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VISIONS OF AMOS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CHAPTERS 7 – 9 FIVE VISIONS</a:t>
            </a:r>
          </a:p>
          <a:p>
            <a:r>
              <a:rPr lang="en-US" dirty="0" smtClean="0"/>
              <a:t>1.    7:1    LOCUSTS</a:t>
            </a:r>
          </a:p>
          <a:p>
            <a:r>
              <a:rPr lang="en-US" dirty="0" smtClean="0"/>
              <a:t>2.    7:4    FIRE</a:t>
            </a:r>
          </a:p>
          <a:p>
            <a:r>
              <a:rPr lang="en-US" dirty="0" smtClean="0"/>
              <a:t>3.    7:7    PLUMB LINE</a:t>
            </a:r>
          </a:p>
          <a:p>
            <a:r>
              <a:rPr lang="en-US" dirty="0" smtClean="0"/>
              <a:t>4.    8:1    FRUTES</a:t>
            </a:r>
          </a:p>
          <a:p>
            <a:r>
              <a:rPr lang="en-US" dirty="0" smtClean="0"/>
              <a:t>5.    9:1    YAHWAY STANDING ON THE ALTAR</a:t>
            </a:r>
          </a:p>
          <a:p>
            <a:r>
              <a:rPr lang="en-US" dirty="0" smtClean="0"/>
              <a:t>JUDGEMENT 3 : 1,2  2: 13 ONWARDS, 3: 11</a:t>
            </a:r>
          </a:p>
          <a:p>
            <a:r>
              <a:rPr lang="en-US" dirty="0" smtClean="0"/>
              <a:t>4: 2, 5: 16, 27  7:11, 17b, 8:2, 9: 2- 5</a:t>
            </a:r>
          </a:p>
          <a:p>
            <a:r>
              <a:rPr lang="en-US" dirty="0" smtClean="0"/>
              <a:t>CONSEQUENCES</a:t>
            </a:r>
          </a:p>
          <a:p>
            <a:r>
              <a:rPr lang="en-US" dirty="0" smtClean="0"/>
              <a:t>DUE TO HIS MERCY 9:8, 14  A REMNENT SHALL BE RETURN</a:t>
            </a:r>
          </a:p>
          <a:p>
            <a:r>
              <a:rPr lang="en-US" dirty="0"/>
              <a:t> </a:t>
            </a:r>
            <a:r>
              <a:rPr lang="en-US" dirty="0" smtClean="0"/>
              <a:t>721BC ISRAEL WAS DEFEATED BY ASSYRIA</a:t>
            </a:r>
          </a:p>
          <a:p>
            <a:pPr marL="0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71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HOSEA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SITUATION OF ISRAEL</a:t>
            </a:r>
          </a:p>
          <a:p>
            <a:r>
              <a:rPr lang="en-US" dirty="0" smtClean="0"/>
              <a:t>HOSEA 4: 1,2,3</a:t>
            </a:r>
          </a:p>
          <a:p>
            <a:r>
              <a:rPr lang="en-US" dirty="0" smtClean="0"/>
              <a:t>4:6,8,9</a:t>
            </a:r>
          </a:p>
          <a:p>
            <a:r>
              <a:rPr lang="en-US" dirty="0" smtClean="0"/>
              <a:t>4:11,12</a:t>
            </a:r>
          </a:p>
          <a:p>
            <a:r>
              <a:rPr lang="en-US" dirty="0" smtClean="0"/>
              <a:t>4:17</a:t>
            </a:r>
          </a:p>
          <a:p>
            <a:r>
              <a:rPr lang="en-US" dirty="0" smtClean="0"/>
              <a:t>5:5,11</a:t>
            </a:r>
          </a:p>
          <a:p>
            <a:r>
              <a:rPr lang="en-US" dirty="0" smtClean="0"/>
              <a:t>7:5,8,11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42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</TotalTime>
  <Words>259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Ion</vt:lpstr>
      <vt:lpstr>THE PROPHETS</vt:lpstr>
      <vt:lpstr>THE PROPHETS</vt:lpstr>
      <vt:lpstr>B.C. 1020 TO 750 B. C.</vt:lpstr>
      <vt:lpstr>8TH CENTUARY B.C. PROPHETS</vt:lpstr>
      <vt:lpstr>AMOS</vt:lpstr>
      <vt:lpstr>VISIONS OF AMOS</vt:lpstr>
      <vt:lpstr>HOSEA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2</cp:revision>
  <dcterms:created xsi:type="dcterms:W3CDTF">2026-09-02T00:20:23Z</dcterms:created>
  <dcterms:modified xsi:type="dcterms:W3CDTF">2026-09-02T00:25:15Z</dcterms:modified>
</cp:coreProperties>
</file>