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0" r:id="rId2"/>
    <p:sldId id="261" r:id="rId3"/>
    <p:sldId id="272" r:id="rId4"/>
    <p:sldId id="256" r:id="rId5"/>
    <p:sldId id="257" r:id="rId6"/>
    <p:sldId id="262" r:id="rId7"/>
    <p:sldId id="258" r:id="rId8"/>
    <p:sldId id="259" r:id="rId9"/>
    <p:sldId id="263" r:id="rId10"/>
    <p:sldId id="264" r:id="rId11"/>
    <p:sldId id="265" r:id="rId12"/>
    <p:sldId id="273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32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26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51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93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14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22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92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07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46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20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647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0090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3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380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149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655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55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3528643-B5AD-4E9A-A4C3-4CD94E50810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87A5D-3334-4477-A522-6C8FDB51E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894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8038" y="786213"/>
            <a:ext cx="11615158" cy="29782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b="1" u="sng" dirty="0" smtClean="0"/>
              <a:t>SYSTEMATIC THEOLOGY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16159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</a:t>
            </a:r>
            <a:r>
              <a:rPr lang="en-IN" sz="2400" dirty="0" err="1" smtClean="0"/>
              <a:t>Bibliology</a:t>
            </a:r>
            <a:r>
              <a:rPr lang="en-IN" sz="2400" dirty="0" smtClean="0"/>
              <a:t>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</a:t>
            </a:r>
            <a:r>
              <a:rPr lang="en-IN" sz="2400" dirty="0" err="1" smtClean="0"/>
              <a:t>Hamartiology</a:t>
            </a: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76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589660"/>
            <a:ext cx="8946541" cy="565873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Divisions of Systematic Theology</a:t>
            </a:r>
          </a:p>
          <a:p>
            <a:endParaRPr lang="en-US" sz="4000" dirty="0"/>
          </a:p>
          <a:p>
            <a:r>
              <a:rPr lang="en-US" sz="4000" dirty="0" err="1" smtClean="0"/>
              <a:t>Bibliology</a:t>
            </a:r>
            <a:endParaRPr lang="en-US" sz="4000" dirty="0" smtClean="0"/>
          </a:p>
          <a:p>
            <a:r>
              <a:rPr lang="en-US" sz="4000" dirty="0" smtClean="0"/>
              <a:t>Theology Proper</a:t>
            </a:r>
          </a:p>
          <a:p>
            <a:r>
              <a:rPr lang="en-US" sz="4000" dirty="0" smtClean="0"/>
              <a:t>Christology</a:t>
            </a:r>
          </a:p>
          <a:p>
            <a:r>
              <a:rPr lang="en-US" sz="4000" dirty="0" smtClean="0"/>
              <a:t>Pneumatology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5115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9048724" cy="2876372"/>
          </a:xfrm>
        </p:spPr>
        <p:txBody>
          <a:bodyPr/>
          <a:lstStyle/>
          <a:p>
            <a:pPr algn="ctr"/>
            <a:r>
              <a:rPr lang="en-US" sz="8000" b="1" i="1" u="sng" dirty="0" smtClean="0"/>
              <a:t>PNEUMATOLOGY</a:t>
            </a:r>
            <a:endParaRPr lang="en-IN" sz="8000" b="1" i="1" u="sng" dirty="0"/>
          </a:p>
        </p:txBody>
      </p:sp>
    </p:spTree>
    <p:extLst>
      <p:ext uri="{BB962C8B-B14F-4D97-AF65-F5344CB8AC3E}">
        <p14:creationId xmlns:p14="http://schemas.microsoft.com/office/powerpoint/2010/main" val="334902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PNEUMATOLOGY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530460"/>
          </a:xfrm>
        </p:spPr>
        <p:txBody>
          <a:bodyPr>
            <a:noAutofit/>
          </a:bodyPr>
          <a:lstStyle/>
          <a:p>
            <a:r>
              <a:rPr lang="en-US" b="1" dirty="0" smtClean="0"/>
              <a:t>INTRODUCTION   </a:t>
            </a:r>
            <a:r>
              <a:rPr lang="ml-IN" b="1" dirty="0"/>
              <a:t>മുഖവുര</a:t>
            </a:r>
            <a:endParaRPr lang="en-US" b="1" dirty="0" smtClean="0"/>
          </a:p>
          <a:p>
            <a:r>
              <a:rPr lang="en-US" b="1" dirty="0" smtClean="0"/>
              <a:t>DEFINITION  </a:t>
            </a:r>
            <a:r>
              <a:rPr lang="ml-IN" b="1" dirty="0"/>
              <a:t>നിർവ്വചനം</a:t>
            </a:r>
            <a:endParaRPr lang="en-US" b="1" dirty="0" smtClean="0"/>
          </a:p>
          <a:p>
            <a:r>
              <a:rPr lang="en-US" b="1" dirty="0" smtClean="0"/>
              <a:t>THE PERSON AND </a:t>
            </a:r>
            <a:r>
              <a:rPr lang="ml-IN" b="1" dirty="0"/>
              <a:t>ആളത്വവു൦</a:t>
            </a:r>
            <a:endParaRPr lang="en-US" b="1" dirty="0" smtClean="0"/>
          </a:p>
          <a:p>
            <a:r>
              <a:rPr lang="en-US" b="1" dirty="0" smtClean="0"/>
              <a:t>THE WORKS OF HOLY SPIRIT </a:t>
            </a:r>
            <a:r>
              <a:rPr lang="ml-IN" b="1" dirty="0"/>
              <a:t>പ്രവൃത്തികളു൦</a:t>
            </a:r>
            <a:endParaRPr lang="en-US" b="1" dirty="0" smtClean="0"/>
          </a:p>
          <a:p>
            <a:r>
              <a:rPr lang="en-US" b="1" dirty="0" smtClean="0"/>
              <a:t>ROOT WORDS  </a:t>
            </a:r>
            <a:r>
              <a:rPr lang="ml-IN" b="1" dirty="0"/>
              <a:t>മൂലപദങ്ങൾ</a:t>
            </a:r>
            <a:endParaRPr lang="en-US" b="1" dirty="0" smtClean="0"/>
          </a:p>
          <a:p>
            <a:r>
              <a:rPr lang="en-US" b="1" dirty="0" smtClean="0"/>
              <a:t>RUAH (Hebrew) </a:t>
            </a:r>
            <a:r>
              <a:rPr lang="ml-IN" b="1" dirty="0"/>
              <a:t>റൂഹ</a:t>
            </a:r>
            <a:endParaRPr lang="en-US" b="1" dirty="0" smtClean="0"/>
          </a:p>
          <a:p>
            <a:r>
              <a:rPr lang="en-US" b="1" dirty="0" err="1" smtClean="0"/>
              <a:t>Pneuma</a:t>
            </a:r>
            <a:r>
              <a:rPr lang="en-US" b="1" dirty="0" smtClean="0"/>
              <a:t> (Greek) </a:t>
            </a:r>
            <a:r>
              <a:rPr lang="ml-IN" b="1" dirty="0"/>
              <a:t>ന്യൂമ</a:t>
            </a:r>
            <a:endParaRPr lang="en-US" b="1" dirty="0" smtClean="0"/>
          </a:p>
          <a:p>
            <a:r>
              <a:rPr lang="en-US" b="1" dirty="0" smtClean="0"/>
              <a:t>Spirit (English) </a:t>
            </a:r>
            <a:r>
              <a:rPr lang="ml-IN" b="1" dirty="0"/>
              <a:t>സ്പിരിറ്റ്  </a:t>
            </a:r>
            <a:r>
              <a:rPr lang="en-US" b="1" dirty="0" smtClean="0"/>
              <a:t>(</a:t>
            </a:r>
            <a:r>
              <a:rPr lang="ml-IN" b="1" dirty="0" smtClean="0"/>
              <a:t>ആത്മാവ്</a:t>
            </a:r>
            <a:r>
              <a:rPr lang="en-US" b="1" dirty="0"/>
              <a:t>)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03036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/>
              <a:t>Names Of Holy </a:t>
            </a:r>
            <a:r>
              <a:rPr lang="en-US" sz="4400" b="1" dirty="0" smtClean="0"/>
              <a:t>Spirit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The Spirit 1Cor 2 : 10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The Spirit Of God 1Cor 3: 16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The Spirit Of </a:t>
            </a:r>
            <a:r>
              <a:rPr lang="en-US" b="1" dirty="0" err="1"/>
              <a:t>Jehova</a:t>
            </a:r>
            <a:r>
              <a:rPr lang="en-US" b="1" dirty="0"/>
              <a:t> </a:t>
            </a:r>
            <a:r>
              <a:rPr lang="en-US" b="1" dirty="0" smtClean="0"/>
              <a:t>Isaiah 11:2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The Spirit of Wisdom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The Spirit Of Understanding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The Spirit Of Council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The Spirit Of Might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The Spirit of </a:t>
            </a:r>
            <a:r>
              <a:rPr lang="en-US" b="1" dirty="0" smtClean="0"/>
              <a:t>Knowledge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2773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837488"/>
            <a:ext cx="8946541" cy="541091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fear of the Lord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the Lord God Isaiah 61: 1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Burning Luke 12:49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Living God 2Cor 3: 3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Holy Spirit Luke 11: 13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Holy Spirit Of Promise Luke 24:49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Strength from Above Luke 24:49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Truth John 14:16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Christ Romans 8:9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His Son Galatians 4:6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Jesus Christ Philippians 1: 19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Jesus Acts 16:7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b="1" dirty="0" smtClean="0"/>
              <a:t>The Spirit of Grace Hebrews 10:29</a:t>
            </a:r>
          </a:p>
        </p:txBody>
      </p:sp>
    </p:spTree>
    <p:extLst>
      <p:ext uri="{BB962C8B-B14F-4D97-AF65-F5344CB8AC3E}">
        <p14:creationId xmlns:p14="http://schemas.microsoft.com/office/powerpoint/2010/main" val="417539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760434"/>
            <a:ext cx="8946541" cy="448796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2"/>
            </a:pPr>
            <a:r>
              <a:rPr lang="en-US" sz="3200" b="1" dirty="0" smtClean="0"/>
              <a:t>The Spirit of Glory 1Peter 4: 14</a:t>
            </a:r>
          </a:p>
          <a:p>
            <a:pPr marL="457200" indent="-457200">
              <a:buFont typeface="+mj-lt"/>
              <a:buAutoNum type="arabicPeriod" startAt="22"/>
            </a:pPr>
            <a:r>
              <a:rPr lang="en-US" sz="3200" b="1" dirty="0" smtClean="0"/>
              <a:t>The oil of Gladness Hebrew 1:9</a:t>
            </a:r>
          </a:p>
          <a:p>
            <a:pPr marL="457200" indent="-457200">
              <a:buFont typeface="+mj-lt"/>
              <a:buAutoNum type="arabicPeriod" startAt="22"/>
            </a:pPr>
            <a:r>
              <a:rPr lang="en-US" sz="3200" b="1" dirty="0" smtClean="0"/>
              <a:t>The Comforter John 15:26</a:t>
            </a:r>
          </a:p>
          <a:p>
            <a:pPr marL="457200" indent="-457200">
              <a:buFont typeface="+mj-lt"/>
              <a:buAutoNum type="arabicPeriod" startAt="22"/>
            </a:pPr>
            <a:r>
              <a:rPr lang="en-US" sz="3200" b="1" dirty="0" smtClean="0"/>
              <a:t>The Eternal Spirit Hebrew 9: 14</a:t>
            </a:r>
            <a:endParaRPr lang="en-IN" sz="3200" b="1" dirty="0"/>
          </a:p>
          <a:p>
            <a:pPr marL="457200" indent="-457200">
              <a:buFont typeface="+mj-lt"/>
              <a:buAutoNum type="arabicPeriod" startAt="22"/>
            </a:pPr>
            <a:r>
              <a:rPr lang="en-US" sz="3200" b="1" dirty="0" smtClean="0"/>
              <a:t>The Spirit Of Power 2 </a:t>
            </a:r>
            <a:r>
              <a:rPr lang="en-US" sz="3200" b="1" dirty="0" err="1" smtClean="0"/>
              <a:t>Timithy</a:t>
            </a:r>
            <a:r>
              <a:rPr lang="en-US" sz="3200" b="1" dirty="0" smtClean="0"/>
              <a:t> 1:7</a:t>
            </a:r>
          </a:p>
          <a:p>
            <a:pPr marL="457200" indent="-457200">
              <a:buFont typeface="+mj-lt"/>
              <a:buAutoNum type="arabicPeriod" startAt="22"/>
            </a:pPr>
            <a:r>
              <a:rPr lang="en-US" sz="3200" b="1" dirty="0" smtClean="0"/>
              <a:t>The Spirit of Love  2 Timothy 1:7</a:t>
            </a:r>
          </a:p>
          <a:p>
            <a:pPr marL="457200" indent="-457200">
              <a:buFont typeface="+mj-lt"/>
              <a:buAutoNum type="arabicPeriod" startAt="22"/>
            </a:pPr>
            <a:r>
              <a:rPr lang="en-US" sz="3200" b="1" dirty="0" smtClean="0"/>
              <a:t>The Spirit Of a Sound Mind 1Timithy 1:7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27535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Person of Holy Spirit  </a:t>
            </a:r>
            <a:r>
              <a:rPr lang="ml-IN" dirty="0"/>
              <a:t>പരിശുദ്ധാത്മാവിന്റെ ആളത്വ൦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 smtClean="0"/>
              <a:t>PRONOUNS USED   </a:t>
            </a:r>
            <a:r>
              <a:rPr lang="ml-IN" b="1" u="sng" dirty="0"/>
              <a:t>സർവ്വനാമങ്ങൾ</a:t>
            </a:r>
            <a:endParaRPr lang="en-US" b="1" u="sng" dirty="0" smtClean="0"/>
          </a:p>
          <a:p>
            <a:r>
              <a:rPr lang="en-US" dirty="0" smtClean="0"/>
              <a:t>He --        John 15:26, 16:13,14   </a:t>
            </a:r>
            <a:r>
              <a:rPr lang="ml-IN" dirty="0"/>
              <a:t>അവൻ</a:t>
            </a:r>
            <a:endParaRPr lang="en-US" dirty="0" smtClean="0"/>
          </a:p>
          <a:p>
            <a:r>
              <a:rPr lang="en-US" dirty="0" smtClean="0"/>
              <a:t>Him –       John 16:7,8,13,14.       </a:t>
            </a:r>
            <a:r>
              <a:rPr lang="ml-IN" dirty="0" smtClean="0"/>
              <a:t>അവനെ</a:t>
            </a:r>
            <a:endParaRPr lang="en-US" dirty="0" smtClean="0"/>
          </a:p>
          <a:p>
            <a:r>
              <a:rPr lang="en-US" dirty="0" smtClean="0"/>
              <a:t>Himself – John 16:7,8                   </a:t>
            </a:r>
            <a:r>
              <a:rPr lang="ml-IN" dirty="0"/>
              <a:t>താൻ</a:t>
            </a:r>
            <a:endParaRPr lang="en-US" dirty="0" smtClean="0"/>
          </a:p>
          <a:p>
            <a:r>
              <a:rPr lang="en-US" b="1" u="sng" dirty="0" smtClean="0"/>
              <a:t>CHARACTER SHOWED  </a:t>
            </a:r>
            <a:r>
              <a:rPr lang="ml-IN" b="1" u="sng" dirty="0"/>
              <a:t>വിശേഷ ലക്ഷണങ്ങൾ</a:t>
            </a:r>
            <a:endParaRPr lang="en-US" b="1" u="sng" dirty="0" smtClean="0"/>
          </a:p>
          <a:p>
            <a:r>
              <a:rPr lang="en-US" dirty="0" smtClean="0"/>
              <a:t>Knowledge  1Cor 2:10   </a:t>
            </a:r>
            <a:r>
              <a:rPr lang="ml-IN" dirty="0"/>
              <a:t>അറിയുന്നു</a:t>
            </a:r>
            <a:endParaRPr lang="en-US" dirty="0" smtClean="0"/>
          </a:p>
          <a:p>
            <a:r>
              <a:rPr lang="en-US" dirty="0" smtClean="0"/>
              <a:t>Will          1Cor 12:11        </a:t>
            </a:r>
            <a:r>
              <a:rPr lang="ml-IN" dirty="0"/>
              <a:t>ഇച്ഛിക്കുന്നു</a:t>
            </a:r>
            <a:endParaRPr lang="en-US" dirty="0" smtClean="0"/>
          </a:p>
          <a:p>
            <a:r>
              <a:rPr lang="en-US" dirty="0" smtClean="0"/>
              <a:t>Mind        Acts 16:6          </a:t>
            </a:r>
            <a:r>
              <a:rPr lang="ml-IN" dirty="0"/>
              <a:t>മനസ്സുണ്ട്</a:t>
            </a:r>
            <a:endParaRPr lang="en-US" dirty="0" smtClean="0"/>
          </a:p>
          <a:p>
            <a:r>
              <a:rPr lang="en-US" dirty="0" smtClean="0"/>
              <a:t>Love         Romans 15:32 </a:t>
            </a:r>
            <a:r>
              <a:rPr lang="ml-IN" dirty="0"/>
              <a:t>സ്നേഹമുണ്ട്</a:t>
            </a:r>
            <a:endParaRPr lang="en-US" dirty="0" smtClean="0"/>
          </a:p>
          <a:p>
            <a:r>
              <a:rPr lang="en-US" dirty="0" smtClean="0"/>
              <a:t>Intellect   Nehemiah 9:20 </a:t>
            </a:r>
            <a:r>
              <a:rPr lang="ml-IN" dirty="0"/>
              <a:t>ബുദ്ധി ശക്തി ഉണ്ട്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03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59" y="709092"/>
            <a:ext cx="11365906" cy="1600200"/>
          </a:xfrm>
        </p:spPr>
        <p:txBody>
          <a:bodyPr/>
          <a:lstStyle/>
          <a:p>
            <a:pPr algn="ctr"/>
            <a:r>
              <a:rPr lang="en-US" sz="3600" b="1" u="sng" dirty="0" smtClean="0"/>
              <a:t>The Work Of Person Is Done By Holy Spirit </a:t>
            </a:r>
            <a:r>
              <a:rPr lang="ml-IN" sz="2800" b="1" u="sng" dirty="0"/>
              <a:t>ആളത്വത്തിന്റെ പ്രവൃത്തികൾ പരിശുദ്ധാത്മാവ് ചെയ്യുന്നു</a:t>
            </a:r>
            <a:endParaRPr lang="en-IN" sz="2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095" y="2104192"/>
            <a:ext cx="8946541" cy="419548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Search 1Cor 2:10            </a:t>
            </a:r>
            <a:r>
              <a:rPr lang="ml-IN" dirty="0"/>
              <a:t>ആരായുന്നു</a:t>
            </a:r>
            <a:endParaRPr lang="en-US" dirty="0" smtClean="0"/>
          </a:p>
          <a:p>
            <a:r>
              <a:rPr lang="en-US" dirty="0" smtClean="0"/>
              <a:t>Speak   Revelation 2:7   </a:t>
            </a:r>
            <a:r>
              <a:rPr lang="ml-IN" dirty="0"/>
              <a:t>സംസാരിക്കുന്നു</a:t>
            </a:r>
            <a:endParaRPr lang="en-US" dirty="0" smtClean="0"/>
          </a:p>
          <a:p>
            <a:r>
              <a:rPr lang="en-US" dirty="0" smtClean="0"/>
              <a:t>Call       Galatians 4:6     </a:t>
            </a:r>
            <a:r>
              <a:rPr lang="ml-IN" dirty="0"/>
              <a:t>വിളിക്കുന്നു</a:t>
            </a:r>
            <a:endParaRPr lang="en-US" dirty="0" smtClean="0"/>
          </a:p>
          <a:p>
            <a:r>
              <a:rPr lang="en-US" dirty="0" smtClean="0"/>
              <a:t>Intercede  Romans 8:26 </a:t>
            </a:r>
            <a:r>
              <a:rPr lang="ml-IN" dirty="0"/>
              <a:t>പക്ഷവാദം ചെയ്യുന്നു</a:t>
            </a:r>
            <a:r>
              <a:rPr lang="en-US" dirty="0" smtClean="0"/>
              <a:t> </a:t>
            </a:r>
          </a:p>
          <a:p>
            <a:r>
              <a:rPr lang="en-US" dirty="0" smtClean="0"/>
              <a:t>Witness   John 15:26        </a:t>
            </a:r>
            <a:r>
              <a:rPr lang="ml-IN" dirty="0"/>
              <a:t>സാക്ഷ്യം പറയുന്നു</a:t>
            </a:r>
            <a:endParaRPr lang="en-US" dirty="0" smtClean="0"/>
          </a:p>
          <a:p>
            <a:r>
              <a:rPr lang="en-US" dirty="0" smtClean="0"/>
              <a:t>Teach     John 14:26        </a:t>
            </a:r>
            <a:r>
              <a:rPr lang="ml-IN" dirty="0"/>
              <a:t>പഠിപ്പിക്കുന്നു</a:t>
            </a:r>
            <a:endParaRPr lang="en-US" dirty="0" smtClean="0"/>
          </a:p>
          <a:p>
            <a:r>
              <a:rPr lang="en-US" dirty="0" smtClean="0"/>
              <a:t>Guide     Rom 8:14,John 16:13  </a:t>
            </a:r>
            <a:r>
              <a:rPr lang="ml-IN" dirty="0"/>
              <a:t>നടത്തുന്നു</a:t>
            </a:r>
            <a:endParaRPr lang="en-US" dirty="0" smtClean="0"/>
          </a:p>
          <a:p>
            <a:r>
              <a:rPr lang="en-US" dirty="0" smtClean="0"/>
              <a:t>Forbid     Acts 16:6,7         </a:t>
            </a:r>
            <a:r>
              <a:rPr lang="ml-IN" dirty="0"/>
              <a:t>വിലക്കുന്നു</a:t>
            </a:r>
            <a:r>
              <a:rPr lang="en-US" dirty="0" smtClean="0"/>
              <a:t> </a:t>
            </a:r>
          </a:p>
          <a:p>
            <a:r>
              <a:rPr lang="en-US" dirty="0" smtClean="0"/>
              <a:t>Appoint  Acts 20:28          </a:t>
            </a:r>
            <a:r>
              <a:rPr lang="ml-IN" dirty="0"/>
              <a:t>നിയമിക്കുന്നു</a:t>
            </a:r>
            <a:endParaRPr lang="en-US" dirty="0" smtClean="0"/>
          </a:p>
          <a:p>
            <a:r>
              <a:rPr lang="en-US" dirty="0" smtClean="0"/>
              <a:t>Send       Acts 13:1,2          </a:t>
            </a:r>
            <a:r>
              <a:rPr lang="ml-IN" dirty="0"/>
              <a:t>പറഞ്ഞയക്കുന്നു</a:t>
            </a:r>
            <a:endParaRPr lang="en-US" dirty="0" smtClean="0"/>
          </a:p>
          <a:p>
            <a:r>
              <a:rPr lang="en-US" dirty="0" smtClean="0"/>
              <a:t>Convict  John 16:8            </a:t>
            </a:r>
            <a:r>
              <a:rPr lang="ml-IN" dirty="0"/>
              <a:t>ബോധവൽക്കരിക്കുന്നു</a:t>
            </a:r>
            <a:endParaRPr lang="en-US" dirty="0" smtClean="0"/>
          </a:p>
          <a:p>
            <a:r>
              <a:rPr lang="en-US" dirty="0" smtClean="0"/>
              <a:t>Regenerates  John 3:3,5 Titus 3:3  </a:t>
            </a:r>
            <a:r>
              <a:rPr lang="ml-IN" dirty="0"/>
              <a:t>പുതുജനന൦ നല്കുന്നു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9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u="sng" dirty="0" smtClean="0"/>
              <a:t>The Work Of Profound Depth Is Done With Holy Spirit </a:t>
            </a:r>
            <a:r>
              <a:rPr lang="ml-IN" sz="2800" b="1" u="sng" dirty="0"/>
              <a:t>ആളത്വത്തോട് ചെയ്യുന്ന പ്രവൃത്തികൾ പരിശുദ്ധാത്മാവ് ചെയ്യുന്നു</a:t>
            </a:r>
            <a:endParaRPr lang="en-IN" sz="2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Rebel Isaiah 63:10                    </a:t>
            </a:r>
            <a:r>
              <a:rPr lang="ml-IN" dirty="0"/>
              <a:t>മത്സരിക്കുന്നു</a:t>
            </a:r>
            <a:endParaRPr lang="en-US" dirty="0" smtClean="0"/>
          </a:p>
          <a:p>
            <a:r>
              <a:rPr lang="en-US" dirty="0" smtClean="0"/>
              <a:t>Grieve Ephesians 4:30             </a:t>
            </a:r>
            <a:r>
              <a:rPr lang="ml-IN" dirty="0"/>
              <a:t>ദുഃഖിപ്പിക്കുന്നു</a:t>
            </a:r>
            <a:endParaRPr lang="en-US" dirty="0" smtClean="0"/>
          </a:p>
          <a:p>
            <a:r>
              <a:rPr lang="en-US" dirty="0" smtClean="0"/>
              <a:t>Despite Hebrew 10:29             </a:t>
            </a:r>
            <a:r>
              <a:rPr lang="ml-IN" dirty="0"/>
              <a:t>നിന്ദിക്കുന്നു</a:t>
            </a:r>
            <a:endParaRPr lang="en-US" dirty="0" smtClean="0"/>
          </a:p>
          <a:p>
            <a:r>
              <a:rPr lang="en-US" dirty="0" smtClean="0"/>
              <a:t>To Lie     Acts 5:3                       </a:t>
            </a:r>
            <a:r>
              <a:rPr lang="ml-IN" dirty="0"/>
              <a:t>വ്യാജം പറയുന്നു</a:t>
            </a:r>
            <a:endParaRPr lang="en-US" dirty="0" smtClean="0"/>
          </a:p>
          <a:p>
            <a:r>
              <a:rPr lang="en-US" dirty="0" smtClean="0"/>
              <a:t>Blasphemy Mathew 12:31,32  </a:t>
            </a:r>
            <a:r>
              <a:rPr lang="ml-IN" dirty="0"/>
              <a:t>ദൂഷണം പറയുന്നു</a:t>
            </a:r>
            <a:endParaRPr lang="en-US" dirty="0" smtClean="0"/>
          </a:p>
          <a:p>
            <a:r>
              <a:rPr lang="en-US" dirty="0" smtClean="0"/>
              <a:t>Fellowship  2Cor 13:14              </a:t>
            </a:r>
            <a:r>
              <a:rPr lang="ml-IN" dirty="0"/>
              <a:t>കൂട്ടായ്മ</a:t>
            </a:r>
            <a:endParaRPr lang="en-US" dirty="0" smtClean="0"/>
          </a:p>
          <a:p>
            <a:r>
              <a:rPr lang="en-US" dirty="0" smtClean="0"/>
              <a:t>Resist      Acts 7:51                      </a:t>
            </a:r>
            <a:r>
              <a:rPr lang="ml-IN" dirty="0"/>
              <a:t>മറുത്തു നില്ക്കുന്നു</a:t>
            </a:r>
            <a:endParaRPr lang="en-US" dirty="0" smtClean="0"/>
          </a:p>
          <a:p>
            <a:r>
              <a:rPr lang="en-US" dirty="0" smtClean="0"/>
              <a:t>Obey    Acts 10:19-23                </a:t>
            </a:r>
            <a:r>
              <a:rPr lang="ml-IN" dirty="0" smtClean="0"/>
              <a:t>അനുസരിക്കുന്നു</a:t>
            </a:r>
            <a:endParaRPr lang="en-US" dirty="0" smtClean="0"/>
          </a:p>
          <a:p>
            <a:r>
              <a:rPr lang="en-US" sz="2400" b="1" u="sng" dirty="0" smtClean="0"/>
              <a:t>Holy Spirit Is Included In Trinity </a:t>
            </a:r>
            <a:r>
              <a:rPr lang="en-US" dirty="0" smtClean="0"/>
              <a:t>Mathew 28:19, 2Cor 13:14 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ml-IN" dirty="0" smtClean="0"/>
              <a:t>ദൈവീക </a:t>
            </a:r>
            <a:r>
              <a:rPr lang="ml-IN" dirty="0"/>
              <a:t>ത്രിത്വത്തിൽ പരിശുദ്ധാത്മാവ് ഉൾപ്പെടുന്നു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96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17" y="2554982"/>
            <a:ext cx="9404723" cy="2179387"/>
          </a:xfrm>
        </p:spPr>
        <p:txBody>
          <a:bodyPr/>
          <a:lstStyle/>
          <a:p>
            <a:pPr algn="ctr"/>
            <a:r>
              <a:rPr lang="en-US" sz="4400" b="1" dirty="0" smtClean="0"/>
              <a:t>THE DIVINITY OF HOLY SPIRIT </a:t>
            </a:r>
            <a:r>
              <a:rPr lang="ml-IN" sz="4400" b="1" dirty="0" smtClean="0"/>
              <a:t>പരിശുദ്ധാത്മാവിന്റെ </a:t>
            </a:r>
            <a:r>
              <a:rPr lang="ml-IN" sz="4400" b="1" dirty="0"/>
              <a:t>ദൈവത്വം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69578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/>
              <a:t> </a:t>
            </a:r>
            <a:r>
              <a:rPr lang="en-US" sz="4800" b="1" dirty="0" smtClean="0"/>
              <a:t>The Divinity Of Holy Spirit </a:t>
            </a:r>
            <a:r>
              <a:rPr lang="ml-IN" sz="3600" b="1" dirty="0"/>
              <a:t>പരിശുദ്ധാത്മാവിന്റെ </a:t>
            </a:r>
            <a:r>
              <a:rPr lang="ml-IN" sz="3600" b="1" dirty="0" smtClean="0"/>
              <a:t>ദൈവത്വം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706805"/>
          </a:xfrm>
        </p:spPr>
        <p:txBody>
          <a:bodyPr>
            <a:normAutofit fontScale="85000" lnSpcReduction="10000"/>
          </a:bodyPr>
          <a:lstStyle/>
          <a:p>
            <a:r>
              <a:rPr lang="en-US" sz="2100" b="1" u="sng" dirty="0" smtClean="0"/>
              <a:t>Divine Names Of Holy Spirit   </a:t>
            </a:r>
            <a:r>
              <a:rPr lang="ml-IN" sz="2100" b="1" u="sng" dirty="0" smtClean="0"/>
              <a:t>പരിശുദ്ധാത്മാവിന്റെ </a:t>
            </a:r>
            <a:r>
              <a:rPr lang="ml-IN" sz="2100" b="1" u="sng" dirty="0"/>
              <a:t>ദൈവീക നാമങ്ങൾ</a:t>
            </a:r>
            <a:endParaRPr lang="en-US" sz="2100" b="1" u="sng" dirty="0" smtClean="0"/>
          </a:p>
          <a:p>
            <a:r>
              <a:rPr lang="en-US" dirty="0" smtClean="0"/>
              <a:t>Acts 5:3,4   God  </a:t>
            </a:r>
            <a:r>
              <a:rPr lang="ml-IN" dirty="0"/>
              <a:t>ദൈവ൦</a:t>
            </a:r>
            <a:endParaRPr lang="en-US" dirty="0" smtClean="0"/>
          </a:p>
          <a:p>
            <a:r>
              <a:rPr lang="en-US" dirty="0" smtClean="0"/>
              <a:t>2Cor 3:18   Lord   </a:t>
            </a:r>
            <a:r>
              <a:rPr lang="ml-IN" dirty="0"/>
              <a:t>കർത്താവ്</a:t>
            </a:r>
            <a:endParaRPr lang="en-US" dirty="0" smtClean="0"/>
          </a:p>
          <a:p>
            <a:r>
              <a:rPr lang="en-US" sz="2100" b="1" u="sng" dirty="0" smtClean="0"/>
              <a:t>Attributes Of Holy Spirit     </a:t>
            </a:r>
            <a:r>
              <a:rPr lang="ml-IN" sz="2100" b="1" u="sng" dirty="0" smtClean="0"/>
              <a:t>പരിശുദ്ധാത്മാവിന്റെ </a:t>
            </a:r>
            <a:r>
              <a:rPr lang="ml-IN" sz="2100" b="1" u="sng" dirty="0"/>
              <a:t>ദൈവീക ലക്ഷണങ്ങൾ</a:t>
            </a:r>
            <a:endParaRPr lang="en-US" sz="2100" b="1" u="sng" dirty="0" smtClean="0"/>
          </a:p>
          <a:p>
            <a:r>
              <a:rPr lang="en-US" dirty="0" smtClean="0"/>
              <a:t>Hebrews 9:14        Eternity  </a:t>
            </a:r>
            <a:r>
              <a:rPr lang="ml-IN" dirty="0"/>
              <a:t>നിത്യത്വ൦</a:t>
            </a:r>
            <a:r>
              <a:rPr lang="en-US" dirty="0" smtClean="0"/>
              <a:t>       </a:t>
            </a:r>
          </a:p>
          <a:p>
            <a:r>
              <a:rPr lang="en-US" dirty="0" smtClean="0"/>
              <a:t>Psalms 139:7-10, John 14:16,17  Omnipresence         </a:t>
            </a:r>
            <a:r>
              <a:rPr lang="ml-IN" dirty="0"/>
              <a:t>സർവ്വവ്യാപിത്വ൦</a:t>
            </a:r>
            <a:endParaRPr lang="en-US" dirty="0" smtClean="0"/>
          </a:p>
          <a:p>
            <a:r>
              <a:rPr lang="en-US" dirty="0" smtClean="0"/>
              <a:t>Luke 1:35, Job 33:4, Gen 1:2, Exodus 35:30-35  Omnipotence </a:t>
            </a:r>
            <a:r>
              <a:rPr lang="ml-IN" dirty="0"/>
              <a:t>സർവ്വശക്തിത്വ൦</a:t>
            </a:r>
            <a:endParaRPr lang="en-US" dirty="0" smtClean="0"/>
          </a:p>
          <a:p>
            <a:r>
              <a:rPr lang="en-US" dirty="0" smtClean="0"/>
              <a:t>1Cor 2:10 – 12           Omniscience  </a:t>
            </a:r>
            <a:r>
              <a:rPr lang="ml-IN" dirty="0"/>
              <a:t>സർവ്വജ്ഞാനിത്വ൦</a:t>
            </a:r>
            <a:r>
              <a:rPr lang="en-US" dirty="0" smtClean="0"/>
              <a:t>   </a:t>
            </a:r>
          </a:p>
          <a:p>
            <a:r>
              <a:rPr lang="en-US" dirty="0" smtClean="0"/>
              <a:t>Romans 8:2               Self Existent      </a:t>
            </a:r>
            <a:r>
              <a:rPr lang="ml-IN" dirty="0"/>
              <a:t>സ്വയംഭൂ</a:t>
            </a:r>
            <a:endParaRPr lang="en-US" dirty="0" smtClean="0"/>
          </a:p>
          <a:p>
            <a:r>
              <a:rPr lang="en-US" dirty="0" smtClean="0"/>
              <a:t>Mathew 12:32          Holy                   </a:t>
            </a:r>
            <a:r>
              <a:rPr lang="ml-IN" dirty="0"/>
              <a:t>വിശുദ്ധി</a:t>
            </a:r>
            <a:endParaRPr lang="en-US" dirty="0" smtClean="0"/>
          </a:p>
          <a:p>
            <a:r>
              <a:rPr lang="en-US" dirty="0" smtClean="0"/>
              <a:t>John 14:16                Truth                  </a:t>
            </a:r>
            <a:r>
              <a:rPr lang="ml-IN" dirty="0"/>
              <a:t>സത്യം</a:t>
            </a:r>
            <a:endParaRPr lang="en-US" dirty="0" smtClean="0"/>
          </a:p>
          <a:p>
            <a:r>
              <a:rPr lang="en-US" dirty="0" smtClean="0"/>
              <a:t>Romans 5:5, Gal 5:22,   Love             </a:t>
            </a:r>
            <a:r>
              <a:rPr lang="ml-IN" dirty="0"/>
              <a:t>സ്നേഹം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35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smtClean="0"/>
              <a:t>The Holy Spirit Did The Works Of God </a:t>
            </a:r>
            <a:br>
              <a:rPr lang="en-US" sz="3200" b="1" dirty="0" smtClean="0"/>
            </a:br>
            <a:r>
              <a:rPr lang="ml-IN" sz="2400" b="1" dirty="0" smtClean="0"/>
              <a:t>ദൈവീക </a:t>
            </a:r>
            <a:r>
              <a:rPr lang="ml-IN" sz="2400" b="1" dirty="0"/>
              <a:t>പ്രവൃത്തികൾ പരിശുദ്ധാത്മാവ് ചെയ്തു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5862" cy="4195481"/>
          </a:xfrm>
        </p:spPr>
        <p:txBody>
          <a:bodyPr/>
          <a:lstStyle/>
          <a:p>
            <a:r>
              <a:rPr lang="en-US" b="1" u="sng" dirty="0" smtClean="0"/>
              <a:t>Holy Spirit Creates : </a:t>
            </a:r>
            <a:r>
              <a:rPr lang="en-US" dirty="0" smtClean="0"/>
              <a:t>Ps 115:3 </a:t>
            </a:r>
            <a:r>
              <a:rPr lang="en-US" dirty="0"/>
              <a:t>,</a:t>
            </a:r>
            <a:r>
              <a:rPr lang="en-US" dirty="0" smtClean="0"/>
              <a:t> 1Cor 12:11, Job 33:14, Ps 104:30 </a:t>
            </a:r>
            <a:r>
              <a:rPr lang="ml-IN" dirty="0"/>
              <a:t>സൃഷ്ടിക്കുന്നു</a:t>
            </a:r>
            <a:endParaRPr lang="en-US" dirty="0" smtClean="0"/>
          </a:p>
          <a:p>
            <a:r>
              <a:rPr lang="en-US" b="1" dirty="0" smtClean="0"/>
              <a:t>Holy Spirit Gives Life: </a:t>
            </a:r>
            <a:r>
              <a:rPr lang="en-US" dirty="0" smtClean="0"/>
              <a:t>Romans 8:11,John 3:5-8, 6:63, Titus 3:5 </a:t>
            </a:r>
            <a:r>
              <a:rPr lang="ml-IN" dirty="0"/>
              <a:t>ജീവൻ നല്കുന്നു</a:t>
            </a:r>
            <a:endParaRPr lang="en-US" dirty="0" smtClean="0"/>
          </a:p>
          <a:p>
            <a:r>
              <a:rPr lang="en-US" b="1" dirty="0" smtClean="0"/>
              <a:t>Holy Spirit Controls Prophecy: </a:t>
            </a:r>
            <a:r>
              <a:rPr lang="en-US" dirty="0" smtClean="0"/>
              <a:t>2Peter1:21,2Samuel 23:2,3 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ml-IN" dirty="0" smtClean="0"/>
              <a:t>പ്രവചനത്തിന്റെ </a:t>
            </a:r>
            <a:r>
              <a:rPr lang="ml-IN" dirty="0"/>
              <a:t>കർതൃത്വം വഹിക്കുന്നു</a:t>
            </a:r>
            <a:endParaRPr lang="en-US" dirty="0" smtClean="0"/>
          </a:p>
          <a:p>
            <a:r>
              <a:rPr lang="en-US" b="1" u="sng" dirty="0" smtClean="0"/>
              <a:t>Yahweh in OT is referred as Holy Spirit in NT  </a:t>
            </a:r>
            <a:r>
              <a:rPr lang="ml-IN" b="1" u="sng" dirty="0"/>
              <a:t>പഴയനിയമത്തിലെ യഹോവ പുതിയനിയമത്തിലെ പരിശുദ്ധാത്മാവിനെ കുറിക്കുന്നു</a:t>
            </a:r>
            <a:endParaRPr lang="en-US" b="1" u="sng" dirty="0" smtClean="0"/>
          </a:p>
          <a:p>
            <a:r>
              <a:rPr lang="en-US" u="sng" dirty="0" smtClean="0"/>
              <a:t>Isaiah 6:8-10</a:t>
            </a:r>
            <a:r>
              <a:rPr lang="en-US" dirty="0" smtClean="0"/>
              <a:t>  </a:t>
            </a:r>
            <a:r>
              <a:rPr lang="en-US" dirty="0"/>
              <a:t> </a:t>
            </a:r>
            <a:r>
              <a:rPr lang="en-US" dirty="0" smtClean="0"/>
              <a:t>                Acts 28:25-27</a:t>
            </a:r>
          </a:p>
          <a:p>
            <a:r>
              <a:rPr lang="en-US" u="sng" dirty="0" smtClean="0"/>
              <a:t>Jeremiah 31:33-34   </a:t>
            </a:r>
            <a:r>
              <a:rPr lang="en-US" dirty="0" smtClean="0"/>
              <a:t>      Hebrew 10:15-17</a:t>
            </a:r>
            <a:endParaRPr lang="en-US" b="1" u="sng" dirty="0" smtClean="0"/>
          </a:p>
          <a:p>
            <a:r>
              <a:rPr lang="en-US" dirty="0" smtClean="0"/>
              <a:t>Psalm78:17-21                Acts 7:51</a:t>
            </a:r>
          </a:p>
          <a:p>
            <a:r>
              <a:rPr lang="en-US" dirty="0" smtClean="0"/>
              <a:t>Exodus 16:7                    Hebrew 3:7-9        Ps 95:8-11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80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/>
              <a:t>Father, Christ and Holy Spirit Are Same 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     </a:t>
            </a:r>
            <a:r>
              <a:rPr lang="ml-IN" sz="2400" b="1" dirty="0"/>
              <a:t>ദൈവത്തിനു൦ ക്രിസ്തുവിനു൦ തുല്യമായി പരിശുദ്ധാത്മാവിനെ </a:t>
            </a:r>
            <a:r>
              <a:rPr lang="ml-IN" sz="2400" b="1" dirty="0" smtClean="0"/>
              <a:t>പറഞ്ഞിരിക്കുന്നു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Great Commission              Mathew 28:19 </a:t>
            </a:r>
            <a:r>
              <a:rPr lang="ml-IN" dirty="0"/>
              <a:t>മഹാനിയോഗത്തിൽ</a:t>
            </a:r>
            <a:endParaRPr lang="en-US" dirty="0" smtClean="0"/>
          </a:p>
          <a:p>
            <a:r>
              <a:rPr lang="en-US" dirty="0" smtClean="0"/>
              <a:t>Ministering in the Church   1Cor 12:4-6      </a:t>
            </a:r>
            <a:r>
              <a:rPr lang="ml-IN" dirty="0" smtClean="0"/>
              <a:t>കൃപാവരശുശ്രൂഷ </a:t>
            </a:r>
            <a:r>
              <a:rPr lang="ml-IN" dirty="0"/>
              <a:t>ചെയ്യുന്നതിൽ</a:t>
            </a:r>
            <a:endParaRPr lang="en-US" dirty="0" smtClean="0"/>
          </a:p>
          <a:p>
            <a:r>
              <a:rPr lang="en-US" dirty="0" smtClean="0"/>
              <a:t>In The Benediction              2Cor 13:14  </a:t>
            </a:r>
            <a:r>
              <a:rPr lang="ml-IN" dirty="0"/>
              <a:t>ആശിർവാദത്തിൽ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62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Chapter 2</a:t>
            </a:r>
            <a:br>
              <a:rPr lang="en-US" dirty="0" smtClean="0"/>
            </a:br>
            <a:r>
              <a:rPr lang="en-US" dirty="0" smtClean="0"/>
              <a:t>Symbols and Emblems of Holy Spirit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WIND       </a:t>
            </a:r>
            <a:r>
              <a:rPr lang="ml-IN" dirty="0" smtClean="0"/>
              <a:t>കാറ്റ്</a:t>
            </a:r>
            <a:endParaRPr lang="en-US" dirty="0" smtClean="0"/>
          </a:p>
          <a:p>
            <a:r>
              <a:rPr lang="en-US" dirty="0" smtClean="0"/>
              <a:t>OIL           </a:t>
            </a:r>
            <a:r>
              <a:rPr lang="ml-IN" dirty="0" smtClean="0"/>
              <a:t>എണ്ണ</a:t>
            </a:r>
            <a:endParaRPr lang="en-US" dirty="0" smtClean="0"/>
          </a:p>
          <a:p>
            <a:r>
              <a:rPr lang="en-US" dirty="0" smtClean="0"/>
              <a:t>WATER     </a:t>
            </a:r>
            <a:r>
              <a:rPr lang="ml-IN" dirty="0" smtClean="0"/>
              <a:t>വെള്ളം</a:t>
            </a:r>
            <a:endParaRPr lang="en-US" dirty="0" smtClean="0"/>
          </a:p>
          <a:p>
            <a:r>
              <a:rPr lang="en-US" dirty="0" smtClean="0"/>
              <a:t>DOVE       </a:t>
            </a:r>
            <a:r>
              <a:rPr lang="ml-IN" dirty="0" smtClean="0"/>
              <a:t>പ്രാവ്</a:t>
            </a:r>
            <a:endParaRPr lang="en-US" dirty="0" smtClean="0"/>
          </a:p>
          <a:p>
            <a:r>
              <a:rPr lang="en-US" dirty="0" smtClean="0"/>
              <a:t>FIRE          </a:t>
            </a:r>
            <a:r>
              <a:rPr lang="ml-IN" dirty="0" smtClean="0"/>
              <a:t>തീയ്</a:t>
            </a:r>
            <a:endParaRPr lang="en-US" dirty="0" smtClean="0"/>
          </a:p>
          <a:p>
            <a:r>
              <a:rPr lang="en-US" dirty="0" smtClean="0"/>
              <a:t>SEAL         </a:t>
            </a:r>
            <a:r>
              <a:rPr lang="ml-IN" dirty="0" smtClean="0"/>
              <a:t>മുദ്ര</a:t>
            </a:r>
            <a:endParaRPr lang="en-US" dirty="0" smtClean="0"/>
          </a:p>
          <a:p>
            <a:r>
              <a:rPr lang="en-US" dirty="0" smtClean="0"/>
              <a:t>MIST           </a:t>
            </a:r>
            <a:r>
              <a:rPr lang="ml-IN" dirty="0" smtClean="0"/>
              <a:t>മഞ്ഞ്</a:t>
            </a:r>
            <a:endParaRPr lang="en-US" dirty="0" smtClean="0"/>
          </a:p>
          <a:p>
            <a:r>
              <a:rPr lang="en-US" dirty="0" smtClean="0"/>
              <a:t>CLOUD      </a:t>
            </a:r>
            <a:r>
              <a:rPr lang="ml-IN" dirty="0" smtClean="0"/>
              <a:t>മേഘ൦</a:t>
            </a:r>
            <a:endParaRPr lang="en-US" dirty="0" smtClean="0"/>
          </a:p>
          <a:p>
            <a:r>
              <a:rPr lang="en-US" dirty="0" smtClean="0"/>
              <a:t>ADVANCE </a:t>
            </a:r>
            <a:r>
              <a:rPr lang="ml-IN" dirty="0"/>
              <a:t>അച്ചാരം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1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HOLY SPIRIT IN THE BIBLE  </a:t>
            </a:r>
            <a:r>
              <a:rPr lang="ml-IN" sz="2800" dirty="0"/>
              <a:t>പരിശുദ്ധാത്മാവ് വിശുദ്ധ വേദപുസ്തകത്തിൽ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026" y="1853248"/>
            <a:ext cx="8946541" cy="4195481"/>
          </a:xfrm>
        </p:spPr>
        <p:txBody>
          <a:bodyPr/>
          <a:lstStyle/>
          <a:p>
            <a:r>
              <a:rPr lang="en-US" dirty="0" smtClean="0"/>
              <a:t>TWO VIEWS : O.T AND N.T</a:t>
            </a:r>
          </a:p>
          <a:p>
            <a:r>
              <a:rPr lang="en-US" dirty="0" smtClean="0"/>
              <a:t>OLD TESTAMENT </a:t>
            </a:r>
            <a:r>
              <a:rPr lang="ml-IN" dirty="0"/>
              <a:t>പഴയനിയമം</a:t>
            </a:r>
            <a:endParaRPr lang="en-US" dirty="0" smtClean="0"/>
          </a:p>
          <a:p>
            <a:r>
              <a:rPr lang="en-US" dirty="0" smtClean="0"/>
              <a:t>GEN 1:1,2</a:t>
            </a:r>
          </a:p>
          <a:p>
            <a:r>
              <a:rPr lang="en-US" dirty="0" smtClean="0"/>
              <a:t>GEN 6:3</a:t>
            </a:r>
          </a:p>
          <a:p>
            <a:r>
              <a:rPr lang="en-US" dirty="0" smtClean="0"/>
              <a:t>TIME OF MOSSES </a:t>
            </a:r>
            <a:r>
              <a:rPr lang="ml-IN" dirty="0"/>
              <a:t>മോശയുടെ സമയത്ത്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EXODUS 31:18</a:t>
            </a:r>
          </a:p>
          <a:p>
            <a:r>
              <a:rPr lang="en-US" dirty="0" smtClean="0"/>
              <a:t>EXODUS 35:30 – 35</a:t>
            </a:r>
          </a:p>
          <a:p>
            <a:r>
              <a:rPr lang="en-US" dirty="0" smtClean="0"/>
              <a:t>PROPHETS </a:t>
            </a:r>
            <a:r>
              <a:rPr lang="ml-IN" dirty="0"/>
              <a:t>പ്രവാചകന്മാരുടെ സമയത്ത്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48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34250"/>
          </a:xfrm>
        </p:spPr>
        <p:txBody>
          <a:bodyPr/>
          <a:lstStyle/>
          <a:p>
            <a:pPr algn="ctr"/>
            <a:r>
              <a:rPr lang="en-US" dirty="0" smtClean="0"/>
              <a:t>NEW TESTAMENT  </a:t>
            </a:r>
            <a:r>
              <a:rPr lang="ml-IN" dirty="0" smtClean="0"/>
              <a:t>പുതിയനിയമം</a:t>
            </a:r>
            <a:r>
              <a:rPr lang="en-US" dirty="0" smtClean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209" y="2042446"/>
            <a:ext cx="8946541" cy="2820112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SYNOPTIC GOSPEL  </a:t>
            </a:r>
            <a:r>
              <a:rPr lang="ml-IN" sz="2400" dirty="0"/>
              <a:t>സമവീക്ഷണ സുവിശേഷങ്ങളിൽ</a:t>
            </a:r>
            <a:endParaRPr lang="en-US" sz="2400" dirty="0" smtClean="0"/>
          </a:p>
          <a:p>
            <a:r>
              <a:rPr lang="en-US" sz="2400" dirty="0" smtClean="0"/>
              <a:t>GOSPEL OF JOHN   </a:t>
            </a:r>
            <a:r>
              <a:rPr lang="ml-IN" sz="2400" dirty="0"/>
              <a:t>യോഹന്നാന്റെ സുവിശേഷത്തിൽ</a:t>
            </a:r>
            <a:endParaRPr lang="en-US" sz="2400" dirty="0" smtClean="0"/>
          </a:p>
          <a:p>
            <a:r>
              <a:rPr lang="en-US" sz="2400" dirty="0" smtClean="0"/>
              <a:t>ACTS OF THE APOSTLES </a:t>
            </a:r>
            <a:r>
              <a:rPr lang="ml-IN" sz="2400" dirty="0"/>
              <a:t>അപ്പോസ്തോല പ്രവർത്തികളിൽ</a:t>
            </a:r>
            <a:endParaRPr lang="en-US" sz="2400" dirty="0" smtClean="0"/>
          </a:p>
          <a:p>
            <a:r>
              <a:rPr lang="en-US" sz="2400" dirty="0"/>
              <a:t>PAULINE </a:t>
            </a:r>
            <a:r>
              <a:rPr lang="en-US" sz="2400" dirty="0" smtClean="0"/>
              <a:t>LETTERS   </a:t>
            </a:r>
            <a:r>
              <a:rPr lang="ml-IN" sz="2400" dirty="0"/>
              <a:t>പൌലൊസിന്റെ </a:t>
            </a:r>
            <a:r>
              <a:rPr lang="ml-IN" sz="2400" dirty="0" smtClean="0"/>
              <a:t>എഴുത്തുകളിൽ</a:t>
            </a:r>
            <a:endParaRPr lang="en-US" sz="2400" dirty="0" smtClean="0"/>
          </a:p>
          <a:p>
            <a:r>
              <a:rPr lang="en-US" sz="2400" dirty="0" smtClean="0"/>
              <a:t>CATHOLIC EPISTLES </a:t>
            </a:r>
            <a:r>
              <a:rPr lang="ml-IN" sz="2400" dirty="0"/>
              <a:t>സാർവത്രിക ലേഖനങ്ങളിൽ</a:t>
            </a:r>
            <a:endParaRPr lang="en-US" sz="2400" dirty="0" smtClean="0"/>
          </a:p>
          <a:p>
            <a:r>
              <a:rPr lang="en-US" sz="2400" dirty="0" smtClean="0"/>
              <a:t>BOOK OF REVELATION </a:t>
            </a:r>
            <a:r>
              <a:rPr lang="ml-IN" sz="2400" dirty="0"/>
              <a:t>വെളിപ്പാടു പുസ്തകത്തിൽ</a:t>
            </a:r>
            <a:endParaRPr lang="en-US" sz="2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47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162228"/>
            <a:ext cx="8825658" cy="4896740"/>
          </a:xfrm>
        </p:spPr>
        <p:txBody>
          <a:bodyPr/>
          <a:lstStyle/>
          <a:p>
            <a:pPr algn="ctr"/>
            <a:r>
              <a:rPr lang="en-US" sz="4400" dirty="0" smtClean="0"/>
              <a:t>PART 2 </a:t>
            </a:r>
            <a:br>
              <a:rPr lang="en-US" sz="4400" dirty="0" smtClean="0"/>
            </a:b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>THE WORKS OF HOLY SPIRIT  </a:t>
            </a:r>
            <a:r>
              <a:rPr lang="ml-IN" sz="3200" dirty="0"/>
              <a:t>പരിശുദ്ധാത്മാവിന്റെ പ്രവൃത്തികൾ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20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/>
              <a:t>Study in three ways 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ml-IN" sz="3600" b="1" dirty="0"/>
              <a:t>മൂന്ന് വിധത്തിൽ പഠിക്കണം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 smtClean="0"/>
              <a:t>1. In Nature              </a:t>
            </a:r>
            <a:r>
              <a:rPr lang="ml-IN" sz="2800" b="1" dirty="0" smtClean="0"/>
              <a:t>പ്രപഞ്ചത്തിൽ</a:t>
            </a:r>
            <a:endParaRPr lang="en-US" sz="2800" b="1" dirty="0" smtClean="0"/>
          </a:p>
          <a:p>
            <a:r>
              <a:rPr lang="en-US" sz="2800" b="1" dirty="0" smtClean="0"/>
              <a:t>2. In Human Beings </a:t>
            </a:r>
            <a:r>
              <a:rPr lang="ml-IN" sz="2800" b="1" dirty="0"/>
              <a:t>മനുഷ്യനിൽ</a:t>
            </a:r>
            <a:endParaRPr lang="en-US" sz="2800" b="1" dirty="0" smtClean="0"/>
          </a:p>
          <a:p>
            <a:r>
              <a:rPr lang="en-US" sz="2800" b="1" dirty="0" smtClean="0"/>
              <a:t>3. In Believers           </a:t>
            </a:r>
            <a:r>
              <a:rPr lang="ml-IN" sz="2800" b="1" dirty="0"/>
              <a:t>വിശ്വാസികളിൽ</a:t>
            </a:r>
            <a:endParaRPr lang="en-US" sz="2800" b="1" dirty="0" smtClean="0"/>
          </a:p>
          <a:p>
            <a:r>
              <a:rPr lang="en-US" dirty="0" smtClean="0"/>
              <a:t>1. </a:t>
            </a:r>
            <a:r>
              <a:rPr lang="en-US" b="1" dirty="0" smtClean="0"/>
              <a:t>Nature    </a:t>
            </a:r>
            <a:r>
              <a:rPr lang="ml-IN" b="1" dirty="0" smtClean="0"/>
              <a:t>പ്രപഞ്ചത്തിൽ</a:t>
            </a:r>
            <a:endParaRPr lang="en-US" b="1" dirty="0" smtClean="0"/>
          </a:p>
          <a:p>
            <a:r>
              <a:rPr lang="en-US" dirty="0" smtClean="0"/>
              <a:t>a. In Creation Psalm 33:6, Job 33:4, Genesis 1:1,2</a:t>
            </a:r>
          </a:p>
          <a:p>
            <a:r>
              <a:rPr lang="en-US" dirty="0" smtClean="0"/>
              <a:t>b. All living beings were created by </a:t>
            </a:r>
            <a:r>
              <a:rPr lang="en-US" dirty="0"/>
              <a:t>H</a:t>
            </a:r>
            <a:r>
              <a:rPr lang="en-US" dirty="0" smtClean="0"/>
              <a:t>oly spirit Psalm 104: 29,30</a:t>
            </a:r>
          </a:p>
          <a:p>
            <a:r>
              <a:rPr lang="en-US" dirty="0" smtClean="0"/>
              <a:t>c. Human beings were created by Holy spirit  Genesis 2:7</a:t>
            </a:r>
          </a:p>
          <a:p>
            <a:r>
              <a:rPr lang="en-US" dirty="0" smtClean="0"/>
              <a:t>d. Holy spirit takes care of all creations </a:t>
            </a:r>
          </a:p>
          <a:p>
            <a:r>
              <a:rPr lang="en-US" dirty="0" smtClean="0"/>
              <a:t>e. Order of creation, Model of creation.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988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1679" y="504203"/>
            <a:ext cx="8946541" cy="5291270"/>
          </a:xfrm>
        </p:spPr>
        <p:txBody>
          <a:bodyPr/>
          <a:lstStyle/>
          <a:p>
            <a:r>
              <a:rPr lang="en-US" sz="2800" b="1" dirty="0" smtClean="0"/>
              <a:t>2.  In human beings </a:t>
            </a:r>
            <a:r>
              <a:rPr lang="ml-IN" sz="2800" b="1" dirty="0" smtClean="0"/>
              <a:t>മനുഷ്യനിൽ</a:t>
            </a:r>
            <a:endParaRPr lang="en-US" sz="2800" b="1" dirty="0" smtClean="0"/>
          </a:p>
          <a:p>
            <a:r>
              <a:rPr lang="en-US" b="1" dirty="0" smtClean="0"/>
              <a:t>a. </a:t>
            </a:r>
            <a:r>
              <a:rPr lang="en-US" dirty="0" smtClean="0"/>
              <a:t>Holy spirit shall not strive forever: </a:t>
            </a:r>
            <a:r>
              <a:rPr lang="ml-IN" dirty="0" smtClean="0"/>
              <a:t>മനുഷ്യനിൽഎന്റെ </a:t>
            </a:r>
            <a:r>
              <a:rPr lang="ml-IN" dirty="0"/>
              <a:t>ആത്മാവ് സദാകാലവും </a:t>
            </a:r>
            <a:r>
              <a:rPr lang="ml-IN" dirty="0" smtClean="0"/>
              <a:t>വാദിച്ചതുകൊണ്ടിരിക്കുകയില്ല</a:t>
            </a:r>
            <a:r>
              <a:rPr lang="en-US" dirty="0" smtClean="0"/>
              <a:t> Gen 3:6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 Enoch and Noah Preached, but judgment came upon them</a:t>
            </a:r>
          </a:p>
          <a:p>
            <a:r>
              <a:rPr lang="en-US" dirty="0" smtClean="0"/>
              <a:t>b. Correct the people      </a:t>
            </a:r>
            <a:r>
              <a:rPr lang="ml-IN" dirty="0"/>
              <a:t>ബോധം </a:t>
            </a:r>
            <a:r>
              <a:rPr lang="ml-IN" dirty="0" smtClean="0"/>
              <a:t>വരുത്തുന്നു</a:t>
            </a:r>
            <a:r>
              <a:rPr lang="en-US" dirty="0" smtClean="0"/>
              <a:t> John 16: 8 – 11</a:t>
            </a:r>
          </a:p>
          <a:p>
            <a:r>
              <a:rPr lang="en-US" dirty="0" smtClean="0"/>
              <a:t>Of sin                    </a:t>
            </a:r>
            <a:r>
              <a:rPr lang="ml-IN" dirty="0"/>
              <a:t>പാപത്തെക്കുറിച്ച്</a:t>
            </a:r>
            <a:endParaRPr lang="en-US" dirty="0" smtClean="0"/>
          </a:p>
          <a:p>
            <a:r>
              <a:rPr lang="en-US" dirty="0" smtClean="0"/>
              <a:t>Of righteousness </a:t>
            </a:r>
            <a:r>
              <a:rPr lang="ml-IN" dirty="0" smtClean="0"/>
              <a:t>നീതിയെക്കുറിച്ച്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Of judgment       </a:t>
            </a:r>
            <a:r>
              <a:rPr lang="ml-IN" dirty="0" smtClean="0"/>
              <a:t>ന്യായവിധിയെക്കുറിച്ച്</a:t>
            </a:r>
            <a:r>
              <a:rPr lang="en-US" dirty="0" smtClean="0"/>
              <a:t>.</a:t>
            </a:r>
          </a:p>
          <a:p>
            <a:r>
              <a:rPr lang="en-US" dirty="0" smtClean="0"/>
              <a:t>c. Witnessing Christ </a:t>
            </a:r>
            <a:r>
              <a:rPr lang="ml-IN" dirty="0"/>
              <a:t>ക്രിസ്തുവിനെക്കുറിച്ച് സാക്ഷ്യം </a:t>
            </a:r>
            <a:r>
              <a:rPr lang="ml-IN" dirty="0" smtClean="0"/>
              <a:t>പറയുന്നു</a:t>
            </a:r>
            <a:endParaRPr lang="en-US" dirty="0" smtClean="0"/>
          </a:p>
          <a:p>
            <a:r>
              <a:rPr lang="en-US" dirty="0" smtClean="0"/>
              <a:t>John 15: 26,27</a:t>
            </a:r>
          </a:p>
          <a:p>
            <a:r>
              <a:rPr lang="en-US" dirty="0" smtClean="0"/>
              <a:t>Acts 5 : 30 - 32</a:t>
            </a:r>
          </a:p>
        </p:txBody>
      </p:sp>
    </p:spTree>
    <p:extLst>
      <p:ext uri="{BB962C8B-B14F-4D97-AF65-F5344CB8AC3E}">
        <p14:creationId xmlns:p14="http://schemas.microsoft.com/office/powerpoint/2010/main" val="77183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6400" y="205099"/>
            <a:ext cx="8946541" cy="6152971"/>
          </a:xfrm>
        </p:spPr>
        <p:txBody>
          <a:bodyPr>
            <a:normAutofit/>
          </a:bodyPr>
          <a:lstStyle/>
          <a:p>
            <a:r>
              <a:rPr lang="en-US" sz="2800" b="1" dirty="0"/>
              <a:t>3. In believers    </a:t>
            </a:r>
            <a:r>
              <a:rPr lang="ml-IN" sz="2800" b="1" dirty="0" smtClean="0"/>
              <a:t>വിശ്വാസികളിൽ</a:t>
            </a:r>
            <a:endParaRPr lang="en-US" sz="2800" b="1" dirty="0" smtClean="0"/>
          </a:p>
          <a:p>
            <a:r>
              <a:rPr lang="en-US" dirty="0" smtClean="0"/>
              <a:t>A. Born </a:t>
            </a:r>
            <a:r>
              <a:rPr lang="en-US" dirty="0"/>
              <a:t>again happened John 3:3 – 5  </a:t>
            </a:r>
            <a:r>
              <a:rPr lang="ml-IN" dirty="0"/>
              <a:t>പുതുജനന൦ സാധിക്കും</a:t>
            </a:r>
            <a:endParaRPr lang="en-US" dirty="0"/>
          </a:p>
          <a:p>
            <a:r>
              <a:rPr lang="en-US" dirty="0" smtClean="0"/>
              <a:t>B. Free from the law of sin and death  </a:t>
            </a:r>
            <a:r>
              <a:rPr lang="ml-IN" dirty="0"/>
              <a:t>പാപത്തിന്റേയും </a:t>
            </a:r>
            <a:r>
              <a:rPr lang="ml-IN" dirty="0" smtClean="0"/>
              <a:t>മരണത്തിന്റേയു൦</a:t>
            </a:r>
            <a:r>
              <a:rPr lang="en-US" dirty="0" smtClean="0"/>
              <a:t> </a:t>
            </a:r>
            <a:r>
              <a:rPr lang="ml-IN" dirty="0" smtClean="0"/>
              <a:t>പ്രമാണത്തിൽ</a:t>
            </a:r>
            <a:r>
              <a:rPr lang="en-US" dirty="0" smtClean="0"/>
              <a:t> </a:t>
            </a:r>
            <a:r>
              <a:rPr lang="ml-IN" dirty="0" smtClean="0"/>
              <a:t>നിന്നുള്ള</a:t>
            </a:r>
            <a:r>
              <a:rPr lang="en-US" dirty="0" smtClean="0"/>
              <a:t> </a:t>
            </a:r>
            <a:r>
              <a:rPr lang="ml-IN" dirty="0" smtClean="0"/>
              <a:t>മോചനം</a:t>
            </a:r>
            <a:r>
              <a:rPr lang="en-US" dirty="0" smtClean="0"/>
              <a:t> Romans 8:2</a:t>
            </a:r>
          </a:p>
          <a:p>
            <a:r>
              <a:rPr lang="en-US" dirty="0" smtClean="0"/>
              <a:t>C. Strengthening inner man  Ephesians 3: 16</a:t>
            </a:r>
          </a:p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ml-IN" dirty="0" smtClean="0"/>
              <a:t>അകത്തെ </a:t>
            </a:r>
            <a:r>
              <a:rPr lang="ml-IN" dirty="0"/>
              <a:t>മനുഷ്യനെ </a:t>
            </a:r>
            <a:r>
              <a:rPr lang="ml-IN" dirty="0" smtClean="0"/>
              <a:t>ശക്തിപ്പെടുത്തുന്നു</a:t>
            </a:r>
            <a:r>
              <a:rPr lang="en-US" dirty="0" smtClean="0"/>
              <a:t>.</a:t>
            </a:r>
          </a:p>
          <a:p>
            <a:r>
              <a:rPr lang="en-US" dirty="0" smtClean="0"/>
              <a:t>D. Became children of God Romans 8:14 </a:t>
            </a:r>
            <a:r>
              <a:rPr lang="ml-IN" dirty="0"/>
              <a:t>ദൈവമക്കളാകുന്നു</a:t>
            </a:r>
            <a:endParaRPr lang="en-US" dirty="0" smtClean="0"/>
          </a:p>
          <a:p>
            <a:r>
              <a:rPr lang="en-US" dirty="0" smtClean="0"/>
              <a:t>E.  Gives life to our mortal body Romans 8: 11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ml-IN" dirty="0"/>
              <a:t>മൃതശരീരങ്ങൾ ഉയിർത്തെഴുന്നേൽക്കു൦</a:t>
            </a:r>
            <a:r>
              <a:rPr lang="en-US" dirty="0" smtClean="0"/>
              <a:t> </a:t>
            </a:r>
          </a:p>
          <a:p>
            <a:r>
              <a:rPr lang="en-US" dirty="0"/>
              <a:t> </a:t>
            </a:r>
            <a:r>
              <a:rPr lang="en-US" dirty="0" smtClean="0"/>
              <a:t>F. Sanctification  2Thesselonians 2:13   </a:t>
            </a:r>
            <a:r>
              <a:rPr lang="ml-IN" dirty="0"/>
              <a:t>വിശുദ്ധീകരണത്തിൽ</a:t>
            </a:r>
            <a:r>
              <a:rPr lang="en-US" dirty="0" smtClean="0"/>
              <a:t> </a:t>
            </a:r>
          </a:p>
          <a:p>
            <a:r>
              <a:rPr lang="en-US" dirty="0" smtClean="0"/>
              <a:t>Positional   Sanctification  </a:t>
            </a:r>
            <a:r>
              <a:rPr lang="en-US" dirty="0"/>
              <a:t>Heb10:10</a:t>
            </a:r>
            <a:endParaRPr lang="en-US" dirty="0" smtClean="0"/>
          </a:p>
          <a:p>
            <a:r>
              <a:rPr lang="en-US" dirty="0" smtClean="0"/>
              <a:t>Progressive Sanctification  2Cor 7:1</a:t>
            </a:r>
            <a:endParaRPr lang="en-US" dirty="0"/>
          </a:p>
          <a:p>
            <a:r>
              <a:rPr lang="en-US" dirty="0" smtClean="0"/>
              <a:t>Perfect Sanctification     1John 3:1 – 3, Philippians 3:21, 1Cor 15:35 -50</a:t>
            </a:r>
            <a:endParaRPr lang="en-US" dirty="0"/>
          </a:p>
          <a:p>
            <a:endParaRPr lang="en-US" sz="2800" dirty="0"/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391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HOLY SPIRIT BAPTISM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Holy spirit baptism</a:t>
            </a:r>
          </a:p>
          <a:p>
            <a:r>
              <a:rPr lang="en-US" dirty="0" smtClean="0"/>
              <a:t>Mat 3:11, Mk 1:8, </a:t>
            </a:r>
            <a:r>
              <a:rPr lang="en-US" dirty="0" err="1" smtClean="0"/>
              <a:t>Lk</a:t>
            </a:r>
            <a:r>
              <a:rPr lang="en-US" dirty="0" smtClean="0"/>
              <a:t> 3:16 </a:t>
            </a:r>
            <a:r>
              <a:rPr lang="en-US" dirty="0" err="1" smtClean="0"/>
              <a:t>Jn</a:t>
            </a:r>
            <a:r>
              <a:rPr lang="en-US" dirty="0" smtClean="0"/>
              <a:t> 1:33, Acts 1:5, 11:16, 1Cor 12:13.</a:t>
            </a:r>
          </a:p>
          <a:p>
            <a:r>
              <a:rPr lang="en-US" dirty="0" smtClean="0"/>
              <a:t>Holy spirit filling : Acts 2:4, 9:17,  </a:t>
            </a:r>
          </a:p>
          <a:p>
            <a:r>
              <a:rPr lang="en-US" dirty="0" smtClean="0"/>
              <a:t>Holy spirit came</a:t>
            </a:r>
          </a:p>
          <a:p>
            <a:r>
              <a:rPr lang="en-US" dirty="0" smtClean="0"/>
              <a:t>Holy spirit fell on</a:t>
            </a:r>
          </a:p>
          <a:p>
            <a:r>
              <a:rPr lang="en-US" dirty="0" smtClean="0"/>
              <a:t>Holy spirit’s outpouring : Joel 2:28,29 Acts 2:7,18</a:t>
            </a:r>
          </a:p>
          <a:p>
            <a:r>
              <a:rPr lang="en-US" dirty="0" smtClean="0"/>
              <a:t>Acts 2:1- 4, 8: 14, 10: 44, 19: 6.</a:t>
            </a:r>
          </a:p>
          <a:p>
            <a:r>
              <a:rPr lang="en-US" dirty="0" smtClean="0"/>
              <a:t>HOLY SPIRIT ANOINTING.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22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0" y="444172"/>
            <a:ext cx="9404723" cy="1400530"/>
          </a:xfrm>
        </p:spPr>
        <p:txBody>
          <a:bodyPr/>
          <a:lstStyle/>
          <a:p>
            <a:pPr algn="ctr"/>
            <a:r>
              <a:rPr lang="en-US" dirty="0" smtClean="0"/>
              <a:t>The Purpose Of Holy Spirit Baptism </a:t>
            </a:r>
            <a:r>
              <a:rPr lang="ml-IN" sz="2800" dirty="0"/>
              <a:t>പരിശുദ്ധാത്മ സ്നാനത്തിന്റെ </a:t>
            </a:r>
            <a:r>
              <a:rPr lang="ml-IN" sz="2800" dirty="0" smtClean="0"/>
              <a:t>ഉദ്ദേശങ്ങൾ</a:t>
            </a:r>
            <a:r>
              <a:rPr lang="en-US" sz="2800" dirty="0" smtClean="0"/>
              <a:t>                         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For Defending The Christian Faith Acts 4: 8,12.                          </a:t>
            </a:r>
            <a:r>
              <a:rPr lang="ml-IN" dirty="0" smtClean="0"/>
              <a:t>ക്രിസ്തീയ </a:t>
            </a:r>
            <a:r>
              <a:rPr lang="ml-IN" dirty="0"/>
              <a:t>വിശ്വാസം പരിരക്ഷിക്കുക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For Preaching The Word With Boldness Acts 4:30,31                       </a:t>
            </a:r>
            <a:r>
              <a:rPr lang="ml-IN" dirty="0" smtClean="0"/>
              <a:t>വചനം </a:t>
            </a:r>
            <a:r>
              <a:rPr lang="ml-IN" dirty="0"/>
              <a:t>പൂർണ്ണ ധൈര്യത്തോടെ പ്രസംഗിക്കുവാൻ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For Endurance in the midst of persecutions Acts 7: 55, 13:52    </a:t>
            </a:r>
            <a:r>
              <a:rPr lang="ml-IN" dirty="0" smtClean="0"/>
              <a:t>പീഡനത്തിന്റെ</a:t>
            </a:r>
            <a:r>
              <a:rPr lang="en-US" dirty="0" smtClean="0"/>
              <a:t> </a:t>
            </a:r>
            <a:r>
              <a:rPr lang="ml-IN" dirty="0" smtClean="0"/>
              <a:t>നടുവിൽ</a:t>
            </a:r>
            <a:r>
              <a:rPr lang="en-US" dirty="0" smtClean="0"/>
              <a:t> </a:t>
            </a:r>
            <a:r>
              <a:rPr lang="ml-IN" dirty="0" smtClean="0"/>
              <a:t>സഹിഷ്ണുതയോടെ</a:t>
            </a:r>
            <a:r>
              <a:rPr lang="en-US" dirty="0" smtClean="0"/>
              <a:t> </a:t>
            </a:r>
            <a:r>
              <a:rPr lang="ml-IN" dirty="0" smtClean="0"/>
              <a:t>നിൽക്കുവാൻ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For Leading a Holy life : 1Pet 1:2, Rom 8:6, </a:t>
            </a:r>
            <a:r>
              <a:rPr lang="en-US" dirty="0" err="1" smtClean="0"/>
              <a:t>Eph</a:t>
            </a:r>
            <a:r>
              <a:rPr lang="en-US" dirty="0" smtClean="0"/>
              <a:t> 4: 23,24,31            </a:t>
            </a:r>
            <a:r>
              <a:rPr lang="ml-IN" dirty="0"/>
              <a:t>വിശുദ്ധ ജീവിതം നയിക്കാൻ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For the growth and the maturity of Christian life : John 7: 37,38 </a:t>
            </a:r>
            <a:r>
              <a:rPr lang="ml-IN" dirty="0"/>
              <a:t>ക്രിസ്തീയ ജീവിതത്തിന്റെ വളർച്ചയ്ക്കും പക്വതയ്ക്കു൦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For worship and fellowship : </a:t>
            </a:r>
            <a:r>
              <a:rPr lang="en-US" dirty="0" err="1" smtClean="0"/>
              <a:t>Eph</a:t>
            </a:r>
            <a:r>
              <a:rPr lang="en-US" dirty="0" smtClean="0"/>
              <a:t> 5: 18-21, 2Timothy 1:7    </a:t>
            </a:r>
            <a:r>
              <a:rPr lang="ml-IN" dirty="0"/>
              <a:t>ആരാധനയ്ക്കും കൂട്ടായ്മയ്ക്ക് വേണ്ടി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To subdue the power of Satan : Acts 13: 5 -12, </a:t>
            </a:r>
            <a:r>
              <a:rPr lang="en-US" dirty="0" err="1" smtClean="0"/>
              <a:t>Eph</a:t>
            </a:r>
            <a:r>
              <a:rPr lang="en-US" dirty="0" smtClean="0"/>
              <a:t> 6: 11,12  </a:t>
            </a:r>
            <a:r>
              <a:rPr lang="ml-IN" dirty="0"/>
              <a:t>പിശാചിന്റെ ശക്തിയെ കീഴ്പ്പെടുത്തുവാൻ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72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Gifts Of The Holy Spirit </a:t>
            </a:r>
            <a:r>
              <a:rPr lang="ml-IN" sz="3200" dirty="0"/>
              <a:t>പരിശുദ്ധാത്മാവിന്റെ വരങ്ങൾ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2906" y="2030130"/>
            <a:ext cx="8946541" cy="4195481"/>
          </a:xfrm>
        </p:spPr>
        <p:txBody>
          <a:bodyPr/>
          <a:lstStyle/>
          <a:p>
            <a:r>
              <a:rPr lang="en-US" dirty="0" smtClean="0"/>
              <a:t>Terminologies</a:t>
            </a:r>
          </a:p>
          <a:p>
            <a:r>
              <a:rPr lang="en-US" dirty="0" smtClean="0"/>
              <a:t>Charismata (Greek) </a:t>
            </a:r>
            <a:r>
              <a:rPr lang="ml-IN" dirty="0"/>
              <a:t>കൃപാവരങ്ങൾ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Pneumatika</a:t>
            </a:r>
            <a:r>
              <a:rPr lang="en-US" dirty="0" smtClean="0"/>
              <a:t> (Greek) </a:t>
            </a:r>
            <a:r>
              <a:rPr lang="ml-IN" dirty="0"/>
              <a:t>ആത്മീയ </a:t>
            </a:r>
            <a:r>
              <a:rPr lang="ml-IN" dirty="0" smtClean="0"/>
              <a:t>വരങ്ങൾ</a:t>
            </a:r>
            <a:endParaRPr lang="en-US" dirty="0" smtClean="0"/>
          </a:p>
          <a:p>
            <a:r>
              <a:rPr lang="en-US" dirty="0" smtClean="0"/>
              <a:t>Definition </a:t>
            </a:r>
            <a:r>
              <a:rPr lang="ml-IN" dirty="0" smtClean="0"/>
              <a:t>നിർവചനം</a:t>
            </a:r>
            <a:endParaRPr lang="en-US" dirty="0" smtClean="0"/>
          </a:p>
          <a:p>
            <a:r>
              <a:rPr lang="ml-IN" dirty="0"/>
              <a:t>സഭയുടെ ആരോഗ്യപരമായ വളർച്ചയ്ക്കും ആത്മീയ അഭിവൃദ്ധിയ്ക്കും വേണ്ടി സ്വഭാവിക കഴിവുകൾക്കതീതമായി പകരപ്പെടുന്ന പരിശുദ്ധാത്മാവിന്റെ പ്രകാശനമാണ് </a:t>
            </a:r>
            <a:r>
              <a:rPr lang="ml-IN" dirty="0" smtClean="0"/>
              <a:t>കൃപാവരങ്ങൾ</a:t>
            </a:r>
            <a:endParaRPr lang="en-US" dirty="0" smtClean="0"/>
          </a:p>
          <a:p>
            <a:r>
              <a:rPr lang="en-US" dirty="0" smtClean="0"/>
              <a:t>Importance </a:t>
            </a:r>
            <a:r>
              <a:rPr lang="ml-IN" dirty="0" smtClean="0"/>
              <a:t>പ്രാധാന്യം</a:t>
            </a:r>
            <a:endParaRPr lang="en-US" dirty="0" smtClean="0"/>
          </a:p>
          <a:p>
            <a:r>
              <a:rPr lang="en-US" dirty="0" smtClean="0"/>
              <a:t>1Cor 1:7, 12:1, </a:t>
            </a:r>
            <a:r>
              <a:rPr lang="en-US" dirty="0" err="1" smtClean="0"/>
              <a:t>Eph</a:t>
            </a:r>
            <a:r>
              <a:rPr lang="en-US" dirty="0" smtClean="0"/>
              <a:t> 4: 7, 1Pet 4:10, Rom 12: 6, 2Timothy1:6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43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125" y="786213"/>
            <a:ext cx="8946541" cy="5734228"/>
          </a:xfrm>
        </p:spPr>
        <p:txBody>
          <a:bodyPr/>
          <a:lstStyle/>
          <a:p>
            <a:r>
              <a:rPr lang="en-US" dirty="0" smtClean="0"/>
              <a:t>Who gives gifts of Holy Spirit</a:t>
            </a:r>
          </a:p>
          <a:p>
            <a:r>
              <a:rPr lang="ml-IN" dirty="0" smtClean="0"/>
              <a:t>കൃപാവരങ്ങൾ</a:t>
            </a:r>
            <a:r>
              <a:rPr lang="en-US" dirty="0" smtClean="0"/>
              <a:t> </a:t>
            </a:r>
            <a:r>
              <a:rPr lang="ml-IN" dirty="0" smtClean="0"/>
              <a:t>നൽകുന്നത്</a:t>
            </a:r>
            <a:r>
              <a:rPr lang="en-US" dirty="0" smtClean="0"/>
              <a:t> </a:t>
            </a:r>
            <a:r>
              <a:rPr lang="ml-IN" dirty="0" smtClean="0"/>
              <a:t>ആരാണ്</a:t>
            </a:r>
            <a:r>
              <a:rPr lang="en-US" dirty="0" smtClean="0"/>
              <a:t> : 1Corinthians 12: 4,5,6</a:t>
            </a:r>
          </a:p>
          <a:p>
            <a:r>
              <a:rPr lang="ml-IN" dirty="0" smtClean="0"/>
              <a:t>ആത്മാവ്</a:t>
            </a:r>
            <a:r>
              <a:rPr lang="en-US" dirty="0" smtClean="0"/>
              <a:t>, </a:t>
            </a:r>
            <a:r>
              <a:rPr lang="ml-IN" dirty="0" smtClean="0"/>
              <a:t>കർത്താവ്</a:t>
            </a:r>
            <a:r>
              <a:rPr lang="en-US" dirty="0" smtClean="0"/>
              <a:t>, </a:t>
            </a:r>
            <a:r>
              <a:rPr lang="ml-IN" dirty="0" smtClean="0"/>
              <a:t>ദൈവ൦</a:t>
            </a:r>
            <a:r>
              <a:rPr lang="en-US" dirty="0" smtClean="0"/>
              <a:t> = </a:t>
            </a:r>
            <a:r>
              <a:rPr lang="ml-IN" dirty="0" smtClean="0"/>
              <a:t>ത്രീയേക</a:t>
            </a:r>
            <a:r>
              <a:rPr lang="en-US" dirty="0" smtClean="0"/>
              <a:t> </a:t>
            </a:r>
            <a:r>
              <a:rPr lang="ml-IN" dirty="0" smtClean="0"/>
              <a:t>ദൈവ൦</a:t>
            </a:r>
            <a:r>
              <a:rPr lang="en-US" dirty="0" smtClean="0"/>
              <a:t> Triune God</a:t>
            </a:r>
          </a:p>
          <a:p>
            <a:r>
              <a:rPr lang="en-US" dirty="0" smtClean="0"/>
              <a:t>The purpose of gifts : </a:t>
            </a:r>
            <a:r>
              <a:rPr lang="ml-IN" dirty="0" smtClean="0"/>
              <a:t>കൃപാവരങ്ങളുടെ</a:t>
            </a:r>
            <a:r>
              <a:rPr lang="en-US" dirty="0" smtClean="0"/>
              <a:t> </a:t>
            </a:r>
            <a:r>
              <a:rPr lang="ml-IN" dirty="0" smtClean="0"/>
              <a:t>ഉദ്ദേശം</a:t>
            </a:r>
            <a:endParaRPr lang="en-US" dirty="0" smtClean="0"/>
          </a:p>
          <a:p>
            <a:r>
              <a:rPr lang="en-US" dirty="0" smtClean="0"/>
              <a:t>Charismata (</a:t>
            </a:r>
            <a:r>
              <a:rPr lang="en-US" dirty="0" err="1" smtClean="0"/>
              <a:t>Gk</a:t>
            </a:r>
            <a:r>
              <a:rPr lang="en-US" dirty="0" smtClean="0"/>
              <a:t>)  = </a:t>
            </a:r>
            <a:r>
              <a:rPr lang="ml-IN" dirty="0" smtClean="0"/>
              <a:t>കൃപാവരങ്ങൾ</a:t>
            </a:r>
            <a:endParaRPr lang="en-US" dirty="0" smtClean="0"/>
          </a:p>
          <a:p>
            <a:r>
              <a:rPr lang="en-US" dirty="0" err="1" smtClean="0"/>
              <a:t>Diakonai</a:t>
            </a:r>
            <a:r>
              <a:rPr lang="en-US" dirty="0" smtClean="0"/>
              <a:t> (</a:t>
            </a:r>
            <a:r>
              <a:rPr lang="en-US" dirty="0" err="1" smtClean="0"/>
              <a:t>Gk</a:t>
            </a:r>
            <a:r>
              <a:rPr lang="en-US" dirty="0" smtClean="0"/>
              <a:t> )      = </a:t>
            </a:r>
            <a:r>
              <a:rPr lang="ml-IN" dirty="0" smtClean="0"/>
              <a:t>ശുശ്രൂഷകൾ</a:t>
            </a:r>
            <a:endParaRPr lang="en-US" dirty="0" smtClean="0"/>
          </a:p>
          <a:p>
            <a:r>
              <a:rPr lang="en-US" dirty="0" err="1" smtClean="0"/>
              <a:t>Energemata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Gk</a:t>
            </a:r>
            <a:r>
              <a:rPr lang="en-US" dirty="0" smtClean="0"/>
              <a:t>) = </a:t>
            </a:r>
            <a:r>
              <a:rPr lang="ml-IN" dirty="0"/>
              <a:t>വീര്യപ്രവർത്തികൾ</a:t>
            </a:r>
            <a:endParaRPr lang="en-US" dirty="0" smtClean="0"/>
          </a:p>
          <a:p>
            <a:r>
              <a:rPr lang="en-US" dirty="0" smtClean="0"/>
              <a:t>1Cor 12:7    For the Profit of All    </a:t>
            </a:r>
            <a:r>
              <a:rPr lang="ml-IN" dirty="0" smtClean="0"/>
              <a:t>പൊതു</a:t>
            </a:r>
            <a:r>
              <a:rPr lang="en-US" dirty="0" smtClean="0"/>
              <a:t> </a:t>
            </a:r>
            <a:r>
              <a:rPr lang="ml-IN" dirty="0" smtClean="0"/>
              <a:t>പ്രയോജനത്തിന്നായി</a:t>
            </a:r>
            <a:endParaRPr lang="en-US" dirty="0" smtClean="0"/>
          </a:p>
          <a:p>
            <a:r>
              <a:rPr lang="en-US" dirty="0" smtClean="0"/>
              <a:t>1Peter 4:10 Minister it to one another </a:t>
            </a:r>
            <a:r>
              <a:rPr lang="ml-IN" sz="1600" dirty="0" smtClean="0"/>
              <a:t>അന്യോന്യം</a:t>
            </a:r>
            <a:r>
              <a:rPr lang="en-US" sz="1600" dirty="0" smtClean="0"/>
              <a:t> </a:t>
            </a:r>
            <a:r>
              <a:rPr lang="ml-IN" sz="1600" dirty="0" smtClean="0"/>
              <a:t>ശുശ്രൂഷിക്കേണ്ടതിനായ്</a:t>
            </a:r>
            <a:endParaRPr lang="en-US" sz="1600" dirty="0" smtClean="0"/>
          </a:p>
          <a:p>
            <a:r>
              <a:rPr lang="en-US" sz="1600" dirty="0" smtClean="0"/>
              <a:t>1Cor 12:11    But one and the same spirit works all these things distributing to each one individually as  He wills;</a:t>
            </a:r>
          </a:p>
          <a:p>
            <a:r>
              <a:rPr lang="en-US" sz="1600" dirty="0" smtClean="0"/>
              <a:t> </a:t>
            </a:r>
            <a:r>
              <a:rPr lang="ml-IN" sz="1600" dirty="0"/>
              <a:t>എന്നാൽ ഇതെല്ലാം പ്രവൃത്തിക്കുന്നത് താൻ ഇച്ഛിക്കുംപോലെ അവനവന്നു അതതു വരം പകുത്തുകൊടുക്കുന്ന ഒരേ ആത്മാവു തന്നേ</a:t>
            </a:r>
            <a:endParaRPr lang="en-US" sz="1600" dirty="0" smtClean="0"/>
          </a:p>
          <a:p>
            <a:endParaRPr lang="en-US" sz="16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76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gifts </a:t>
            </a:r>
            <a:r>
              <a:rPr lang="ml-IN" sz="3200" dirty="0" smtClean="0"/>
              <a:t>വിവിധ</a:t>
            </a:r>
            <a:r>
              <a:rPr lang="en-US" sz="3200" dirty="0" smtClean="0"/>
              <a:t> </a:t>
            </a:r>
            <a:r>
              <a:rPr lang="ml-IN" sz="3200" dirty="0" smtClean="0"/>
              <a:t>വരങ്ങൾ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smtClean="0"/>
              <a:t>1Corinthians </a:t>
            </a:r>
            <a:r>
              <a:rPr lang="en-US" sz="2400" b="1" dirty="0"/>
              <a:t>12</a:t>
            </a:r>
            <a:r>
              <a:rPr lang="en-US" sz="2400" b="1" dirty="0" smtClean="0"/>
              <a:t>: 8 </a:t>
            </a:r>
            <a:r>
              <a:rPr lang="en-US" sz="2400" b="1" dirty="0"/>
              <a:t>– </a:t>
            </a:r>
            <a:r>
              <a:rPr lang="en-US" sz="2400" b="1" dirty="0" smtClean="0"/>
              <a:t>10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Word of wisdom  </a:t>
            </a:r>
            <a:r>
              <a:rPr lang="ml-IN" dirty="0"/>
              <a:t>ജ്ഞാനത്തിന്റെ വചനം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Word of knowledge </a:t>
            </a:r>
            <a:r>
              <a:rPr lang="ml-IN" dirty="0"/>
              <a:t>പരിജ്ഞാനത്തിന്റെ വചനം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Faith   </a:t>
            </a:r>
            <a:r>
              <a:rPr lang="ml-IN" dirty="0"/>
              <a:t>വിശ്വാസവര൦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Healings </a:t>
            </a:r>
            <a:r>
              <a:rPr lang="ml-IN" dirty="0" smtClean="0"/>
              <a:t>രോഗശാന്തി</a:t>
            </a:r>
            <a:r>
              <a:rPr lang="en-US" dirty="0" smtClean="0"/>
              <a:t> </a:t>
            </a:r>
            <a:r>
              <a:rPr lang="ml-IN" dirty="0" smtClean="0"/>
              <a:t>വര൦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Miracles  </a:t>
            </a:r>
            <a:r>
              <a:rPr lang="ml-IN" dirty="0"/>
              <a:t>വീര്യപ്രവർത്തികൾ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Prophecy  </a:t>
            </a:r>
            <a:r>
              <a:rPr lang="ml-IN" dirty="0"/>
              <a:t>പ്രവചനം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Discerning of spirits </a:t>
            </a:r>
            <a:r>
              <a:rPr lang="ml-IN" dirty="0" smtClean="0"/>
              <a:t>ആത്മാക്കളുടെ</a:t>
            </a:r>
            <a:r>
              <a:rPr lang="en-US" dirty="0" smtClean="0"/>
              <a:t> </a:t>
            </a:r>
            <a:r>
              <a:rPr lang="ml-IN" dirty="0" smtClean="0"/>
              <a:t>വിവേചനം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Different tongues   </a:t>
            </a:r>
            <a:r>
              <a:rPr lang="ml-IN" dirty="0" smtClean="0"/>
              <a:t>വിവിധ</a:t>
            </a:r>
            <a:r>
              <a:rPr lang="en-US" dirty="0" smtClean="0"/>
              <a:t> </a:t>
            </a:r>
            <a:r>
              <a:rPr lang="ml-IN" dirty="0" smtClean="0"/>
              <a:t>ഭാഷകൾ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Interpretation of tongues </a:t>
            </a:r>
            <a:r>
              <a:rPr lang="ml-IN" dirty="0" smtClean="0"/>
              <a:t>ഭാഷകളുടെ</a:t>
            </a:r>
            <a:r>
              <a:rPr lang="en-US" dirty="0" smtClean="0"/>
              <a:t> </a:t>
            </a:r>
            <a:r>
              <a:rPr lang="ml-IN" dirty="0" smtClean="0"/>
              <a:t>വൃാഖൃാന൦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86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30736"/>
            <a:ext cx="8946541" cy="60176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sz="2600" b="1" dirty="0" smtClean="0"/>
              <a:t>1Corinthians 12: 28 b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10.  </a:t>
            </a:r>
            <a:r>
              <a:rPr lang="en-IN" dirty="0" smtClean="0"/>
              <a:t>Gifts of Helps  </a:t>
            </a:r>
            <a:r>
              <a:rPr lang="ml-IN" dirty="0" smtClean="0"/>
              <a:t>സഹായം</a:t>
            </a:r>
            <a:r>
              <a:rPr lang="en-US" dirty="0" smtClean="0"/>
              <a:t> </a:t>
            </a:r>
            <a:r>
              <a:rPr lang="ml-IN" dirty="0" smtClean="0"/>
              <a:t>ചെയ്യുവാനുള്ള</a:t>
            </a:r>
            <a:r>
              <a:rPr lang="en-US" dirty="0" smtClean="0"/>
              <a:t> </a:t>
            </a:r>
            <a:r>
              <a:rPr lang="ml-IN" dirty="0" smtClean="0"/>
              <a:t>വര൦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11.  Gifts of Administration </a:t>
            </a:r>
            <a:r>
              <a:rPr lang="ml-IN" dirty="0" smtClean="0"/>
              <a:t>പരിപാലന</a:t>
            </a:r>
            <a:r>
              <a:rPr lang="en-US" dirty="0" smtClean="0"/>
              <a:t> </a:t>
            </a:r>
            <a:r>
              <a:rPr lang="ml-IN" dirty="0" smtClean="0"/>
              <a:t>വര൦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</a:t>
            </a:r>
            <a:r>
              <a:rPr lang="en-US" sz="2600" b="1" dirty="0" smtClean="0"/>
              <a:t>Ephesians 4: 7 – 11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12.  Apostles     </a:t>
            </a:r>
            <a:r>
              <a:rPr lang="ml-IN" dirty="0"/>
              <a:t>അപ്പോസ്തോലൻമാർ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13.  Prophets    </a:t>
            </a:r>
            <a:r>
              <a:rPr lang="ml-IN" dirty="0"/>
              <a:t>പ്രവാചകന്മാർ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14. Evangelists  </a:t>
            </a:r>
            <a:r>
              <a:rPr lang="ml-IN" dirty="0"/>
              <a:t>സുവിശേഷകൻമാർ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15. Pastors         </a:t>
            </a:r>
            <a:r>
              <a:rPr lang="ml-IN" dirty="0"/>
              <a:t>ഇടയന്മാർ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16. Teachers      </a:t>
            </a:r>
            <a:r>
              <a:rPr lang="ml-IN" dirty="0" smtClean="0"/>
              <a:t>ഉപദേഷ്ടാക്കന്മാർ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sz="2400" b="1" dirty="0" smtClean="0"/>
              <a:t>Romans 12: 3, 6 – 8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17. According to the proportions of faith</a:t>
            </a:r>
          </a:p>
          <a:p>
            <a:pPr marL="0" indent="0">
              <a:buNone/>
            </a:pPr>
            <a:r>
              <a:rPr lang="en-US" dirty="0" smtClean="0"/>
              <a:t>       </a:t>
            </a:r>
            <a:r>
              <a:rPr lang="ml-IN" dirty="0" smtClean="0"/>
              <a:t>വിശ്വാസത്തിന്റെ</a:t>
            </a:r>
            <a:r>
              <a:rPr lang="en-US" dirty="0" smtClean="0"/>
              <a:t> </a:t>
            </a:r>
            <a:r>
              <a:rPr lang="ml-IN" dirty="0" smtClean="0"/>
              <a:t>അളവ്</a:t>
            </a:r>
            <a:r>
              <a:rPr lang="en-US" dirty="0" smtClean="0"/>
              <a:t> </a:t>
            </a:r>
            <a:r>
              <a:rPr lang="ml-IN" dirty="0" smtClean="0"/>
              <a:t>പങ്കിട്ടതുപോലെ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18. Ministering       </a:t>
            </a:r>
            <a:r>
              <a:rPr lang="ml-IN" dirty="0"/>
              <a:t>ശുശ്രൂഷയിൽ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19. Teaching         </a:t>
            </a:r>
            <a:r>
              <a:rPr lang="ml-IN" dirty="0" smtClean="0"/>
              <a:t>ഉപദേശത്തിൽ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20. Exhortation      </a:t>
            </a:r>
            <a:r>
              <a:rPr lang="ml-IN" dirty="0"/>
              <a:t>പ്രബോധനത്തിൽ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864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47828"/>
            <a:ext cx="8946541" cy="4512179"/>
          </a:xfrm>
        </p:spPr>
        <p:txBody>
          <a:bodyPr/>
          <a:lstStyle/>
          <a:p>
            <a:r>
              <a:rPr lang="en-US" dirty="0" smtClean="0"/>
              <a:t>21. Gives with Liberality </a:t>
            </a:r>
            <a:r>
              <a:rPr lang="ml-IN" dirty="0" smtClean="0"/>
              <a:t>ദാനം</a:t>
            </a:r>
            <a:r>
              <a:rPr lang="en-US" dirty="0" smtClean="0"/>
              <a:t> </a:t>
            </a:r>
            <a:r>
              <a:rPr lang="ml-IN" dirty="0" smtClean="0"/>
              <a:t>ചെയ്യുന്നവൻ</a:t>
            </a:r>
            <a:r>
              <a:rPr lang="en-US" dirty="0" smtClean="0"/>
              <a:t> </a:t>
            </a:r>
            <a:r>
              <a:rPr lang="ml-IN" dirty="0" smtClean="0"/>
              <a:t>ഏകാഗ്രതയോടെ</a:t>
            </a:r>
            <a:endParaRPr lang="en-US" dirty="0" smtClean="0"/>
          </a:p>
          <a:p>
            <a:r>
              <a:rPr lang="en-US" dirty="0" smtClean="0"/>
              <a:t>22. Leads with Diligence </a:t>
            </a:r>
            <a:r>
              <a:rPr lang="ml-IN" dirty="0" smtClean="0"/>
              <a:t>ഭരിക്കുന്നവൻ</a:t>
            </a:r>
            <a:r>
              <a:rPr lang="en-US" dirty="0" smtClean="0"/>
              <a:t> </a:t>
            </a:r>
            <a:r>
              <a:rPr lang="ml-IN" dirty="0" smtClean="0"/>
              <a:t>ഉത്സാഹത്തോടെ</a:t>
            </a:r>
            <a:endParaRPr lang="en-US" dirty="0" smtClean="0"/>
          </a:p>
          <a:p>
            <a:r>
              <a:rPr lang="en-US" dirty="0" smtClean="0"/>
              <a:t>23. Shows mercy with Cheerfulness</a:t>
            </a:r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ml-IN" dirty="0" smtClean="0"/>
              <a:t>കരുണചെയ്യുന്നവൻ</a:t>
            </a:r>
            <a:r>
              <a:rPr lang="en-US" dirty="0" smtClean="0"/>
              <a:t> </a:t>
            </a:r>
            <a:r>
              <a:rPr lang="ml-IN" dirty="0" smtClean="0"/>
              <a:t>പ്രസന്നതയോടെ</a:t>
            </a:r>
            <a:endParaRPr lang="en-US" dirty="0" smtClean="0"/>
          </a:p>
          <a:p>
            <a:r>
              <a:rPr lang="en-US" sz="2400" b="1" dirty="0" smtClean="0"/>
              <a:t>     1Peter 4 : 10,11</a:t>
            </a:r>
          </a:p>
          <a:p>
            <a:r>
              <a:rPr lang="en-US" dirty="0" smtClean="0"/>
              <a:t>24.  Good Stewards       </a:t>
            </a:r>
            <a:r>
              <a:rPr lang="ml-IN" dirty="0" smtClean="0"/>
              <a:t>നല്ല</a:t>
            </a:r>
            <a:r>
              <a:rPr lang="en-US" dirty="0" smtClean="0"/>
              <a:t> </a:t>
            </a:r>
            <a:r>
              <a:rPr lang="ml-IN" dirty="0" smtClean="0"/>
              <a:t>ഗൃഹവിചാരകന്മാരാകുവീൻ</a:t>
            </a:r>
            <a:endParaRPr lang="en-US" dirty="0" smtClean="0"/>
          </a:p>
          <a:p>
            <a:r>
              <a:rPr lang="en-US" dirty="0" smtClean="0"/>
              <a:t>25. Speaks (Preaching)  </a:t>
            </a:r>
            <a:r>
              <a:rPr lang="ml-IN" dirty="0"/>
              <a:t>പ്രസംഗിക്കുക</a:t>
            </a:r>
            <a:r>
              <a:rPr lang="en-US" dirty="0" smtClean="0"/>
              <a:t>  </a:t>
            </a:r>
          </a:p>
          <a:p>
            <a:r>
              <a:rPr lang="en-US" dirty="0" smtClean="0"/>
              <a:t>26. Sufferings as a gift    </a:t>
            </a:r>
            <a:r>
              <a:rPr lang="ml-IN" dirty="0" smtClean="0"/>
              <a:t>കഷ്ടതയാകുന്ന</a:t>
            </a:r>
            <a:r>
              <a:rPr lang="en-US" dirty="0" smtClean="0"/>
              <a:t> </a:t>
            </a:r>
            <a:r>
              <a:rPr lang="ml-IN" dirty="0" smtClean="0"/>
              <a:t>വര൦</a:t>
            </a:r>
            <a:r>
              <a:rPr lang="en-US" dirty="0" smtClean="0"/>
              <a:t>  Philippians 1: 29</a:t>
            </a:r>
          </a:p>
          <a:p>
            <a:r>
              <a:rPr lang="en-US" dirty="0" smtClean="0"/>
              <a:t>27. Prayer    </a:t>
            </a:r>
            <a:r>
              <a:rPr lang="ml-IN" dirty="0" smtClean="0"/>
              <a:t>പ്രാർത്ഥന</a:t>
            </a:r>
            <a:r>
              <a:rPr lang="en-US" dirty="0" smtClean="0"/>
              <a:t> </a:t>
            </a:r>
            <a:r>
              <a:rPr lang="ml-IN" dirty="0" smtClean="0"/>
              <a:t>വര൦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35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Testing of the gifts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  1. Loyalty Test     </a:t>
            </a:r>
            <a:r>
              <a:rPr lang="ml-IN" sz="2400" b="1" dirty="0" smtClean="0"/>
              <a:t>ക്രിസ്തുവിനോടുള്ള</a:t>
            </a:r>
            <a:r>
              <a:rPr lang="en-US" sz="2400" b="1" dirty="0" smtClean="0"/>
              <a:t> </a:t>
            </a:r>
            <a:r>
              <a:rPr lang="ml-IN" sz="2400" b="1" dirty="0" smtClean="0"/>
              <a:t>വിശ്വസ്തത</a:t>
            </a:r>
            <a:endParaRPr lang="en-US" sz="2400" b="1" dirty="0" smtClean="0"/>
          </a:p>
          <a:p>
            <a:r>
              <a:rPr lang="en-US" dirty="0" smtClean="0"/>
              <a:t>2John 7,8 1Corinthians 12:3</a:t>
            </a:r>
          </a:p>
          <a:p>
            <a:pPr marL="0" indent="0">
              <a:buNone/>
            </a:pPr>
            <a:r>
              <a:rPr lang="en-US" sz="2400" b="1" dirty="0" smtClean="0"/>
              <a:t>  2. Practical Test   </a:t>
            </a:r>
            <a:r>
              <a:rPr lang="ml-IN" sz="2400" b="1" dirty="0" smtClean="0"/>
              <a:t>പ്രായോഗിക</a:t>
            </a:r>
            <a:r>
              <a:rPr lang="en-US" sz="2400" b="1" dirty="0" smtClean="0"/>
              <a:t> </a:t>
            </a:r>
            <a:r>
              <a:rPr lang="ml-IN" sz="2400" b="1" dirty="0" smtClean="0"/>
              <a:t>പരീക്ഷണ൦</a:t>
            </a:r>
            <a:endParaRPr lang="en-US" sz="2400" b="1" dirty="0" smtClean="0"/>
          </a:p>
          <a:p>
            <a:r>
              <a:rPr lang="en-US" dirty="0" smtClean="0"/>
              <a:t>2 Thessalonians 2:11,12,  1Corinthians 10: 20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sz="2400" b="1" dirty="0" smtClean="0"/>
              <a:t>3. Doctrinal Test   </a:t>
            </a:r>
            <a:r>
              <a:rPr lang="ml-IN" sz="2400" b="1" dirty="0" smtClean="0"/>
              <a:t>അടിസ്ഥാന</a:t>
            </a:r>
            <a:r>
              <a:rPr lang="en-US" sz="2400" b="1" dirty="0" smtClean="0"/>
              <a:t> </a:t>
            </a:r>
            <a:r>
              <a:rPr lang="ml-IN" sz="2400" b="1" dirty="0" smtClean="0"/>
              <a:t>ഉപദേശത്താൽ</a:t>
            </a:r>
            <a:endParaRPr lang="en-US" sz="2400" b="1" dirty="0" smtClean="0"/>
          </a:p>
          <a:p>
            <a:r>
              <a:rPr lang="en-US" dirty="0" smtClean="0"/>
              <a:t>Hebrews 10:22, 9:14, 1Peter 3:21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  4. Stability Test      </a:t>
            </a:r>
            <a:r>
              <a:rPr lang="ml-IN" sz="2400" b="1" dirty="0" smtClean="0"/>
              <a:t>നിലനിൽക്കുന്ന</a:t>
            </a:r>
            <a:r>
              <a:rPr lang="en-US" sz="2400" b="1" dirty="0" smtClean="0"/>
              <a:t> </a:t>
            </a:r>
            <a:r>
              <a:rPr lang="ml-IN" sz="2400" b="1" dirty="0" smtClean="0"/>
              <a:t>ഉറപ്പ്</a:t>
            </a:r>
            <a:endParaRPr lang="en-US" sz="2400" b="1" dirty="0" smtClean="0"/>
          </a:p>
          <a:p>
            <a:r>
              <a:rPr lang="en-US" dirty="0" smtClean="0"/>
              <a:t>Acts 5: 38,39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dirty="0" smtClean="0"/>
              <a:t>Fruits of the Holy Spirit   </a:t>
            </a:r>
            <a:r>
              <a:rPr lang="ml-IN" dirty="0"/>
              <a:t>ആത്മാവിന്റെ ഫലങ്ങൾ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smtClean="0"/>
              <a:t>GALATIANS 5: 22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LOVE                    </a:t>
            </a:r>
            <a:r>
              <a:rPr lang="ml-IN" dirty="0"/>
              <a:t>സ്നേഹം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JOY                      </a:t>
            </a:r>
            <a:r>
              <a:rPr lang="ml-IN" dirty="0" smtClean="0"/>
              <a:t>സന്തോഷം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PEACE                  </a:t>
            </a:r>
            <a:r>
              <a:rPr lang="ml-IN" dirty="0" smtClean="0"/>
              <a:t>സമാധാനം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LONGSUFFERING </a:t>
            </a:r>
            <a:r>
              <a:rPr lang="ml-IN" dirty="0"/>
              <a:t>ദീർഘക്ഷമ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KINDNESS              </a:t>
            </a:r>
            <a:r>
              <a:rPr lang="ml-IN" dirty="0" smtClean="0"/>
              <a:t>ദയ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GOODNESS          </a:t>
            </a:r>
            <a:r>
              <a:rPr lang="ml-IN" dirty="0"/>
              <a:t>പരോപകാര൦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FAITHFULNESS       </a:t>
            </a:r>
            <a:r>
              <a:rPr lang="ml-IN" dirty="0"/>
              <a:t>വിശ്വസ്തത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GENTLENESS         </a:t>
            </a:r>
            <a:r>
              <a:rPr lang="ml-IN" dirty="0"/>
              <a:t>സൌമ്യത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SELF-CONTROL     </a:t>
            </a:r>
            <a:r>
              <a:rPr lang="ml-IN" dirty="0"/>
              <a:t>ഇന്ദ്രീയജയ൦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69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ANGELOLOGY   </a:t>
            </a:r>
            <a:r>
              <a:rPr lang="ml-IN" dirty="0" smtClean="0"/>
              <a:t>ദൂത</a:t>
            </a:r>
            <a:r>
              <a:rPr lang="en-US" dirty="0" smtClean="0"/>
              <a:t> </a:t>
            </a:r>
            <a:r>
              <a:rPr lang="ml-IN" dirty="0" smtClean="0"/>
              <a:t>ശാസ്ത്ര൦</a:t>
            </a: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912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Angelology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1" y="1136591"/>
            <a:ext cx="11750467" cy="5400942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 smtClean="0"/>
              <a:t>Introduction       </a:t>
            </a:r>
            <a:r>
              <a:rPr lang="ml-IN" sz="2600" b="1" dirty="0" smtClean="0"/>
              <a:t>മുഖവുര</a:t>
            </a:r>
            <a:endParaRPr lang="en-IN" sz="2600" b="1" dirty="0"/>
          </a:p>
          <a:p>
            <a:endParaRPr lang="en-US" dirty="0" smtClean="0"/>
          </a:p>
          <a:p>
            <a:r>
              <a:rPr lang="ml-IN" dirty="0" smtClean="0"/>
              <a:t>ദൂതൻ</a:t>
            </a:r>
            <a:r>
              <a:rPr lang="en-US" dirty="0" smtClean="0"/>
              <a:t>(Gen28:12)</a:t>
            </a:r>
            <a:r>
              <a:rPr lang="en-IN" dirty="0" smtClean="0"/>
              <a:t>, </a:t>
            </a:r>
            <a:r>
              <a:rPr lang="ml-IN" dirty="0" smtClean="0"/>
              <a:t>ദൈവ</a:t>
            </a:r>
            <a:r>
              <a:rPr lang="en-IN" dirty="0" smtClean="0"/>
              <a:t> </a:t>
            </a:r>
            <a:r>
              <a:rPr lang="ml-IN" dirty="0" smtClean="0"/>
              <a:t>പുത്രൻമാർ</a:t>
            </a:r>
            <a:r>
              <a:rPr lang="en-US" dirty="0" smtClean="0"/>
              <a:t>(Job1:6)</a:t>
            </a:r>
            <a:r>
              <a:rPr lang="en-IN" dirty="0" smtClean="0"/>
              <a:t>, </a:t>
            </a:r>
            <a:r>
              <a:rPr lang="ml-IN" dirty="0" smtClean="0"/>
              <a:t>വിശുദ്ധന്മാർ</a:t>
            </a:r>
            <a:r>
              <a:rPr lang="en-US" dirty="0" smtClean="0"/>
              <a:t>(Ps89:5,7)</a:t>
            </a:r>
            <a:r>
              <a:rPr lang="en-IN" dirty="0" smtClean="0"/>
              <a:t>, </a:t>
            </a:r>
            <a:r>
              <a:rPr lang="ml-IN" dirty="0" smtClean="0"/>
              <a:t>സ്വർഗ്ഗത്തിലെ</a:t>
            </a:r>
            <a:r>
              <a:rPr lang="en-IN" dirty="0" smtClean="0"/>
              <a:t> </a:t>
            </a:r>
            <a:r>
              <a:rPr lang="ml-IN" dirty="0" smtClean="0"/>
              <a:t>സൈന്യം</a:t>
            </a:r>
            <a:r>
              <a:rPr lang="en-US" dirty="0" smtClean="0"/>
              <a:t>(1Sam1:11) </a:t>
            </a:r>
            <a:endParaRPr lang="en-IN" dirty="0" smtClean="0"/>
          </a:p>
          <a:p>
            <a:r>
              <a:rPr lang="ml-IN" dirty="0" smtClean="0"/>
              <a:t>ദേവസഭ</a:t>
            </a:r>
            <a:r>
              <a:rPr lang="en-US" dirty="0" smtClean="0"/>
              <a:t>(Ps82:1)</a:t>
            </a:r>
            <a:r>
              <a:rPr lang="en-IN" dirty="0" smtClean="0"/>
              <a:t>, </a:t>
            </a:r>
            <a:r>
              <a:rPr lang="ml-IN" dirty="0" smtClean="0"/>
              <a:t>വിശുദ്ധന്മാരുടെ</a:t>
            </a:r>
            <a:r>
              <a:rPr lang="en-IN" dirty="0" smtClean="0"/>
              <a:t> </a:t>
            </a:r>
            <a:r>
              <a:rPr lang="ml-IN" dirty="0" smtClean="0"/>
              <a:t>സംഘം</a:t>
            </a:r>
            <a:r>
              <a:rPr lang="en-US" dirty="0" smtClean="0"/>
              <a:t>(Ps89:7)</a:t>
            </a:r>
            <a:r>
              <a:rPr lang="en-IN" dirty="0" smtClean="0"/>
              <a:t>, </a:t>
            </a:r>
            <a:r>
              <a:rPr lang="ml-IN" dirty="0" smtClean="0"/>
              <a:t>സേവകാത്മാക്കൾ</a:t>
            </a:r>
            <a:r>
              <a:rPr lang="en-US" dirty="0" smtClean="0"/>
              <a:t>(Heb1:14),</a:t>
            </a:r>
            <a:r>
              <a:rPr lang="ml-IN" dirty="0"/>
              <a:t> നിരീക്ഷകൻ</a:t>
            </a:r>
            <a:r>
              <a:rPr lang="en-US" dirty="0"/>
              <a:t>(Dan4:13</a:t>
            </a:r>
            <a:r>
              <a:rPr lang="en-US" dirty="0" smtClean="0"/>
              <a:t>)</a:t>
            </a:r>
          </a:p>
          <a:p>
            <a:r>
              <a:rPr lang="en-US" dirty="0" smtClean="0"/>
              <a:t>Study about Angels </a:t>
            </a:r>
            <a:r>
              <a:rPr lang="ml-IN" dirty="0" smtClean="0"/>
              <a:t>ദൂതന്മാരെകുറിച്ചുള്ള</a:t>
            </a:r>
            <a:r>
              <a:rPr lang="en-US" dirty="0" smtClean="0"/>
              <a:t> </a:t>
            </a:r>
            <a:r>
              <a:rPr lang="ml-IN" dirty="0" smtClean="0"/>
              <a:t>പഠനം</a:t>
            </a:r>
            <a:endParaRPr lang="en-US" dirty="0" smtClean="0"/>
          </a:p>
          <a:p>
            <a:r>
              <a:rPr lang="en-US" dirty="0" smtClean="0"/>
              <a:t>In O.T. 108 times</a:t>
            </a:r>
          </a:p>
          <a:p>
            <a:r>
              <a:rPr lang="en-US" dirty="0" smtClean="0"/>
              <a:t>In N. T. 165 times</a:t>
            </a:r>
          </a:p>
          <a:p>
            <a:r>
              <a:rPr lang="en-US" dirty="0" smtClean="0"/>
              <a:t>Total     273 times used</a:t>
            </a:r>
          </a:p>
          <a:p>
            <a:r>
              <a:rPr lang="en-US" dirty="0" smtClean="0"/>
              <a:t>Terminology    </a:t>
            </a:r>
            <a:r>
              <a:rPr lang="ml-IN" dirty="0"/>
              <a:t>മൂലപദങ്ങൾ</a:t>
            </a:r>
            <a:endParaRPr lang="en-US" dirty="0" smtClean="0"/>
          </a:p>
          <a:p>
            <a:r>
              <a:rPr lang="en-US" dirty="0" smtClean="0"/>
              <a:t>MALAK </a:t>
            </a:r>
            <a:r>
              <a:rPr lang="ml-IN" dirty="0"/>
              <a:t>മലഖ്</a:t>
            </a:r>
            <a:r>
              <a:rPr lang="en-US" dirty="0" smtClean="0"/>
              <a:t>    – Hebrew </a:t>
            </a:r>
          </a:p>
          <a:p>
            <a:r>
              <a:rPr lang="en-US" dirty="0" smtClean="0"/>
              <a:t>ANGELOS  – Greek</a:t>
            </a:r>
          </a:p>
          <a:p>
            <a:r>
              <a:rPr lang="en-US" dirty="0" smtClean="0"/>
              <a:t>ANGEL      --  English</a:t>
            </a:r>
          </a:p>
          <a:p>
            <a:r>
              <a:rPr lang="ml-IN" dirty="0" smtClean="0"/>
              <a:t>മാലാഖ</a:t>
            </a:r>
            <a:r>
              <a:rPr lang="en-US" dirty="0" smtClean="0"/>
              <a:t>  -- Malayalam -- </a:t>
            </a:r>
            <a:r>
              <a:rPr lang="ml-IN" dirty="0"/>
              <a:t>ദൂതന്മാർ</a:t>
            </a:r>
            <a:r>
              <a:rPr lang="en-US" dirty="0" smtClean="0"/>
              <a:t> </a:t>
            </a:r>
          </a:p>
          <a:p>
            <a:r>
              <a:rPr lang="en-US" dirty="0" smtClean="0"/>
              <a:t>Types of Angels : Two types : 1. Holy Angels  </a:t>
            </a:r>
            <a:r>
              <a:rPr lang="ml-IN" dirty="0" smtClean="0"/>
              <a:t>വിശുദ്ധ</a:t>
            </a:r>
            <a:r>
              <a:rPr lang="en-US" dirty="0" smtClean="0"/>
              <a:t> </a:t>
            </a:r>
            <a:r>
              <a:rPr lang="ml-IN" dirty="0" smtClean="0"/>
              <a:t>ദൂതന്മാർ</a:t>
            </a:r>
            <a:endParaRPr lang="en-US" dirty="0" smtClean="0"/>
          </a:p>
          <a:p>
            <a:r>
              <a:rPr lang="en-US" dirty="0" smtClean="0"/>
              <a:t>2. Evil Angels  </a:t>
            </a:r>
            <a:r>
              <a:rPr lang="ml-IN" dirty="0" smtClean="0"/>
              <a:t>വീണുപോയ</a:t>
            </a:r>
            <a:r>
              <a:rPr lang="en-IN" dirty="0" smtClean="0"/>
              <a:t> </a:t>
            </a:r>
            <a:r>
              <a:rPr lang="ml-IN" dirty="0" smtClean="0"/>
              <a:t>ദൂതന്മാർ</a:t>
            </a:r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56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Different Religion Views </a:t>
            </a:r>
            <a:br>
              <a:rPr lang="en-US" dirty="0" smtClean="0"/>
            </a:br>
            <a:r>
              <a:rPr lang="ml-IN" sz="4000" dirty="0" smtClean="0"/>
              <a:t>വിവിധ</a:t>
            </a:r>
            <a:r>
              <a:rPr lang="en-US" sz="4000" dirty="0" smtClean="0"/>
              <a:t> </a:t>
            </a:r>
            <a:r>
              <a:rPr lang="ml-IN" sz="4000" dirty="0" smtClean="0"/>
              <a:t>മത</a:t>
            </a:r>
            <a:r>
              <a:rPr lang="en-US" sz="4000" dirty="0" smtClean="0"/>
              <a:t> </a:t>
            </a:r>
            <a:r>
              <a:rPr lang="ml-IN" sz="4000" dirty="0" smtClean="0"/>
              <a:t>വീക്ഷണ൦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651266"/>
            <a:ext cx="8946541" cy="48179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Hindus  : </a:t>
            </a:r>
            <a:r>
              <a:rPr lang="ml-IN" dirty="0" smtClean="0"/>
              <a:t>മൂർത്തികൾ</a:t>
            </a:r>
            <a:endParaRPr lang="en-US" dirty="0" smtClean="0"/>
          </a:p>
          <a:p>
            <a:r>
              <a:rPr lang="en-US" dirty="0" smtClean="0"/>
              <a:t>Buddhist : </a:t>
            </a:r>
            <a:r>
              <a:rPr lang="ml-IN" dirty="0"/>
              <a:t>സേവകരായ </a:t>
            </a:r>
            <a:r>
              <a:rPr lang="ml-IN" dirty="0" smtClean="0"/>
              <a:t>ദൂതന്മാർ</a:t>
            </a:r>
            <a:endParaRPr lang="en-US" dirty="0" smtClean="0"/>
          </a:p>
          <a:p>
            <a:r>
              <a:rPr lang="en-US" dirty="0" smtClean="0"/>
              <a:t>Judaism : </a:t>
            </a:r>
            <a:r>
              <a:rPr lang="ml-IN" dirty="0" smtClean="0"/>
              <a:t>ദൈവത്തിനു൦</a:t>
            </a:r>
            <a:r>
              <a:rPr lang="en-US" dirty="0" smtClean="0"/>
              <a:t> </a:t>
            </a:r>
            <a:r>
              <a:rPr lang="ml-IN" dirty="0" smtClean="0"/>
              <a:t>മനുഷ്യർക്കു൦</a:t>
            </a:r>
            <a:r>
              <a:rPr lang="en-US" dirty="0" smtClean="0"/>
              <a:t> </a:t>
            </a:r>
            <a:r>
              <a:rPr lang="ml-IN" dirty="0" smtClean="0"/>
              <a:t>ഇടയിൽ ആത്മജീവികൾ,</a:t>
            </a:r>
            <a:r>
              <a:rPr lang="en-US" dirty="0" smtClean="0"/>
              <a:t> </a:t>
            </a:r>
            <a:r>
              <a:rPr lang="ml-IN" dirty="0" smtClean="0"/>
              <a:t>ശക്തികൾ,</a:t>
            </a:r>
            <a:r>
              <a:rPr lang="en-US" dirty="0" smtClean="0"/>
              <a:t> </a:t>
            </a:r>
            <a:r>
              <a:rPr lang="ml-IN" dirty="0" smtClean="0"/>
              <a:t>അധികാരങ്ങൾ</a:t>
            </a:r>
            <a:endParaRPr lang="en-US" dirty="0" smtClean="0"/>
          </a:p>
          <a:p>
            <a:r>
              <a:rPr lang="en-US" dirty="0" smtClean="0"/>
              <a:t>Christians, Islam: Same as above</a:t>
            </a:r>
          </a:p>
          <a:p>
            <a:r>
              <a:rPr lang="en-US" dirty="0" smtClean="0"/>
              <a:t>Gnosticism : </a:t>
            </a:r>
            <a:r>
              <a:rPr lang="ml-IN" dirty="0" smtClean="0"/>
              <a:t>ആത്മജീവികളെയു൦</a:t>
            </a:r>
            <a:r>
              <a:rPr lang="en-US" dirty="0" smtClean="0"/>
              <a:t> </a:t>
            </a:r>
            <a:r>
              <a:rPr lang="ml-IN" dirty="0" smtClean="0"/>
              <a:t>അവിടെവസിക്കുന്ന ആത്മാക്കളെയും</a:t>
            </a:r>
            <a:r>
              <a:rPr lang="en-US" dirty="0" smtClean="0"/>
              <a:t> </a:t>
            </a:r>
            <a:r>
              <a:rPr lang="ml-IN" dirty="0" smtClean="0"/>
              <a:t>വിശ്വസിക്കുന്നു</a:t>
            </a:r>
            <a:endParaRPr lang="en-US" dirty="0" smtClean="0"/>
          </a:p>
          <a:p>
            <a:r>
              <a:rPr lang="en-US" dirty="0" smtClean="0"/>
              <a:t>Bible, Jewish Talmud, Non-Canonic books</a:t>
            </a:r>
          </a:p>
          <a:p>
            <a:r>
              <a:rPr lang="ml-IN" dirty="0" smtClean="0"/>
              <a:t>മീഖായേൽ</a:t>
            </a:r>
            <a:r>
              <a:rPr lang="en-US" dirty="0" smtClean="0"/>
              <a:t>, </a:t>
            </a:r>
            <a:r>
              <a:rPr lang="ml-IN" dirty="0" smtClean="0"/>
              <a:t>ഗബ്രിയേൽ</a:t>
            </a:r>
            <a:r>
              <a:rPr lang="en-US" dirty="0" smtClean="0"/>
              <a:t>, </a:t>
            </a:r>
            <a:r>
              <a:rPr lang="ml-IN" dirty="0" smtClean="0"/>
              <a:t>ലൂസിഫർ</a:t>
            </a:r>
            <a:r>
              <a:rPr lang="en-US" dirty="0" smtClean="0"/>
              <a:t>, </a:t>
            </a:r>
            <a:r>
              <a:rPr lang="ml-IN" dirty="0" smtClean="0"/>
              <a:t>റഫായേൽ</a:t>
            </a:r>
            <a:r>
              <a:rPr lang="en-US" dirty="0" smtClean="0"/>
              <a:t>, </a:t>
            </a:r>
            <a:r>
              <a:rPr lang="ml-IN" dirty="0" smtClean="0"/>
              <a:t>ഊരിയേൽ</a:t>
            </a:r>
            <a:r>
              <a:rPr lang="en-US" dirty="0" smtClean="0"/>
              <a:t>, </a:t>
            </a:r>
            <a:r>
              <a:rPr lang="ml-IN" dirty="0" smtClean="0"/>
              <a:t>രെഗുവേൽ</a:t>
            </a:r>
            <a:r>
              <a:rPr lang="en-US" dirty="0" smtClean="0"/>
              <a:t>, </a:t>
            </a:r>
            <a:r>
              <a:rPr lang="ml-IN" dirty="0" smtClean="0"/>
              <a:t>സരീയേൽ</a:t>
            </a:r>
            <a:r>
              <a:rPr lang="en-US" dirty="0" smtClean="0"/>
              <a:t>, </a:t>
            </a:r>
            <a:r>
              <a:rPr lang="ml-IN" dirty="0" smtClean="0"/>
              <a:t>റെമീയേൽ</a:t>
            </a:r>
            <a:endParaRPr lang="en-US" dirty="0" smtClean="0"/>
          </a:p>
          <a:p>
            <a:r>
              <a:rPr lang="en-US" dirty="0" smtClean="0"/>
              <a:t>Dead Sea Scrolls : </a:t>
            </a:r>
            <a:r>
              <a:rPr lang="ml-IN" dirty="0" smtClean="0"/>
              <a:t>ചാവുകടൽചുരുൾ</a:t>
            </a:r>
            <a:endParaRPr lang="en-US" dirty="0" smtClean="0"/>
          </a:p>
          <a:p>
            <a:r>
              <a:rPr lang="ml-IN" dirty="0" smtClean="0"/>
              <a:t>വെളിച്ചത്തിന്റെ</a:t>
            </a:r>
            <a:r>
              <a:rPr lang="en-US" dirty="0" smtClean="0"/>
              <a:t>, </a:t>
            </a:r>
            <a:r>
              <a:rPr lang="ml-IN" dirty="0" smtClean="0"/>
              <a:t>ഇരുളിന്റെ</a:t>
            </a:r>
            <a:r>
              <a:rPr lang="en-US" dirty="0" smtClean="0"/>
              <a:t>, </a:t>
            </a:r>
            <a:r>
              <a:rPr lang="ml-IN" dirty="0" smtClean="0"/>
              <a:t>നാശത്തിന്റെ</a:t>
            </a:r>
            <a:r>
              <a:rPr lang="en-US" dirty="0" smtClean="0"/>
              <a:t>, </a:t>
            </a:r>
            <a:r>
              <a:rPr lang="ml-IN" dirty="0" smtClean="0"/>
              <a:t>വിശുദ്ധിയുടെ</a:t>
            </a:r>
            <a:endParaRPr lang="en-US" dirty="0" smtClean="0"/>
          </a:p>
          <a:p>
            <a:r>
              <a:rPr lang="ml-IN" dirty="0" smtClean="0"/>
              <a:t>ദൂതൻമാർ</a:t>
            </a:r>
            <a:r>
              <a:rPr lang="en-US" dirty="0" smtClean="0"/>
              <a:t> </a:t>
            </a:r>
            <a:r>
              <a:rPr lang="ml-IN" dirty="0" smtClean="0"/>
              <a:t>എന്നിങ്ങനെ</a:t>
            </a:r>
            <a:r>
              <a:rPr lang="en-US" dirty="0" smtClean="0"/>
              <a:t> </a:t>
            </a:r>
            <a:r>
              <a:rPr lang="ml-IN" dirty="0" smtClean="0"/>
              <a:t>4</a:t>
            </a:r>
            <a:r>
              <a:rPr lang="en-US" dirty="0" smtClean="0"/>
              <a:t> </a:t>
            </a:r>
            <a:r>
              <a:rPr lang="ml-IN" dirty="0" smtClean="0"/>
              <a:t>ആയി</a:t>
            </a:r>
            <a:r>
              <a:rPr lang="en-US" dirty="0" smtClean="0"/>
              <a:t> </a:t>
            </a:r>
            <a:r>
              <a:rPr lang="ml-IN" dirty="0" smtClean="0"/>
              <a:t>തിരിച്ചിരിക്കുന്നു</a:t>
            </a:r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43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Bible Says About Angels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296749"/>
          </a:xfrm>
        </p:spPr>
        <p:txBody>
          <a:bodyPr/>
          <a:lstStyle/>
          <a:p>
            <a:r>
              <a:rPr lang="en-US" sz="2400" b="1" dirty="0" smtClean="0"/>
              <a:t>According to Paul : </a:t>
            </a:r>
            <a:r>
              <a:rPr lang="ml-IN" sz="2400" b="1" dirty="0" smtClean="0"/>
              <a:t>പൌലൊസിന്റെ</a:t>
            </a:r>
            <a:r>
              <a:rPr lang="en-US" sz="2400" b="1" dirty="0" smtClean="0"/>
              <a:t> </a:t>
            </a:r>
            <a:r>
              <a:rPr lang="ml-IN" sz="2400" b="1" dirty="0" smtClean="0"/>
              <a:t>വീക്ഷണത്തിൽ</a:t>
            </a:r>
            <a:endParaRPr lang="en-US" sz="2400" b="1" dirty="0" smtClean="0"/>
          </a:p>
          <a:p>
            <a:r>
              <a:rPr lang="en-US" sz="2400" b="1" dirty="0" smtClean="0"/>
              <a:t>Ephesians 6 : 12, Colossians 2 : 15</a:t>
            </a:r>
          </a:p>
          <a:p>
            <a:r>
              <a:rPr lang="ml-IN" dirty="0" smtClean="0"/>
              <a:t>ശ്രേഷ്ടതകൾ</a:t>
            </a:r>
            <a:r>
              <a:rPr lang="en-US" dirty="0" smtClean="0"/>
              <a:t>           : Dominion</a:t>
            </a:r>
          </a:p>
          <a:p>
            <a:r>
              <a:rPr lang="ml-IN" dirty="0" smtClean="0"/>
              <a:t>ശക്തികൾ</a:t>
            </a:r>
            <a:r>
              <a:rPr lang="en-US" dirty="0" smtClean="0"/>
              <a:t>               :Powers</a:t>
            </a:r>
          </a:p>
          <a:p>
            <a:r>
              <a:rPr lang="ml-IN" dirty="0" smtClean="0"/>
              <a:t>വാഴ്ചകൾ</a:t>
            </a:r>
            <a:r>
              <a:rPr lang="en-US" dirty="0" smtClean="0"/>
              <a:t>            :Rulers of the darkness</a:t>
            </a:r>
          </a:p>
          <a:p>
            <a:r>
              <a:rPr lang="ml-IN" dirty="0" smtClean="0"/>
              <a:t>അധികാരങ്ങൾ</a:t>
            </a:r>
            <a:r>
              <a:rPr lang="en-US" dirty="0" smtClean="0"/>
              <a:t>     : Spiritual Hosts of wickedness in Heavenly places</a:t>
            </a:r>
          </a:p>
          <a:p>
            <a:r>
              <a:rPr lang="ml-IN" dirty="0" smtClean="0"/>
              <a:t>സിംഹാസനങ്ങൾ</a:t>
            </a:r>
            <a:r>
              <a:rPr lang="en-US" dirty="0" smtClean="0"/>
              <a:t> : Principalities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93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The Nature of Angels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ml-IN" dirty="0" smtClean="0"/>
              <a:t>ദൂതന്മാരുടെ</a:t>
            </a:r>
            <a:r>
              <a:rPr lang="en-US" dirty="0" smtClean="0"/>
              <a:t> </a:t>
            </a:r>
            <a:r>
              <a:rPr lang="ml-IN" dirty="0" smtClean="0"/>
              <a:t>പ്രകൃതി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373519"/>
          </a:xfrm>
        </p:spPr>
        <p:txBody>
          <a:bodyPr/>
          <a:lstStyle/>
          <a:p>
            <a:r>
              <a:rPr lang="en-US" dirty="0" smtClean="0"/>
              <a:t>Angels have beginning : </a:t>
            </a:r>
            <a:r>
              <a:rPr lang="ml-IN" dirty="0" smtClean="0"/>
              <a:t>ആര൦ഭ൦</a:t>
            </a:r>
            <a:r>
              <a:rPr lang="en-US" dirty="0" smtClean="0"/>
              <a:t> </a:t>
            </a:r>
            <a:r>
              <a:rPr lang="ml-IN" dirty="0" smtClean="0"/>
              <a:t>ഉണ്ട്</a:t>
            </a:r>
            <a:r>
              <a:rPr lang="en-US" dirty="0" smtClean="0"/>
              <a:t> . </a:t>
            </a:r>
            <a:r>
              <a:rPr lang="ml-IN" dirty="0" smtClean="0"/>
              <a:t>സൃഷ്ടികളാണ്</a:t>
            </a:r>
            <a:endParaRPr lang="en-US" dirty="0" smtClean="0"/>
          </a:p>
          <a:p>
            <a:r>
              <a:rPr lang="en-US" dirty="0" err="1" smtClean="0"/>
              <a:t>Neh</a:t>
            </a:r>
            <a:r>
              <a:rPr lang="en-US" dirty="0" smtClean="0"/>
              <a:t> 9:6, Ps 33: 6, 103: 20,21, 148: 2, 5, </a:t>
            </a:r>
            <a:r>
              <a:rPr lang="en-US" dirty="0" err="1" smtClean="0"/>
              <a:t>Colo</a:t>
            </a:r>
            <a:r>
              <a:rPr lang="en-US" dirty="0" smtClean="0"/>
              <a:t> 1:16, 1Kg 22:19.</a:t>
            </a:r>
          </a:p>
          <a:p>
            <a:r>
              <a:rPr lang="ml-IN" dirty="0" smtClean="0"/>
              <a:t>സൃഷ്ടി</a:t>
            </a:r>
            <a:r>
              <a:rPr lang="en-US" dirty="0" smtClean="0"/>
              <a:t> </a:t>
            </a:r>
            <a:r>
              <a:rPr lang="ml-IN" dirty="0" smtClean="0"/>
              <a:t>സമയം</a:t>
            </a:r>
            <a:r>
              <a:rPr lang="en-US" dirty="0" smtClean="0"/>
              <a:t> </a:t>
            </a:r>
            <a:r>
              <a:rPr lang="ml-IN" dirty="0" smtClean="0"/>
              <a:t>വൃക്തമാക്കിയിട്ടില്ല</a:t>
            </a:r>
            <a:r>
              <a:rPr lang="en-US" dirty="0" smtClean="0"/>
              <a:t>, </a:t>
            </a:r>
          </a:p>
          <a:p>
            <a:r>
              <a:rPr lang="ml-IN" dirty="0" smtClean="0"/>
              <a:t>മനുഷ്യ</a:t>
            </a:r>
            <a:r>
              <a:rPr lang="en-US" dirty="0" smtClean="0"/>
              <a:t> </a:t>
            </a:r>
            <a:r>
              <a:rPr lang="ml-IN" dirty="0" smtClean="0"/>
              <a:t>സൃഷ്ടിക്ക്</a:t>
            </a:r>
            <a:r>
              <a:rPr lang="en-US" dirty="0" smtClean="0"/>
              <a:t> </a:t>
            </a:r>
            <a:r>
              <a:rPr lang="ml-IN" dirty="0" smtClean="0"/>
              <a:t>മുൻപ്ഭൂമിക്ക്</a:t>
            </a:r>
            <a:r>
              <a:rPr lang="en-US" dirty="0" smtClean="0"/>
              <a:t> </a:t>
            </a:r>
            <a:r>
              <a:rPr lang="ml-IN" dirty="0" smtClean="0"/>
              <a:t>അടിസ്ഥാനമിടുന്നതിന്</a:t>
            </a:r>
            <a:r>
              <a:rPr lang="en-US" dirty="0" smtClean="0"/>
              <a:t> </a:t>
            </a:r>
            <a:r>
              <a:rPr lang="ml-IN" dirty="0" smtClean="0"/>
              <a:t>മുൻപ്</a:t>
            </a:r>
            <a:r>
              <a:rPr lang="en-US" dirty="0" smtClean="0"/>
              <a:t> </a:t>
            </a:r>
            <a:r>
              <a:rPr lang="ml-IN" dirty="0" smtClean="0"/>
              <a:t>ദൂതന്മാർ</a:t>
            </a:r>
            <a:r>
              <a:rPr lang="en-US" dirty="0" smtClean="0"/>
              <a:t> </a:t>
            </a:r>
            <a:r>
              <a:rPr lang="ml-IN" dirty="0" smtClean="0"/>
              <a:t>സൃഷ്ടിക്കപ്പെട്ടതായി</a:t>
            </a:r>
            <a:r>
              <a:rPr lang="en-US" dirty="0" smtClean="0"/>
              <a:t> </a:t>
            </a:r>
            <a:r>
              <a:rPr lang="ml-IN" dirty="0" smtClean="0"/>
              <a:t>ഈയോബിന്റെ</a:t>
            </a:r>
            <a:r>
              <a:rPr lang="en-US" dirty="0" smtClean="0"/>
              <a:t> </a:t>
            </a:r>
            <a:r>
              <a:rPr lang="ml-IN" dirty="0" smtClean="0"/>
              <a:t>പുസ്തകം </a:t>
            </a:r>
            <a:r>
              <a:rPr lang="ml-IN" dirty="0"/>
              <a:t>വൃക്തമാക്കുന്നു</a:t>
            </a:r>
            <a:r>
              <a:rPr lang="ml-IN" dirty="0" smtClean="0"/>
              <a:t>.</a:t>
            </a:r>
            <a:r>
              <a:rPr lang="en-US" dirty="0" smtClean="0"/>
              <a:t> Job 38: 4-7, 1:6, 2:1, Rev 9:1, Jude 5:20</a:t>
            </a:r>
          </a:p>
          <a:p>
            <a:r>
              <a:rPr lang="ml-IN" dirty="0" smtClean="0"/>
              <a:t>ആത്മാക്കളാണ്</a:t>
            </a:r>
            <a:r>
              <a:rPr lang="en-US" dirty="0" smtClean="0"/>
              <a:t> </a:t>
            </a:r>
            <a:r>
              <a:rPr lang="en-US" dirty="0" err="1" smtClean="0"/>
              <a:t>Eph</a:t>
            </a:r>
            <a:r>
              <a:rPr lang="en-US" dirty="0" smtClean="0"/>
              <a:t> 6:12, </a:t>
            </a:r>
            <a:r>
              <a:rPr lang="en-US" dirty="0" err="1" smtClean="0"/>
              <a:t>Heb</a:t>
            </a:r>
            <a:r>
              <a:rPr lang="en-US" dirty="0" smtClean="0"/>
              <a:t> 1:14,</a:t>
            </a:r>
          </a:p>
          <a:p>
            <a:r>
              <a:rPr lang="ml-IN" dirty="0" smtClean="0"/>
              <a:t>അനശ്വരത</a:t>
            </a:r>
            <a:r>
              <a:rPr lang="en-US" dirty="0" smtClean="0"/>
              <a:t> </a:t>
            </a:r>
            <a:r>
              <a:rPr lang="ml-IN" dirty="0" smtClean="0"/>
              <a:t>ഉണ്ട്</a:t>
            </a:r>
            <a:r>
              <a:rPr lang="en-US" dirty="0" smtClean="0"/>
              <a:t> </a:t>
            </a:r>
            <a:r>
              <a:rPr lang="en-US" dirty="0" err="1" smtClean="0"/>
              <a:t>Lk</a:t>
            </a:r>
            <a:r>
              <a:rPr lang="en-US" dirty="0" smtClean="0"/>
              <a:t> 20:35,36</a:t>
            </a:r>
          </a:p>
          <a:p>
            <a:r>
              <a:rPr lang="ml-IN" dirty="0" smtClean="0"/>
              <a:t>വലിയ</a:t>
            </a:r>
            <a:r>
              <a:rPr lang="en-US" dirty="0" smtClean="0"/>
              <a:t> </a:t>
            </a:r>
            <a:r>
              <a:rPr lang="ml-IN" dirty="0" smtClean="0"/>
              <a:t>ശക്തൻമാരാണ്</a:t>
            </a:r>
            <a:r>
              <a:rPr lang="en-US" dirty="0" smtClean="0"/>
              <a:t> 2Thesselonians 1:6-9</a:t>
            </a:r>
          </a:p>
          <a:p>
            <a:r>
              <a:rPr lang="ml-IN" dirty="0" smtClean="0"/>
              <a:t>ദൈവമുഖ൦</a:t>
            </a:r>
            <a:r>
              <a:rPr lang="en-US" dirty="0" smtClean="0"/>
              <a:t> </a:t>
            </a:r>
            <a:r>
              <a:rPr lang="ml-IN" dirty="0" smtClean="0"/>
              <a:t>കാണുന്നവരാണ്</a:t>
            </a:r>
            <a:r>
              <a:rPr lang="en-US" dirty="0" smtClean="0"/>
              <a:t> Mathew 18:10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46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Host of Angels </a:t>
            </a:r>
            <a:r>
              <a:rPr lang="ml-IN" dirty="0" smtClean="0"/>
              <a:t>ദൂത</a:t>
            </a:r>
            <a:r>
              <a:rPr lang="en-US" dirty="0" smtClean="0"/>
              <a:t> </a:t>
            </a:r>
            <a:r>
              <a:rPr lang="ml-IN" dirty="0" smtClean="0"/>
              <a:t>സമൂഹ൦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Number of Angels: </a:t>
            </a:r>
            <a:r>
              <a:rPr lang="ml-IN" b="1" dirty="0" smtClean="0"/>
              <a:t>ദൂതന്മാരുടെ</a:t>
            </a:r>
            <a:r>
              <a:rPr lang="en-US" b="1" dirty="0" smtClean="0"/>
              <a:t> </a:t>
            </a:r>
            <a:r>
              <a:rPr lang="ml-IN" b="1" dirty="0" smtClean="0"/>
              <a:t>എണ്ണം</a:t>
            </a:r>
            <a:endParaRPr lang="en-US" b="1" dirty="0" smtClean="0"/>
          </a:p>
          <a:p>
            <a:r>
              <a:rPr lang="en-US" dirty="0" smtClean="0"/>
              <a:t>Deuteronomy 33:2, Ps68 :17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Dwelling place of Angels : </a:t>
            </a:r>
            <a:r>
              <a:rPr lang="ml-IN" b="1" dirty="0" smtClean="0"/>
              <a:t>ദൂതന്മാരുടെ</a:t>
            </a:r>
            <a:r>
              <a:rPr lang="en-US" b="1" dirty="0" smtClean="0"/>
              <a:t> </a:t>
            </a:r>
            <a:r>
              <a:rPr lang="ml-IN" b="1" dirty="0" smtClean="0"/>
              <a:t>വാസ൦</a:t>
            </a:r>
            <a:r>
              <a:rPr lang="en-US" b="1" dirty="0" smtClean="0"/>
              <a:t> </a:t>
            </a:r>
          </a:p>
          <a:p>
            <a:r>
              <a:rPr lang="ml-IN" dirty="0" smtClean="0"/>
              <a:t>പ്രപഞ്ച</a:t>
            </a:r>
            <a:r>
              <a:rPr lang="en-US" dirty="0" smtClean="0"/>
              <a:t> </a:t>
            </a:r>
            <a:r>
              <a:rPr lang="ml-IN" dirty="0" smtClean="0"/>
              <a:t>സൃഷ്ടിക്കുമുൻപ്</a:t>
            </a:r>
            <a:r>
              <a:rPr lang="en-US" dirty="0" smtClean="0"/>
              <a:t> </a:t>
            </a:r>
            <a:r>
              <a:rPr lang="ml-IN" dirty="0" smtClean="0"/>
              <a:t>ദൈവത്തോടൊപ്പം</a:t>
            </a:r>
            <a:r>
              <a:rPr lang="en-US" dirty="0" smtClean="0"/>
              <a:t> </a:t>
            </a:r>
            <a:r>
              <a:rPr lang="ml-IN" dirty="0" smtClean="0"/>
              <a:t>സ്വർഗ്ഗത്തിൽ </a:t>
            </a:r>
            <a:r>
              <a:rPr lang="ml-IN" dirty="0"/>
              <a:t>ആയിരുന്നു</a:t>
            </a:r>
            <a:r>
              <a:rPr lang="ml-IN" dirty="0" smtClean="0"/>
              <a:t>.</a:t>
            </a:r>
            <a:r>
              <a:rPr lang="en-US" dirty="0" smtClean="0"/>
              <a:t> Job 38:4-7, Isaiah 6:1-6, Rev 4: 6-11.</a:t>
            </a:r>
          </a:p>
          <a:p>
            <a:r>
              <a:rPr lang="en-US" b="1" dirty="0" smtClean="0"/>
              <a:t>Angels have Personality : </a:t>
            </a:r>
            <a:r>
              <a:rPr lang="ml-IN" b="1" dirty="0" smtClean="0"/>
              <a:t>ദൂതന്മാർ</a:t>
            </a:r>
            <a:r>
              <a:rPr lang="en-US" b="1" dirty="0" smtClean="0"/>
              <a:t> </a:t>
            </a:r>
            <a:r>
              <a:rPr lang="ml-IN" b="1" dirty="0" smtClean="0"/>
              <a:t>ആളത്വമുള്ളവരാണ്</a:t>
            </a:r>
            <a:endParaRPr lang="en-US" b="1" dirty="0" smtClean="0"/>
          </a:p>
          <a:p>
            <a:r>
              <a:rPr lang="en-US" dirty="0" smtClean="0"/>
              <a:t>1Peter 1:12, </a:t>
            </a:r>
            <a:r>
              <a:rPr lang="ml-IN" dirty="0"/>
              <a:t>ബുദ്ധി</a:t>
            </a:r>
            <a:endParaRPr lang="en-US" dirty="0" smtClean="0"/>
          </a:p>
          <a:p>
            <a:r>
              <a:rPr lang="en-US" dirty="0" smtClean="0"/>
              <a:t>Job 38 :6,14, </a:t>
            </a:r>
            <a:r>
              <a:rPr lang="ml-IN" dirty="0"/>
              <a:t>വികാര൦</a:t>
            </a:r>
            <a:endParaRPr lang="en-US" dirty="0" smtClean="0"/>
          </a:p>
          <a:p>
            <a:r>
              <a:rPr lang="en-US" dirty="0" smtClean="0"/>
              <a:t> Isaiah14: 12-15 </a:t>
            </a:r>
            <a:r>
              <a:rPr lang="ml-IN" dirty="0"/>
              <a:t>ഇഛാശക്തി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5131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Disposition or Arrangement of Angels </a:t>
            </a:r>
            <a:r>
              <a:rPr lang="ml-IN" sz="3600" dirty="0" smtClean="0"/>
              <a:t>ദൂതന്മാരുടെ</a:t>
            </a:r>
            <a:r>
              <a:rPr lang="en-US" sz="3600" dirty="0" smtClean="0"/>
              <a:t> </a:t>
            </a:r>
            <a:r>
              <a:rPr lang="ml-IN" sz="3600" dirty="0"/>
              <a:t>വിന്യാസം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89518"/>
            <a:ext cx="8946541" cy="5204389"/>
          </a:xfrm>
        </p:spPr>
        <p:txBody>
          <a:bodyPr>
            <a:normAutofit/>
          </a:bodyPr>
          <a:lstStyle/>
          <a:p>
            <a:r>
              <a:rPr lang="ml-IN" dirty="0"/>
              <a:t>സംഘടന ഇല്ല, എന്നാൽ പ്രവർത്തനം </a:t>
            </a:r>
            <a:r>
              <a:rPr lang="ml-IN" dirty="0" smtClean="0"/>
              <a:t>സ൦ഘടിതമാണ്</a:t>
            </a:r>
            <a:endParaRPr lang="en-US" dirty="0" smtClean="0"/>
          </a:p>
          <a:p>
            <a:r>
              <a:rPr lang="en-US" dirty="0" smtClean="0"/>
              <a:t>Cherubim : </a:t>
            </a:r>
            <a:r>
              <a:rPr lang="ml-IN" dirty="0" smtClean="0"/>
              <a:t>കെരൂബുകൾ</a:t>
            </a:r>
            <a:r>
              <a:rPr lang="en-US" dirty="0" smtClean="0"/>
              <a:t> Gen 3:24, </a:t>
            </a:r>
            <a:r>
              <a:rPr lang="en-US" dirty="0" err="1" smtClean="0"/>
              <a:t>Exo</a:t>
            </a:r>
            <a:r>
              <a:rPr lang="en-US" dirty="0" smtClean="0"/>
              <a:t> 25:18, </a:t>
            </a:r>
            <a:r>
              <a:rPr lang="en-US" dirty="0" err="1" smtClean="0"/>
              <a:t>Heb</a:t>
            </a:r>
            <a:r>
              <a:rPr lang="en-US" dirty="0" smtClean="0"/>
              <a:t> 9:5, Ps 18:10.</a:t>
            </a:r>
          </a:p>
          <a:p>
            <a:r>
              <a:rPr lang="en-US" dirty="0" smtClean="0"/>
              <a:t>Lucifer : One of the cherubim  Isaiah14:12, </a:t>
            </a:r>
            <a:r>
              <a:rPr lang="en-US" dirty="0" err="1" smtClean="0"/>
              <a:t>Eze</a:t>
            </a:r>
            <a:r>
              <a:rPr lang="en-US" dirty="0" smtClean="0"/>
              <a:t> 28:14  ,16 .</a:t>
            </a:r>
          </a:p>
          <a:p>
            <a:r>
              <a:rPr lang="en-US" dirty="0" smtClean="0"/>
              <a:t>Seraphim : </a:t>
            </a:r>
            <a:r>
              <a:rPr lang="ml-IN" dirty="0" smtClean="0"/>
              <a:t>സാറാഫുകൾ</a:t>
            </a:r>
            <a:r>
              <a:rPr lang="en-US" dirty="0" smtClean="0"/>
              <a:t> Isaiah 6:1-3,</a:t>
            </a:r>
          </a:p>
          <a:p>
            <a:r>
              <a:rPr lang="en-US" dirty="0" smtClean="0"/>
              <a:t>Archangel :  </a:t>
            </a:r>
            <a:r>
              <a:rPr lang="ml-IN" dirty="0" smtClean="0"/>
              <a:t>പ്രധാന</a:t>
            </a:r>
            <a:r>
              <a:rPr lang="en-US" dirty="0" smtClean="0"/>
              <a:t> </a:t>
            </a:r>
            <a:r>
              <a:rPr lang="ml-IN" dirty="0" smtClean="0"/>
              <a:t>ദൂതൻ</a:t>
            </a:r>
            <a:r>
              <a:rPr lang="en-US" dirty="0" smtClean="0"/>
              <a:t>= Mikel </a:t>
            </a:r>
            <a:r>
              <a:rPr lang="ml-IN" dirty="0" smtClean="0"/>
              <a:t>മീഖായേൽ</a:t>
            </a:r>
            <a:r>
              <a:rPr lang="en-US" dirty="0" smtClean="0"/>
              <a:t> Jude 9, 1Thes4:16</a:t>
            </a:r>
          </a:p>
          <a:p>
            <a:r>
              <a:rPr lang="en-US" dirty="0" smtClean="0"/>
              <a:t>Messenger :  </a:t>
            </a:r>
            <a:r>
              <a:rPr lang="ml-IN" dirty="0" smtClean="0"/>
              <a:t>ദൂതുവാഹി</a:t>
            </a:r>
            <a:r>
              <a:rPr lang="en-US" dirty="0" smtClean="0"/>
              <a:t> = Gabriel </a:t>
            </a:r>
            <a:r>
              <a:rPr lang="ml-IN" dirty="0" smtClean="0"/>
              <a:t>ഗബ്രിയേൽ</a:t>
            </a:r>
            <a:r>
              <a:rPr lang="en-US" dirty="0" smtClean="0"/>
              <a:t> Dan8:16,9:21,</a:t>
            </a:r>
          </a:p>
          <a:p>
            <a:r>
              <a:rPr lang="en-US" dirty="0" smtClean="0"/>
              <a:t>Authorities : </a:t>
            </a:r>
            <a:r>
              <a:rPr lang="ml-IN" dirty="0" smtClean="0"/>
              <a:t>ഭരണാധികാരികൾ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Principalities : </a:t>
            </a:r>
            <a:r>
              <a:rPr lang="ml-IN" dirty="0" smtClean="0"/>
              <a:t>വാഴ്ചകൾ</a:t>
            </a:r>
            <a:r>
              <a:rPr lang="en-US" dirty="0" smtClean="0"/>
              <a:t>  Powers : </a:t>
            </a:r>
            <a:r>
              <a:rPr lang="ml-IN" dirty="0" smtClean="0"/>
              <a:t>അധികാരങ്ങൾ</a:t>
            </a:r>
            <a:endParaRPr lang="en-US" dirty="0" smtClean="0"/>
          </a:p>
          <a:p>
            <a:pPr lvl="1"/>
            <a:r>
              <a:rPr lang="en-US" dirty="0" err="1" smtClean="0"/>
              <a:t>Throni-throns</a:t>
            </a:r>
            <a:r>
              <a:rPr lang="en-US" dirty="0" smtClean="0"/>
              <a:t> : </a:t>
            </a:r>
            <a:r>
              <a:rPr lang="ml-IN" dirty="0" smtClean="0"/>
              <a:t>സിംഹാസനങ്ങൾ</a:t>
            </a:r>
            <a:r>
              <a:rPr lang="en-US" dirty="0" smtClean="0"/>
              <a:t> </a:t>
            </a:r>
            <a:r>
              <a:rPr lang="en-US" dirty="0" err="1" smtClean="0"/>
              <a:t>Kureoteto</a:t>
            </a:r>
            <a:r>
              <a:rPr lang="en-US" dirty="0" smtClean="0"/>
              <a:t> : </a:t>
            </a:r>
            <a:r>
              <a:rPr lang="ml-IN" dirty="0"/>
              <a:t>കർതൃത്വങ്ങൾ</a:t>
            </a:r>
            <a:endParaRPr lang="en-US" dirty="0" smtClean="0"/>
          </a:p>
          <a:p>
            <a:pPr lvl="1"/>
            <a:r>
              <a:rPr lang="en-US" dirty="0" err="1" smtClean="0"/>
              <a:t>Dunamies</a:t>
            </a:r>
            <a:r>
              <a:rPr lang="en-US" dirty="0" smtClean="0"/>
              <a:t> : </a:t>
            </a:r>
            <a:r>
              <a:rPr lang="ml-IN" dirty="0" smtClean="0"/>
              <a:t>ശക്തികൾ</a:t>
            </a:r>
            <a:endParaRPr lang="en-US" dirty="0" smtClean="0"/>
          </a:p>
          <a:p>
            <a:r>
              <a:rPr lang="en-US" dirty="0" smtClean="0"/>
              <a:t>Special Envoys : </a:t>
            </a:r>
            <a:r>
              <a:rPr lang="ml-IN" dirty="0" smtClean="0"/>
              <a:t>പ്രതൃേക</a:t>
            </a:r>
            <a:r>
              <a:rPr lang="en-US" dirty="0" smtClean="0"/>
              <a:t> </a:t>
            </a:r>
            <a:r>
              <a:rPr lang="ml-IN" dirty="0" smtClean="0"/>
              <a:t>കാര്യനിർവ്വഹണ</a:t>
            </a:r>
            <a:r>
              <a:rPr lang="en-US" dirty="0" smtClean="0"/>
              <a:t> </a:t>
            </a:r>
            <a:r>
              <a:rPr lang="ml-IN" dirty="0" smtClean="0"/>
              <a:t>ദൂതന്മാർ</a:t>
            </a:r>
            <a:r>
              <a:rPr lang="en-US" dirty="0" smtClean="0"/>
              <a:t> Rev8,9,14</a:t>
            </a:r>
          </a:p>
          <a:p>
            <a:r>
              <a:rPr lang="en-US" dirty="0" smtClean="0"/>
              <a:t>Angels with Christ’s vision: </a:t>
            </a:r>
            <a:r>
              <a:rPr lang="ml-IN" dirty="0" smtClean="0"/>
              <a:t>ക്രിസ്തു</a:t>
            </a:r>
            <a:r>
              <a:rPr lang="en-US" dirty="0" smtClean="0"/>
              <a:t> </a:t>
            </a:r>
            <a:r>
              <a:rPr lang="ml-IN" dirty="0" smtClean="0"/>
              <a:t>ദർശനം</a:t>
            </a:r>
            <a:r>
              <a:rPr lang="en-US" dirty="0" smtClean="0"/>
              <a:t> </a:t>
            </a:r>
            <a:r>
              <a:rPr lang="ml-IN" dirty="0" smtClean="0"/>
              <a:t>നല്കുന്ന</a:t>
            </a:r>
            <a:r>
              <a:rPr lang="en-US" dirty="0" smtClean="0"/>
              <a:t> </a:t>
            </a:r>
            <a:r>
              <a:rPr lang="ml-IN" dirty="0" smtClean="0"/>
              <a:t>ദൂതൻമാർ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53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5430</TotalTime>
  <Words>2071</Words>
  <Application>Microsoft Office PowerPoint</Application>
  <PresentationFormat>Widescreen</PresentationFormat>
  <Paragraphs>344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Century Gothic</vt:lpstr>
      <vt:lpstr>Kartika</vt:lpstr>
      <vt:lpstr>Mangal</vt:lpstr>
      <vt:lpstr>Wingdings 3</vt:lpstr>
      <vt:lpstr>Ion</vt:lpstr>
      <vt:lpstr>PowerPoint Presentation</vt:lpstr>
      <vt:lpstr>PowerPoint Presentation</vt:lpstr>
      <vt:lpstr>PowerPoint Presentation</vt:lpstr>
      <vt:lpstr>PNEUMATOLOGY</vt:lpstr>
      <vt:lpstr>PNEUMATOLOGY</vt:lpstr>
      <vt:lpstr>Names Of Holy Spirit</vt:lpstr>
      <vt:lpstr>PowerPoint Presentation</vt:lpstr>
      <vt:lpstr>PowerPoint Presentation</vt:lpstr>
      <vt:lpstr>The Person of Holy Spirit  പരിശുദ്ധാത്മാവിന്റെ ആളത്വ൦</vt:lpstr>
      <vt:lpstr>The Work Of Person Is Done By Holy Spirit ആളത്വത്തിന്റെ പ്രവൃത്തികൾ പരിശുദ്ധാത്മാവ് ചെയ്യുന്നു</vt:lpstr>
      <vt:lpstr>The Work Of Profound Depth Is Done With Holy Spirit ആളത്വത്തോട് ചെയ്യുന്ന പ്രവൃത്തികൾ പരിശുദ്ധാത്മാവ് ചെയ്യുന്നു</vt:lpstr>
      <vt:lpstr>THE DIVINITY OF HOLY SPIRIT പരിശുദ്ധാത്മാവിന്റെ ദൈവത്വം</vt:lpstr>
      <vt:lpstr> The Divinity Of Holy Spirit പരിശുദ്ധാത്മാവിന്റെ ദൈവത്വം</vt:lpstr>
      <vt:lpstr>The Holy Spirit Did The Works Of God  ദൈവീക പ്രവൃത്തികൾ പരിശുദ്ധാത്മാവ് ചെയ്തു</vt:lpstr>
      <vt:lpstr>Father, Christ and Holy Spirit Are Same       ദൈവത്തിനു൦ ക്രിസ്തുവിനു൦ തുല്യമായി പരിശുദ്ധാത്മാവിനെ പറഞ്ഞിരിക്കുന്നു </vt:lpstr>
      <vt:lpstr>Chapter 2 Symbols and Emblems of Holy Spirit</vt:lpstr>
      <vt:lpstr>HOLY SPIRIT IN THE BIBLE  പരിശുദ്ധാത്മാവ് വിശുദ്ധ വേദപുസ്തകത്തിൽ</vt:lpstr>
      <vt:lpstr>NEW TESTAMENT  പുതിയനിയമം  </vt:lpstr>
      <vt:lpstr>PART 2   THE WORKS OF HOLY SPIRIT  പരിശുദ്ധാത്മാവിന്റെ പ്രവൃത്തികൾ </vt:lpstr>
      <vt:lpstr>Study in three ways    മൂന്ന് വിധത്തിൽ പഠിക്കണം</vt:lpstr>
      <vt:lpstr>PowerPoint Presentation</vt:lpstr>
      <vt:lpstr>PowerPoint Presentation</vt:lpstr>
      <vt:lpstr>HOLY SPIRIT BAPTISM</vt:lpstr>
      <vt:lpstr>The Purpose Of Holy Spirit Baptism പരിശുദ്ധാത്മ സ്നാനത്തിന്റെ ഉദ്ദേശങ്ങൾ                         </vt:lpstr>
      <vt:lpstr>The Gifts Of The Holy Spirit പരിശുദ്ധാത്മാവിന്റെ വരങ്ങൾ</vt:lpstr>
      <vt:lpstr>PowerPoint Presentation</vt:lpstr>
      <vt:lpstr>Types of gifts വിവിധ വരങ്ങൾ</vt:lpstr>
      <vt:lpstr>PowerPoint Presentation</vt:lpstr>
      <vt:lpstr>PowerPoint Presentation</vt:lpstr>
      <vt:lpstr>Testing of the gifts</vt:lpstr>
      <vt:lpstr>Fruits of the Holy Spirit   ആത്മാവിന്റെ ഫലങ്ങൾ</vt:lpstr>
      <vt:lpstr>ANGELOLOGY   ദൂത ശാസ്ത്ര൦</vt:lpstr>
      <vt:lpstr>Angelology</vt:lpstr>
      <vt:lpstr>Different Religion Views  വിവിധ മത വീക്ഷണ൦</vt:lpstr>
      <vt:lpstr>Bible Says About Angels</vt:lpstr>
      <vt:lpstr>The Nature of Angels  ദൂതന്മാരുടെ പ്രകൃതി</vt:lpstr>
      <vt:lpstr>Host of Angels ദൂത സമൂഹ൦</vt:lpstr>
      <vt:lpstr>Disposition or Arrangement of Angels ദൂതന്മാരുടെ വിന്യാസം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PNEUMATOLOGY</dc:title>
  <dc:creator>DELL</dc:creator>
  <cp:lastModifiedBy>DELL</cp:lastModifiedBy>
  <cp:revision>166</cp:revision>
  <dcterms:created xsi:type="dcterms:W3CDTF">2025-09-30T05:07:57Z</dcterms:created>
  <dcterms:modified xsi:type="dcterms:W3CDTF">2025-12-27T13:20:24Z</dcterms:modified>
</cp:coreProperties>
</file>