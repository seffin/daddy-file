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71" r:id="rId6"/>
    <p:sldId id="261" r:id="rId7"/>
    <p:sldId id="269" r:id="rId8"/>
    <p:sldId id="270" r:id="rId9"/>
    <p:sldId id="260" r:id="rId10"/>
    <p:sldId id="262" r:id="rId11"/>
    <p:sldId id="263" r:id="rId12"/>
    <p:sldId id="264" r:id="rId13"/>
    <p:sldId id="265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05" r:id="rId42"/>
    <p:sldId id="299" r:id="rId43"/>
    <p:sldId id="300" r:id="rId44"/>
    <p:sldId id="301" r:id="rId45"/>
    <p:sldId id="302" r:id="rId46"/>
    <p:sldId id="303" r:id="rId47"/>
    <p:sldId id="30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00" autoAdjust="0"/>
  </p:normalViewPr>
  <p:slideViewPr>
    <p:cSldViewPr snapToGrid="0">
      <p:cViewPr varScale="1">
        <p:scale>
          <a:sx n="85" d="100"/>
          <a:sy n="85" d="100"/>
        </p:scale>
        <p:origin x="56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4CDB9-5C91-4445-ACDB-57094DC01B1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9D724-3A8E-4AA2-9180-D309DCE76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15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9D724-3A8E-4AA2-9180-D309DCE76C5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94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9D724-3A8E-4AA2-9180-D309DCE76C5D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680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9D724-3A8E-4AA2-9180-D309DCE76C5D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912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05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1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5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6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98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25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05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00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555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72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1764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8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902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86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04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26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05C0742-801A-4C58-9ED7-43C0431315C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5E05D-F0CD-4105-8DD5-31A6B7424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69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u="sng" dirty="0" smtClean="0"/>
              <a:t>SYSTEMATIC THEOLOGY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15040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</a:t>
            </a:r>
            <a:r>
              <a:rPr lang="en-IN" sz="2400" dirty="0" err="1" smtClean="0"/>
              <a:t>Bibliology</a:t>
            </a:r>
            <a:r>
              <a:rPr lang="en-IN" sz="2400" dirty="0" smtClean="0"/>
              <a:t>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</a:t>
            </a:r>
            <a:r>
              <a:rPr lang="en-IN" sz="2400" dirty="0" err="1" smtClean="0"/>
              <a:t>Hamartiology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5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2553831"/>
          </a:xfrm>
        </p:spPr>
        <p:txBody>
          <a:bodyPr/>
          <a:lstStyle/>
          <a:p>
            <a:pPr algn="ctr"/>
            <a:r>
              <a:rPr lang="en-US" sz="9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CHRISTOLOGY</a:t>
            </a:r>
            <a:endParaRPr lang="en-IN" sz="9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028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Christology</a:t>
            </a:r>
            <a:endParaRPr lang="en-IN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Study About the person and works of Christ</a:t>
            </a:r>
          </a:p>
          <a:p>
            <a:r>
              <a:rPr lang="en-US" dirty="0" smtClean="0"/>
              <a:t>The Person Of Christ</a:t>
            </a:r>
          </a:p>
          <a:p>
            <a:pPr lvl="3"/>
            <a:r>
              <a:rPr lang="en-US" dirty="0" smtClean="0"/>
              <a:t>Divinity</a:t>
            </a:r>
          </a:p>
          <a:p>
            <a:pPr lvl="3"/>
            <a:r>
              <a:rPr lang="en-US" dirty="0" smtClean="0"/>
              <a:t>Humanity</a:t>
            </a:r>
          </a:p>
          <a:p>
            <a:r>
              <a:rPr lang="en-US" dirty="0" smtClean="0"/>
              <a:t>The Works Of Christ</a:t>
            </a:r>
          </a:p>
          <a:p>
            <a:pPr lvl="3"/>
            <a:r>
              <a:rPr lang="en-US" dirty="0" smtClean="0"/>
              <a:t>Ministry</a:t>
            </a:r>
          </a:p>
          <a:p>
            <a:pPr lvl="3"/>
            <a:r>
              <a:rPr lang="en-US" dirty="0" smtClean="0"/>
              <a:t>Character</a:t>
            </a:r>
          </a:p>
          <a:p>
            <a:pPr lvl="3"/>
            <a:r>
              <a:rPr lang="en-US" dirty="0" smtClean="0"/>
              <a:t>Death</a:t>
            </a:r>
          </a:p>
          <a:p>
            <a:pPr lvl="3"/>
            <a:r>
              <a:rPr lang="en-US" dirty="0" smtClean="0"/>
              <a:t>Resurrection </a:t>
            </a:r>
          </a:p>
          <a:p>
            <a:pPr lvl="3"/>
            <a:r>
              <a:rPr lang="en-US" dirty="0" err="1" smtClean="0"/>
              <a:t>Assention</a:t>
            </a:r>
            <a:endParaRPr lang="en-US" dirty="0" smtClean="0"/>
          </a:p>
          <a:p>
            <a:pPr lvl="3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9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dirty="0" smtClean="0"/>
              <a:t>CHAPTER -1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THE PERSON OF </a:t>
            </a:r>
            <a:r>
              <a:rPr lang="en-US" sz="5400" dirty="0" smtClean="0"/>
              <a:t>CHRIST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52977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Bible Verses           Contents</a:t>
            </a:r>
          </a:p>
          <a:p>
            <a:r>
              <a:rPr lang="en-US" dirty="0" smtClean="0"/>
              <a:t>Galatians 4:4          The Fullness Of Time</a:t>
            </a:r>
          </a:p>
          <a:p>
            <a:r>
              <a:rPr lang="en-US" dirty="0" smtClean="0"/>
              <a:t>Acts 10:43, 3:20      Prophecy Of Prophets</a:t>
            </a:r>
          </a:p>
          <a:p>
            <a:r>
              <a:rPr lang="en-US" dirty="0" smtClean="0"/>
              <a:t>Acts 5:42, 9:19-20  Message Of Apostles</a:t>
            </a:r>
          </a:p>
          <a:p>
            <a:r>
              <a:rPr lang="en-US" dirty="0" smtClean="0"/>
              <a:t>Acts 17:1-3             Message To Jews</a:t>
            </a:r>
          </a:p>
          <a:p>
            <a:r>
              <a:rPr lang="en-US" dirty="0" smtClean="0"/>
              <a:t>Acts 8:5                  Message To Samaritans</a:t>
            </a:r>
          </a:p>
          <a:p>
            <a:r>
              <a:rPr lang="en-US" dirty="0" smtClean="0"/>
              <a:t>Galatians 1:15,16  Message To Gentiles</a:t>
            </a:r>
          </a:p>
          <a:p>
            <a:r>
              <a:rPr lang="en-US" dirty="0" smtClean="0"/>
              <a:t>Mark 16:15             Message To The All Nations</a:t>
            </a:r>
          </a:p>
          <a:p>
            <a:r>
              <a:rPr lang="en-US" dirty="0" smtClean="0"/>
              <a:t>Galatians 1:6-9      Message given To Preach</a:t>
            </a:r>
          </a:p>
          <a:p>
            <a:pPr marL="0" indent="0">
              <a:buNone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16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Person Of Christ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Genesis 1: 26,27 3:22 11:7</a:t>
            </a:r>
          </a:p>
          <a:p>
            <a:r>
              <a:rPr lang="en-US" dirty="0" smtClean="0"/>
              <a:t>Proverbs 30:4</a:t>
            </a:r>
          </a:p>
          <a:p>
            <a:r>
              <a:rPr lang="en-US" dirty="0" smtClean="0"/>
              <a:t>Psalm 110:1</a:t>
            </a:r>
          </a:p>
          <a:p>
            <a:r>
              <a:rPr lang="en-US" dirty="0" smtClean="0"/>
              <a:t>Isaiah 9:6</a:t>
            </a:r>
          </a:p>
          <a:p>
            <a:r>
              <a:rPr lang="en-US" dirty="0" smtClean="0"/>
              <a:t>Micah 5:2</a:t>
            </a:r>
          </a:p>
          <a:p>
            <a:r>
              <a:rPr lang="en-US" dirty="0" smtClean="0"/>
              <a:t>Daniel 7:9,13 14:22</a:t>
            </a:r>
          </a:p>
          <a:p>
            <a:r>
              <a:rPr lang="en-US" dirty="0" smtClean="0"/>
              <a:t>Genesis 49:10</a:t>
            </a:r>
          </a:p>
          <a:p>
            <a:r>
              <a:rPr lang="en-US" dirty="0" smtClean="0"/>
              <a:t>Isaiah 11:1,2  4:2 7:14</a:t>
            </a:r>
          </a:p>
          <a:p>
            <a:r>
              <a:rPr lang="en-US" dirty="0" smtClean="0"/>
              <a:t>Jeremiah 23:5 33:15</a:t>
            </a:r>
          </a:p>
          <a:p>
            <a:r>
              <a:rPr lang="en-US" dirty="0" smtClean="0"/>
              <a:t>Zechariah 6:12,13 3:8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66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Pre Existence Of Christ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Exodus 3:14</a:t>
            </a:r>
          </a:p>
          <a:p>
            <a:r>
              <a:rPr lang="en-US" dirty="0" smtClean="0"/>
              <a:t>John 1:1</a:t>
            </a:r>
          </a:p>
          <a:p>
            <a:r>
              <a:rPr lang="en-US" dirty="0" smtClean="0"/>
              <a:t>John 8:58</a:t>
            </a:r>
          </a:p>
          <a:p>
            <a:r>
              <a:rPr lang="en-US" dirty="0" smtClean="0"/>
              <a:t>Colossians 1:16,17</a:t>
            </a:r>
          </a:p>
          <a:p>
            <a:r>
              <a:rPr lang="en-US" dirty="0" smtClean="0"/>
              <a:t>John 3:17 10:17,18</a:t>
            </a:r>
          </a:p>
          <a:p>
            <a:r>
              <a:rPr lang="en-US" dirty="0" smtClean="0"/>
              <a:t>John 3:31 6:38 17:5,24</a:t>
            </a:r>
          </a:p>
          <a:p>
            <a:r>
              <a:rPr lang="en-US" dirty="0" smtClean="0"/>
              <a:t>John 1:15 18:30 3:13,16</a:t>
            </a:r>
          </a:p>
          <a:p>
            <a:r>
              <a:rPr lang="en-US" dirty="0" smtClean="0"/>
              <a:t>Romans 8:29,30 Ephesians 1:4-11</a:t>
            </a:r>
          </a:p>
          <a:p>
            <a:r>
              <a:rPr lang="en-US" dirty="0" smtClean="0"/>
              <a:t>2Thesselonians 2:13, 2Timithy 1:9 1Peter 1:12,20</a:t>
            </a:r>
          </a:p>
          <a:p>
            <a:r>
              <a:rPr lang="en-US" dirty="0" smtClean="0"/>
              <a:t>Colossians 2:9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68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Person Of Christ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102" y="2052918"/>
            <a:ext cx="11108602" cy="4195481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 smtClean="0"/>
              <a:t>Some </a:t>
            </a:r>
            <a:r>
              <a:rPr lang="en-IN" b="1" u="sng" dirty="0" smtClean="0"/>
              <a:t>Falls Teaching About The Person Of Christ</a:t>
            </a:r>
          </a:p>
          <a:p>
            <a:pPr algn="just"/>
            <a:r>
              <a:rPr lang="en-US" b="1" dirty="0" smtClean="0"/>
              <a:t>Docetism : </a:t>
            </a:r>
            <a:r>
              <a:rPr lang="en-US" dirty="0" smtClean="0"/>
              <a:t>  Accepted Divinity,  Denied Humanity      1</a:t>
            </a:r>
            <a:r>
              <a:rPr lang="en-US" baseline="30000" dirty="0" smtClean="0"/>
              <a:t>st</a:t>
            </a:r>
            <a:r>
              <a:rPr lang="en-US" dirty="0" smtClean="0"/>
              <a:t> Century</a:t>
            </a:r>
          </a:p>
          <a:p>
            <a:pPr algn="just"/>
            <a:r>
              <a:rPr lang="en-US" b="1" dirty="0" smtClean="0"/>
              <a:t>Gnosticism :</a:t>
            </a:r>
            <a:r>
              <a:rPr lang="en-US" dirty="0" smtClean="0"/>
              <a:t> Accepted Divinity, Denied Humanity</a:t>
            </a:r>
            <a:r>
              <a:rPr lang="en-US" b="1" u="sng" dirty="0" smtClean="0"/>
              <a:t>       </a:t>
            </a:r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Century</a:t>
            </a:r>
            <a:endParaRPr lang="en-US" b="1" u="sng" dirty="0" smtClean="0"/>
          </a:p>
          <a:p>
            <a:pPr algn="just"/>
            <a:r>
              <a:rPr lang="en-US" b="1" dirty="0" smtClean="0"/>
              <a:t>Ebionism :     </a:t>
            </a:r>
            <a:r>
              <a:rPr lang="en-US" dirty="0" smtClean="0"/>
              <a:t>Denied Divinity  ,     Accepted Humanity</a:t>
            </a:r>
            <a:r>
              <a:rPr lang="en-US" b="1" u="sng" dirty="0"/>
              <a:t> </a:t>
            </a: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Century</a:t>
            </a:r>
          </a:p>
          <a:p>
            <a:pPr algn="just"/>
            <a:r>
              <a:rPr lang="en-US" b="1" dirty="0" smtClean="0"/>
              <a:t>Arianism </a:t>
            </a:r>
            <a:r>
              <a:rPr lang="en-US" dirty="0" smtClean="0"/>
              <a:t>:      Denied Divinity,       Accepted Humanity 4</a:t>
            </a:r>
            <a:r>
              <a:rPr lang="en-US" baseline="30000" dirty="0" smtClean="0"/>
              <a:t>th</a:t>
            </a:r>
            <a:r>
              <a:rPr lang="en-US" dirty="0" smtClean="0"/>
              <a:t> Century    </a:t>
            </a:r>
          </a:p>
          <a:p>
            <a:pPr algn="just"/>
            <a:r>
              <a:rPr lang="en-US" dirty="0" err="1" smtClean="0"/>
              <a:t>Apollinarianism</a:t>
            </a:r>
            <a:r>
              <a:rPr lang="en-US" dirty="0" smtClean="0"/>
              <a:t>: Jesus Christ has two personality, Denied humanity</a:t>
            </a:r>
          </a:p>
          <a:p>
            <a:pPr algn="just"/>
            <a:r>
              <a:rPr lang="en-US" dirty="0" smtClean="0"/>
              <a:t> Instead of human spirit, Logos came                              4</a:t>
            </a:r>
            <a:r>
              <a:rPr lang="en-US" baseline="30000" dirty="0" smtClean="0"/>
              <a:t>th</a:t>
            </a:r>
            <a:r>
              <a:rPr lang="en-US" dirty="0" smtClean="0"/>
              <a:t> Century</a:t>
            </a:r>
          </a:p>
          <a:p>
            <a:pPr algn="just"/>
            <a:r>
              <a:rPr lang="en-US" dirty="0" err="1" smtClean="0"/>
              <a:t>Nestorianism</a:t>
            </a:r>
            <a:r>
              <a:rPr lang="en-US" dirty="0" smtClean="0"/>
              <a:t> : Christ has one personality, Denied Divinity 5</a:t>
            </a:r>
            <a:r>
              <a:rPr lang="en-US" baseline="30000" dirty="0" smtClean="0"/>
              <a:t>th</a:t>
            </a:r>
            <a:r>
              <a:rPr lang="en-US" dirty="0" smtClean="0"/>
              <a:t> Century</a:t>
            </a:r>
          </a:p>
          <a:p>
            <a:pPr algn="just"/>
            <a:r>
              <a:rPr lang="en-US" dirty="0" err="1" smtClean="0"/>
              <a:t>Eutychanism</a:t>
            </a:r>
            <a:r>
              <a:rPr lang="en-US" dirty="0" smtClean="0"/>
              <a:t> : Divine &amp; Human are merged and became one nature 5</a:t>
            </a:r>
            <a:r>
              <a:rPr lang="en-US" baseline="30000" dirty="0" smtClean="0"/>
              <a:t>th</a:t>
            </a:r>
            <a:r>
              <a:rPr lang="en-US" dirty="0" smtClean="0"/>
              <a:t> Century</a:t>
            </a:r>
          </a:p>
          <a:p>
            <a:pPr algn="just"/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29389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708044"/>
              </p:ext>
            </p:extLst>
          </p:nvPr>
        </p:nvGraphicFramePr>
        <p:xfrm>
          <a:off x="-2" y="-3"/>
          <a:ext cx="11181032" cy="6873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5258"/>
                <a:gridCol w="2795258"/>
                <a:gridCol w="2795258"/>
                <a:gridCol w="2795258"/>
              </a:tblGrid>
              <a:tr h="285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 smtClean="0">
                          <a:solidFill>
                            <a:schemeClr val="bg1"/>
                          </a:solidFill>
                          <a:effectLst/>
                        </a:rPr>
                        <a:t>പേര്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പ്രധാന വിശ്വാസം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തെറ്റ് / പ്രശ്നം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സഭയുടെ പ്രതികരണം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  <a:tr h="11430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ഡൊസെറ്റിസം (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Docetism)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യേശു മനുഷ്യശരീരത്തിൽ കാണപ്പെട്ടതു പോലെ മാത്രമാണ്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യഥാർത്ഥത്തിൽ മനുഷ്യൻ ആയിരുന്നില്ല.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യേശുവിന്റെ യഥാർത്ഥ മനുഷ്യത്ത്വം നിഷേധിക്കുന്നു.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പ്രാഥമിക സഭാപിതാക്കന്മാർ (ഇഗ്‌നേഷ്യസ്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ഇരേനെയൂസ്) എതിർത്തു.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  <a:tr h="5714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ഗ്നോസ്റ്റിസം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Gnosticism)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രക്ഷ ഗൂഢജ്ഞാനം കൊണ്ടാണ്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ദ്രവ്യം = ദോഷം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ആത്മാവ് = നല്ലത്.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സൃഷ്ടിയുടെ നന്മയും ശരീരധാരണവും നിഷേധിക്കുന്നു.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ഇരേനെയൂസ്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Against Heresies)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ഗ്രന്ഥത്തിൽ ശക്തമായി എതിർത്തു.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  <a:tr h="8572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എബിയോണിസം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Ebionism)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യേശു ഒരു മാനവ പ്രവാചകൻ മാത്രം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യഹൂദനിയമം പാലിച്ചു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പൗലോസിനെ നിരസിച്ചു.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ക്രിസ്തുവിന്റെ ദൈവീകത്വം നിഷേധിക്കുന്നു.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2-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ആം നൂറ്റാണ്ടിൽ സഭ തള്ളി.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  <a:tr h="8572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അറിയാനിസം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Arianism)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യേശു സൃഷ്ടിക്കപ്പെട്ട ഏറ്റവും ഉയർന്ന സൃഷ്ടി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നിത്യനായവനല്ല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പിതാവിനോടു തുല്യമല്ല.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ക്രിസ്തുവിന്റെ പൂർണ്ണ ദൈവീകത്വം നിഷേധിക്കുന്നു.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നൈസിയാ സഭ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AD 325)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തള്ളി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നൈസിയാ വിശ്വാസപ്രമാണം രൂപപ്പെട്ടു.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  <a:tr h="11430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അപ്പോളിനാരിസം (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  <a:effectLst/>
                        </a:rPr>
                        <a:t>Apollinarianism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യേശുവിന് ശരീരവും ആത്മാവും ഉണ്ടായിരുന്നു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പക്ഷേ മനുഷ്യബുദ്ധി ഉണ്ടായിരുന്നില്ല. ദൈവപുത്രൻ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Logos)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അത് പകരം വഹിച്ചു.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ക്രിസ്തുവിന്റെ പൂർണ്ണ മനുഷ്യത്ത്വം നിഷേധിക്കുന്നു.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കോൺസ്റ്റാന്റിനോപിൾ സഭ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AD 381)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തള്ളി.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  <a:tr h="8572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നെസ്റ്റോറിയാനിസം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Nestorianism)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ക്രിസ്തുവിൽ രണ്ട് വ്യക്തികൾ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ദൈവികനും മാനുഷനും) വേർതിരിച്ചു നിലകൊള്ളുന്നു.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ക്രിസ്തുവിനെ ഭിന്നിപ്പിക്കുന്നു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രക്ഷയെ ബാധിക്കുന്നു.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എഫെസോസ് സഭ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AD 431)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തള്ളി.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  <a:tr h="11430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യൂട്ടിക്കാനിസം / ഏകസ്വഭാവവാദം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Eutychianism / Monophysitism)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ശരീരധാരണത്തിന് ശേഷം ക്രിസ്തുവിന് ഒരു സ്വഭാവം മാത്രം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മാനുഷികത്വം ദൈവികതയിൽ ലയിച്ചു).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യേശുവിന്റെ യഥാർത്ഥ മനുഷ്യത്ത്വം നിഷേധിക്കുന്നു.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ചാൽസിഡോൺ സഭ (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AD 451) </a:t>
                      </a: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തള്ളി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; </a:t>
                      </a: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രണ്ട് സ്വഭാവങ്ങൾ ഒരേ വ്യക്തിയിൽ എന്ന് ഉറപ്പിച്ചു.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91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39616"/>
              </p:ext>
            </p:extLst>
          </p:nvPr>
        </p:nvGraphicFramePr>
        <p:xfrm>
          <a:off x="0" y="3"/>
          <a:ext cx="11199135" cy="6857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9827"/>
                <a:gridCol w="2239827"/>
                <a:gridCol w="2239827"/>
                <a:gridCol w="2239827"/>
                <a:gridCol w="2239827"/>
              </a:tblGrid>
              <a:tr h="250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Heresy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Approx. Time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Main Belief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Error / Denial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Church Response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9424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Gnosticism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2nd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Salvation through secret knowledge; matter = evil, spirit = good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Denies goodness of creation and incarnation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Opposed by Irenaeus (Against Heresies)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7094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Ebionism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2nd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Jesus was a human prophet; kept Jewish law; rejected Paul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Denies divinity of Christ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Declared heretical by early Church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7094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Docetism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2nd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 smtClean="0">
                          <a:solidFill>
                            <a:schemeClr val="bg1"/>
                          </a:solidFill>
                          <a:effectLst/>
                        </a:rPr>
                        <a:t>Jesus 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only appeared human; His body was an illusion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Denies true humanity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Rejected by early Church Fathers (Ignatius, Irenaeus)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9424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Arianism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Early 4th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Jesus is highest created being, not eternal or equal with the Father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Denies Christ’s full deity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Condemned at Council of Nicaea (AD 325); Nicene Creed affirmed His deity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7094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Sabellianism (Modalism)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Early 3rd – 4th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God is one person appearing in three modes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Denies the Trinity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Rejected by early Church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9424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Apollinarianism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Late 4th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Jesus had human body &amp; soul, but divine Logos replaced His mind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Denies Christ’s full humanity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Condemned at Council of Constantinople (AD 381)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7094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Nestorianism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Early 5th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Christ has two separate persons (divine &amp; human)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Splits Christ into two persons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Condemned at Council of Ephesus (AD 431)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  <a:tr h="9424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Eutychianism (Monophysitism)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Mid 5th century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Christ has one nature only (human absorbed into divine)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Denies Christ’s true humanity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Condemned at Council of Chalcedon (AD 451); affirmed two natures in one person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553" marR="8553" marT="8553" marB="855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82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528954"/>
              </p:ext>
            </p:extLst>
          </p:nvPr>
        </p:nvGraphicFramePr>
        <p:xfrm>
          <a:off x="1" y="1"/>
          <a:ext cx="11126709" cy="7035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8903"/>
                <a:gridCol w="3708903"/>
                <a:gridCol w="3708903"/>
              </a:tblGrid>
              <a:tr h="3614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Topic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Orthodox Teaching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Key Scripture / Council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744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Jesus Christ’s Person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Jesus Christ is one Person with two natures — fully God and fully man. The divine and human are united without confusion, change, division, or separation.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Council of Chalcedon (AD 451); Matt 1:23, John 1:14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53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Humanity of Christ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Christ is fully human: body, soul, and mind. He experienced hunger, pain, and suffering.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Heb 2:17-18, Luke 2:52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7073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Divinity of Christ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Christ is fully God: eternal, co-equal, and consubstantial with the Father.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John 1:1-3, Col 2:9; Council of Nicaea (AD 325)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53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Trinity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One God in three distinct persons (Father, Son, Holy Spirit) sharing one essence.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Matthew 28:19, 2 Cor 13:14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53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Salvation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Jesus’ full humanity and full divinity are essential for redemption. Only God incarnate could truly save humanity.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1 Tim 2:5, Heb 9:14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53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Incarnation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</a:rPr>
                        <a:t>The Son of God became human without ceasing to be God, for the sake of humanity’s salvation.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John 1:14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03313" y="24209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46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150385"/>
              </p:ext>
            </p:extLst>
          </p:nvPr>
        </p:nvGraphicFramePr>
        <p:xfrm>
          <a:off x="764" y="0"/>
          <a:ext cx="11130657" cy="6858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0219"/>
                <a:gridCol w="3710219"/>
                <a:gridCol w="3710219"/>
              </a:tblGrid>
              <a:tr h="5218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വിഷയം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ഓർത്തഡോക്സ് വിശ്വാസം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പ്രധാന ബൈബിള്‍ വചനം / സഭാ കൗൺസിൽ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</a:tr>
              <a:tr h="17545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ക്രിസ്തുവിന്റെ വ്യക്തി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യേശു ക്രിസ്തു ഒരേയൊരു വ്യക്തി ആണ്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രണ്ട് സ്വഭാവങ്ങൾ ഉള്ളവൻ — പൂർണ്ണ ദൈവവും പൂർണ്ണ മനുഷ്യനും. ദൈവികതയും മനുഷ്യത്ത്വവും കുഴച്ച് പോകാതെ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മാറ്റമില്ലാതെ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വിഭജിക്കാതെ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വേർതിരിക്കാതെ ഒരുമിച്ചു നിലനിൽക്കുന്നു.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ചാൽസിഡോൺ കൗൺസിൽ (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AD 451); </a:t>
                      </a: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മത്തായി 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1:23, </a:t>
                      </a: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യോഹന്നാൻ 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1:14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</a:tr>
              <a:tr h="10149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ക്രിസ്തുവിന്റെ മനുഷ്യത്വം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 പൂർണ്ണമായ മനുഷ്യനാണ്: ശരീരം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ആത്മാവ്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ബുദ്ധി എന്നിവയോടുകൂടി. വിശപ്പും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വേദനയും അനുഭവിച്ചു.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ഹീബ്രു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2:17-18,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ലൂക്കാ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2:52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</a:tr>
              <a:tr h="7684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ക്രിസ്തുവിന്റെ ദൈവീകത്വം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ക്രിസ്തു പൂർണ്ണ ദൈവമാണ്: നിത്യൻ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പിതാവിനോടു തുല്യൻ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ഒന്നാത്മാവുള്ളവൻ.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യോഹന്നാൻ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1:1-3,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കൊലോസ്യർ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2:9;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നൈസിയാ കൗൺസിൽ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AD 325)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</a:tr>
              <a:tr h="7684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ത്രിത്വം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Trinity)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ഒരു ദൈവം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മൂന്ന് വ്യക്തികൾ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പിതാവ്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പുത്രൻ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പരിശുദ്ധാത്മാവ്) ഉള്ളവൻ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ഒന്നാത്മാവ്.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മത്തായി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28:19, 2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കൊരിന്ത്യർ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13:14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</a:tr>
              <a:tr h="12614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രക്ഷ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Salvation)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യേശുവിന്റെ പൂർണ്ണ മനുഷ്യത്വവും പൂർണ്ണ ദൈവീകത്വവും രക്ഷയ്ക്കു അനിവാര്യമാണ്. ദൈവധാരണയുള്ള മനുഷ്യനു മാത്രം മനുഷ്യരെ രക്ഷിക്കാനാകും.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1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തിമോത്തി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2:5,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ഹീബ്രു 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9:14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</a:tr>
              <a:tr h="7684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മനുഷ്യധാരണ (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Incarnation)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ദൈവപുത്രൻ മനുഷ്യനായി ജനിച്ചു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ദൈവീകത്വം നഷ്ടപ്പെടാതെ</a:t>
                      </a:r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ml-IN" sz="1200">
                          <a:solidFill>
                            <a:schemeClr val="bg1"/>
                          </a:solidFill>
                          <a:effectLst/>
                        </a:rPr>
                        <a:t>മനുഷ്യരക്ഷയ്ക്കായി.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ml-IN" sz="1200" dirty="0">
                          <a:solidFill>
                            <a:schemeClr val="bg1"/>
                          </a:solidFill>
                          <a:effectLst/>
                        </a:rPr>
                        <a:t>യോഹന്നാൻ 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1:14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8810" marR="8810" marT="8810" marB="8810" anchor="ctr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1"/>
            <a:ext cx="16398008" cy="74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18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CHAPTER - 2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dirty="0" smtClean="0"/>
          </a:p>
          <a:p>
            <a:pPr algn="ctr"/>
            <a:r>
              <a:rPr lang="en-US" sz="5400" b="1" u="sng" dirty="0" smtClean="0"/>
              <a:t>THE DIVINITY OF CHRIST</a:t>
            </a:r>
            <a:endParaRPr lang="en-IN" sz="5400" b="1" u="sng" dirty="0"/>
          </a:p>
        </p:txBody>
      </p:sp>
    </p:spTree>
    <p:extLst>
      <p:ext uri="{BB962C8B-B14F-4D97-AF65-F5344CB8AC3E}">
        <p14:creationId xmlns:p14="http://schemas.microsoft.com/office/powerpoint/2010/main" val="364264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1.Christ’s Divine Name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778" y="1376127"/>
            <a:ext cx="9489242" cy="5327964"/>
          </a:xfrm>
        </p:spPr>
        <p:txBody>
          <a:bodyPr>
            <a:normAutofit/>
          </a:bodyPr>
          <a:lstStyle/>
          <a:p>
            <a:r>
              <a:rPr lang="en-US" sz="2400" b="1" u="sng" dirty="0" smtClean="0"/>
              <a:t>God [</a:t>
            </a:r>
            <a:r>
              <a:rPr lang="en-US" sz="2400" b="1" u="sng" dirty="0" err="1" smtClean="0"/>
              <a:t>Theos</a:t>
            </a:r>
            <a:r>
              <a:rPr lang="en-US" sz="2400" b="1" u="sng" dirty="0" smtClean="0"/>
              <a:t>]</a:t>
            </a:r>
          </a:p>
          <a:p>
            <a:r>
              <a:rPr lang="en-US" sz="2400" dirty="0" smtClean="0"/>
              <a:t>Isaiah 9:6 –      </a:t>
            </a:r>
            <a:r>
              <a:rPr lang="en-US" sz="2400" b="1" dirty="0" smtClean="0"/>
              <a:t>Mighty God</a:t>
            </a:r>
          </a:p>
          <a:p>
            <a:r>
              <a:rPr lang="en-US" sz="2400" dirty="0" smtClean="0"/>
              <a:t>John 1:1 –        </a:t>
            </a:r>
            <a:r>
              <a:rPr lang="en-US" sz="2400" b="1" dirty="0" smtClean="0"/>
              <a:t>Word God</a:t>
            </a:r>
          </a:p>
          <a:p>
            <a:r>
              <a:rPr lang="en-US" sz="2400" dirty="0" smtClean="0"/>
              <a:t>John 1:18 –       </a:t>
            </a:r>
            <a:r>
              <a:rPr lang="en-US" sz="2400" b="1" dirty="0" smtClean="0"/>
              <a:t>The Only Begotten Son</a:t>
            </a:r>
          </a:p>
          <a:p>
            <a:r>
              <a:rPr lang="en-US" sz="2400" dirty="0" smtClean="0"/>
              <a:t>John 20:28  –    </a:t>
            </a:r>
            <a:r>
              <a:rPr lang="en-US" sz="2400" b="1" dirty="0" smtClean="0"/>
              <a:t>My God</a:t>
            </a:r>
          </a:p>
          <a:p>
            <a:r>
              <a:rPr lang="en-US" sz="2400" dirty="0" smtClean="0"/>
              <a:t>Romans 9:5 –    </a:t>
            </a:r>
            <a:r>
              <a:rPr lang="en-US" sz="2400" b="1" dirty="0" smtClean="0"/>
              <a:t>Christ is over all, the eternally blessed God</a:t>
            </a:r>
          </a:p>
          <a:p>
            <a:r>
              <a:rPr lang="en-US" sz="2400" dirty="0" smtClean="0"/>
              <a:t>1Timothy 3:16 – </a:t>
            </a:r>
            <a:r>
              <a:rPr lang="en-US" sz="2400" b="1" dirty="0" smtClean="0"/>
              <a:t>God was manifested in the flesh</a:t>
            </a:r>
          </a:p>
          <a:p>
            <a:r>
              <a:rPr lang="en-US" sz="2400" dirty="0" smtClean="0"/>
              <a:t>Titus 2:12,13 –     </a:t>
            </a:r>
            <a:r>
              <a:rPr lang="en-US" sz="2400" b="1" dirty="0" smtClean="0"/>
              <a:t>Great God and Savior Jesus Christ</a:t>
            </a:r>
          </a:p>
          <a:p>
            <a:r>
              <a:rPr lang="en-US" sz="2400" dirty="0" smtClean="0"/>
              <a:t>Hebrews 1:8 –    </a:t>
            </a:r>
            <a:r>
              <a:rPr lang="en-US" sz="2400" b="1" dirty="0" smtClean="0"/>
              <a:t>Your Throne, O God</a:t>
            </a:r>
          </a:p>
          <a:p>
            <a:r>
              <a:rPr lang="en-US" sz="2400" dirty="0" smtClean="0"/>
              <a:t>1John 5:20 –       </a:t>
            </a:r>
            <a:r>
              <a:rPr lang="en-US" sz="2400" b="1" dirty="0" smtClean="0"/>
              <a:t>True God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8911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170" y="497941"/>
            <a:ext cx="9913545" cy="5984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2.  The Lord</a:t>
            </a:r>
            <a:r>
              <a:rPr lang="en-US" sz="2400" dirty="0" smtClean="0"/>
              <a:t> -- Acts 4:26, 33, 22:8, 19, Philippians 2:11, Ephesians 4:4,5 </a:t>
            </a:r>
          </a:p>
          <a:p>
            <a:r>
              <a:rPr lang="en-US" sz="2400" dirty="0" smtClean="0"/>
              <a:t>The Lord of all -- Acts 10:36, Romans 10:9, Revelation 19:16 </a:t>
            </a:r>
          </a:p>
          <a:p>
            <a:r>
              <a:rPr lang="en-US" sz="2400" dirty="0" smtClean="0"/>
              <a:t>The Lord Of Glory -- 1Corinthians 2:7,8 </a:t>
            </a:r>
          </a:p>
          <a:p>
            <a:pPr marL="0" indent="0">
              <a:buNone/>
            </a:pPr>
            <a:r>
              <a:rPr lang="en-US" sz="2400" b="1" dirty="0" smtClean="0"/>
              <a:t>3. The Holy One – </a:t>
            </a:r>
            <a:r>
              <a:rPr lang="en-US" sz="2400" dirty="0" smtClean="0"/>
              <a:t>Acts 2:25, 3:14, 4:30, John 6:69, Rev 15:4</a:t>
            </a:r>
          </a:p>
          <a:p>
            <a:pPr marL="0" indent="0">
              <a:buNone/>
            </a:pPr>
            <a:r>
              <a:rPr lang="en-US" sz="2400" b="1" dirty="0" smtClean="0"/>
              <a:t>4. The only begotten Son – </a:t>
            </a:r>
            <a:r>
              <a:rPr lang="en-US" sz="2400" dirty="0" smtClean="0"/>
              <a:t>John 3:16</a:t>
            </a:r>
          </a:p>
          <a:p>
            <a:pPr marL="0" indent="0">
              <a:buNone/>
            </a:pPr>
            <a:r>
              <a:rPr lang="en-US" sz="2400" b="1" dirty="0" smtClean="0"/>
              <a:t>5. Alpha and Omega – </a:t>
            </a:r>
            <a:r>
              <a:rPr lang="en-US" sz="2400" dirty="0" smtClean="0"/>
              <a:t>Revelation 1:8</a:t>
            </a:r>
          </a:p>
          <a:p>
            <a:pPr marL="0" indent="0">
              <a:buNone/>
            </a:pPr>
            <a:r>
              <a:rPr lang="en-US" sz="2400" b="1" dirty="0" smtClean="0"/>
              <a:t>6.First and Last – </a:t>
            </a:r>
            <a:r>
              <a:rPr lang="en-US" sz="2400" dirty="0" smtClean="0"/>
              <a:t>Revelation 1:17</a:t>
            </a:r>
          </a:p>
          <a:p>
            <a:pPr marL="0" indent="0">
              <a:buNone/>
            </a:pPr>
            <a:r>
              <a:rPr lang="en-US" sz="2400" b="1" dirty="0" smtClean="0"/>
              <a:t>7. Immanuel – </a:t>
            </a:r>
            <a:r>
              <a:rPr lang="en-US" sz="2400" dirty="0" smtClean="0"/>
              <a:t>Mathew 1:22,23</a:t>
            </a:r>
          </a:p>
          <a:p>
            <a:pPr marL="0" indent="0">
              <a:buNone/>
            </a:pPr>
            <a:r>
              <a:rPr lang="en-US" sz="2400" b="1" dirty="0" smtClean="0"/>
              <a:t>8. Son of God – </a:t>
            </a:r>
            <a:r>
              <a:rPr lang="en-US" sz="2400" dirty="0" smtClean="0"/>
              <a:t>Mathew 16:16</a:t>
            </a:r>
          </a:p>
          <a:p>
            <a:pPr marL="0" indent="0">
              <a:buNone/>
            </a:pPr>
            <a:r>
              <a:rPr lang="en-US" sz="2400" b="1" dirty="0" smtClean="0"/>
              <a:t>9. Amen – </a:t>
            </a:r>
            <a:r>
              <a:rPr lang="en-US" sz="2400" dirty="0" smtClean="0"/>
              <a:t>Revelation 3:14</a:t>
            </a:r>
          </a:p>
          <a:p>
            <a:pPr marL="0" indent="0">
              <a:buNone/>
            </a:pPr>
            <a:r>
              <a:rPr lang="en-US" sz="2400" b="1" dirty="0" smtClean="0"/>
              <a:t>10. First Born – </a:t>
            </a:r>
            <a:r>
              <a:rPr lang="en-US" sz="2400" dirty="0" smtClean="0"/>
              <a:t>Rev 1:5, </a:t>
            </a:r>
            <a:r>
              <a:rPr lang="en-US" sz="2400" dirty="0" err="1" smtClean="0"/>
              <a:t>Colo</a:t>
            </a:r>
            <a:r>
              <a:rPr lang="en-US" sz="2400" dirty="0" smtClean="0"/>
              <a:t> 1:18, </a:t>
            </a:r>
            <a:r>
              <a:rPr lang="en-US" sz="2400" dirty="0" err="1" smtClean="0"/>
              <a:t>Heb</a:t>
            </a:r>
            <a:r>
              <a:rPr lang="en-US" sz="2400" dirty="0" smtClean="0"/>
              <a:t> 1:6</a:t>
            </a:r>
          </a:p>
        </p:txBody>
      </p:sp>
    </p:spTree>
    <p:extLst>
      <p:ext uri="{BB962C8B-B14F-4D97-AF65-F5344CB8AC3E}">
        <p14:creationId xmlns:p14="http://schemas.microsoft.com/office/powerpoint/2010/main" val="137590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 dirty="0" smtClean="0"/>
              <a:t>2. Divine Attributes Are Manifested In Christ</a:t>
            </a:r>
            <a:endParaRPr lang="en-IN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620570"/>
            <a:ext cx="10073192" cy="4870765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Self Existence </a:t>
            </a:r>
          </a:p>
          <a:p>
            <a:r>
              <a:rPr lang="en-US" sz="2400" dirty="0" smtClean="0"/>
              <a:t>John 5:26, John 17:5, Hebrews 7:16,21,25</a:t>
            </a:r>
          </a:p>
          <a:p>
            <a:r>
              <a:rPr lang="en-US" sz="2400" b="1" dirty="0" smtClean="0"/>
              <a:t>Immutability</a:t>
            </a:r>
          </a:p>
          <a:p>
            <a:r>
              <a:rPr lang="en-US" sz="2400" dirty="0" smtClean="0"/>
              <a:t>Hebrews 13:8, 2Cor 1:19</a:t>
            </a:r>
          </a:p>
          <a:p>
            <a:r>
              <a:rPr lang="en-US" sz="2400" b="1" dirty="0" smtClean="0"/>
              <a:t>Eternity</a:t>
            </a:r>
          </a:p>
          <a:p>
            <a:r>
              <a:rPr lang="en-US" sz="2400" dirty="0" smtClean="0"/>
              <a:t>John 1:1, Micah 5:2, Colossians 1:17, </a:t>
            </a:r>
          </a:p>
          <a:p>
            <a:r>
              <a:rPr lang="en-US" sz="2400" b="1" dirty="0" smtClean="0"/>
              <a:t>Omni Presence</a:t>
            </a:r>
          </a:p>
          <a:p>
            <a:r>
              <a:rPr lang="en-US" sz="2400" dirty="0" smtClean="0"/>
              <a:t>Mathew 18:20, 28:20, John 3:13, 14:20, Colossians 1:27</a:t>
            </a:r>
          </a:p>
          <a:p>
            <a:r>
              <a:rPr lang="en-US" sz="2400" b="1" dirty="0" smtClean="0"/>
              <a:t>Omniscience</a:t>
            </a:r>
          </a:p>
          <a:p>
            <a:r>
              <a:rPr lang="en-US" sz="2400" dirty="0" smtClean="0"/>
              <a:t>John 2:25, Mark 2:8, Luke 5:22,John 6:64, 21:17, Rev 1:8, 22:20</a:t>
            </a:r>
          </a:p>
        </p:txBody>
      </p:sp>
    </p:spTree>
    <p:extLst>
      <p:ext uri="{BB962C8B-B14F-4D97-AF65-F5344CB8AC3E}">
        <p14:creationId xmlns:p14="http://schemas.microsoft.com/office/powerpoint/2010/main" val="87384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761" y="534156"/>
            <a:ext cx="9407762" cy="6047714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Omni Potencies</a:t>
            </a:r>
          </a:p>
          <a:p>
            <a:r>
              <a:rPr lang="en-US" sz="2400" dirty="0" smtClean="0"/>
              <a:t>Luke 8:43</a:t>
            </a:r>
          </a:p>
          <a:p>
            <a:r>
              <a:rPr lang="en-US" sz="2400" dirty="0" smtClean="0"/>
              <a:t>Luke 8:27</a:t>
            </a:r>
          </a:p>
          <a:p>
            <a:r>
              <a:rPr lang="en-US" sz="2400" dirty="0" smtClean="0"/>
              <a:t>John 17:2</a:t>
            </a:r>
          </a:p>
          <a:p>
            <a:r>
              <a:rPr lang="en-US" sz="2400" dirty="0" smtClean="0"/>
              <a:t>Luke 8:25</a:t>
            </a:r>
          </a:p>
          <a:p>
            <a:r>
              <a:rPr lang="en-US" sz="2400" dirty="0" smtClean="0"/>
              <a:t>Mathew 9:6</a:t>
            </a:r>
          </a:p>
          <a:p>
            <a:r>
              <a:rPr lang="en-US" sz="2400" dirty="0" smtClean="0"/>
              <a:t>Mathew 28:18, Philippians 2:10,11 Ephesians 1:20-23</a:t>
            </a:r>
          </a:p>
          <a:p>
            <a:r>
              <a:rPr lang="en-US" sz="2400" dirty="0" smtClean="0"/>
              <a:t>John 5:25, Philippians 3:21, 1Thesselonians 4:16,17 1Cor 15:27</a:t>
            </a:r>
          </a:p>
          <a:p>
            <a:r>
              <a:rPr lang="en-US" sz="2400" b="1" dirty="0" smtClean="0"/>
              <a:t>Truth</a:t>
            </a:r>
          </a:p>
          <a:p>
            <a:r>
              <a:rPr lang="en-US" sz="2400" dirty="0" smtClean="0"/>
              <a:t>John 14:6, Rev 3:7, </a:t>
            </a:r>
            <a:r>
              <a:rPr lang="en-US" sz="2400" dirty="0" err="1" smtClean="0"/>
              <a:t>Eph</a:t>
            </a:r>
            <a:r>
              <a:rPr lang="en-US" sz="2400" dirty="0" smtClean="0"/>
              <a:t> 4:20, John 17:17</a:t>
            </a:r>
          </a:p>
          <a:p>
            <a:r>
              <a:rPr lang="en-US" sz="2400" b="1" dirty="0" smtClean="0"/>
              <a:t>Love </a:t>
            </a:r>
            <a:r>
              <a:rPr lang="en-US" sz="2400" dirty="0" smtClean="0"/>
              <a:t>: John 3:16, 1John 3:16, 4:16, Rev 1:6, Rom 5:8, 8:35</a:t>
            </a:r>
          </a:p>
          <a:p>
            <a:r>
              <a:rPr lang="en-US" sz="2400" b="1" dirty="0" smtClean="0"/>
              <a:t>Holy</a:t>
            </a:r>
            <a:r>
              <a:rPr lang="en-US" sz="2400" dirty="0" smtClean="0"/>
              <a:t> : Luke 1:35, John 6:69, Acts 3:14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883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Divine Responsibilities are Manifested in Christ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598" y="2052918"/>
            <a:ext cx="9904491" cy="4565165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Creation</a:t>
            </a:r>
            <a:r>
              <a:rPr lang="en-US" sz="2400" dirty="0" smtClean="0"/>
              <a:t> : John 1:3, Colossians 1:15, Hebrews 1:2,10</a:t>
            </a:r>
          </a:p>
          <a:p>
            <a:r>
              <a:rPr lang="en-US" sz="2400" b="1" dirty="0" smtClean="0"/>
              <a:t>Preservation</a:t>
            </a:r>
            <a:r>
              <a:rPr lang="en-US" sz="2400" dirty="0" smtClean="0"/>
              <a:t> : Hebrews 1:3, Colossians 1:17, 1Peter 5:7,8</a:t>
            </a:r>
          </a:p>
          <a:p>
            <a:r>
              <a:rPr lang="en-US" sz="2400" b="1" dirty="0" smtClean="0"/>
              <a:t>Remission of Sin </a:t>
            </a:r>
            <a:r>
              <a:rPr lang="en-US" sz="2400" dirty="0" smtClean="0"/>
              <a:t>: Mark 2:5-11, Mathew 9:2-6, </a:t>
            </a:r>
          </a:p>
          <a:p>
            <a:r>
              <a:rPr lang="en-US" sz="2400" b="1" dirty="0" smtClean="0"/>
              <a:t>Raised the dead </a:t>
            </a:r>
            <a:r>
              <a:rPr lang="en-US" sz="2400" dirty="0" smtClean="0"/>
              <a:t>: John 6:39-44, 11:41, 5:21, Rom 8:11</a:t>
            </a:r>
          </a:p>
          <a:p>
            <a:r>
              <a:rPr lang="en-US" sz="2400" b="1" dirty="0" smtClean="0"/>
              <a:t>Transformation</a:t>
            </a:r>
            <a:r>
              <a:rPr lang="en-US" sz="2400" dirty="0" smtClean="0"/>
              <a:t> : Phi 3:21, John 5:28,29 1John 3:1,2</a:t>
            </a:r>
          </a:p>
          <a:p>
            <a:r>
              <a:rPr lang="en-US" sz="2400" b="1" dirty="0" smtClean="0"/>
              <a:t>Eternal Life </a:t>
            </a:r>
            <a:r>
              <a:rPr lang="en-US" sz="2400" dirty="0" smtClean="0"/>
              <a:t>: John 10:28, 17:2, 6:68, 2Timithy 1:10</a:t>
            </a:r>
          </a:p>
          <a:p>
            <a:r>
              <a:rPr lang="en-US" sz="2400" b="1" dirty="0" smtClean="0"/>
              <a:t>Judgment</a:t>
            </a:r>
            <a:r>
              <a:rPr lang="en-US" sz="2400" dirty="0" smtClean="0"/>
              <a:t> : 2Timithy 4:1, Mathew 25:31, John 5:21-23, Acts 17:31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1080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15680"/>
            <a:ext cx="9404723" cy="1400530"/>
          </a:xfrm>
        </p:spPr>
        <p:txBody>
          <a:bodyPr/>
          <a:lstStyle/>
          <a:p>
            <a:pPr algn="ctr"/>
            <a:r>
              <a:rPr lang="en-US" sz="3600" b="1" u="sng" dirty="0" smtClean="0"/>
              <a:t>4.Yahweh</a:t>
            </a:r>
            <a:r>
              <a:rPr lang="en-US" b="1" u="sng" dirty="0" smtClean="0"/>
              <a:t> in O.T is Jesus Christ in N.T</a:t>
            </a:r>
            <a:endParaRPr lang="en-IN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672798" cy="576262"/>
          </a:xfrm>
        </p:spPr>
        <p:txBody>
          <a:bodyPr/>
          <a:lstStyle/>
          <a:p>
            <a:r>
              <a:rPr lang="en-US" sz="2800" b="1" dirty="0" smtClean="0"/>
              <a:t>Old Testament</a:t>
            </a:r>
            <a:endParaRPr lang="en-IN" sz="2800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Psalm 102:24-27</a:t>
            </a:r>
          </a:p>
          <a:p>
            <a:r>
              <a:rPr lang="en-US" dirty="0" smtClean="0"/>
              <a:t>Isaiah 40:3,4</a:t>
            </a:r>
          </a:p>
          <a:p>
            <a:r>
              <a:rPr lang="en-US" dirty="0" smtClean="0"/>
              <a:t>Jeremiah 11:20</a:t>
            </a:r>
          </a:p>
          <a:p>
            <a:r>
              <a:rPr lang="en-US" dirty="0" smtClean="0"/>
              <a:t>Isaiah 60:19</a:t>
            </a:r>
          </a:p>
          <a:p>
            <a:r>
              <a:rPr lang="en-US" dirty="0" smtClean="0"/>
              <a:t>Isaiah 6:10</a:t>
            </a:r>
          </a:p>
          <a:p>
            <a:r>
              <a:rPr lang="en-US" dirty="0" smtClean="0"/>
              <a:t>Isaiah 8:12 -14</a:t>
            </a:r>
          </a:p>
          <a:p>
            <a:r>
              <a:rPr lang="en-US" dirty="0" smtClean="0"/>
              <a:t>Numbers 21:6,7</a:t>
            </a:r>
          </a:p>
          <a:p>
            <a:r>
              <a:rPr lang="en-US" dirty="0" smtClean="0"/>
              <a:t>Psalm 23:1</a:t>
            </a:r>
          </a:p>
          <a:p>
            <a:r>
              <a:rPr lang="en-US" dirty="0" smtClean="0"/>
              <a:t>Ezekiel 34:11,12,18</a:t>
            </a:r>
          </a:p>
          <a:p>
            <a:r>
              <a:rPr lang="en-US" dirty="0" smtClean="0"/>
              <a:t>Zechariah 9:9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 smtClean="0"/>
              <a:t>New Testament</a:t>
            </a:r>
            <a:endParaRPr lang="en-IN" b="1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Hebrew 1:10 -12.</a:t>
            </a:r>
          </a:p>
          <a:p>
            <a:r>
              <a:rPr lang="en-US" dirty="0" smtClean="0"/>
              <a:t>Mathew 3:3</a:t>
            </a:r>
          </a:p>
          <a:p>
            <a:r>
              <a:rPr lang="en-US" dirty="0" smtClean="0"/>
              <a:t>Revelation 2:23</a:t>
            </a:r>
          </a:p>
          <a:p>
            <a:r>
              <a:rPr lang="en-US" dirty="0" smtClean="0"/>
              <a:t>Luke 2:30</a:t>
            </a:r>
          </a:p>
          <a:p>
            <a:r>
              <a:rPr lang="en-US" dirty="0" smtClean="0"/>
              <a:t>John 12:37 – 41</a:t>
            </a:r>
          </a:p>
          <a:p>
            <a:r>
              <a:rPr lang="en-US" dirty="0" smtClean="0"/>
              <a:t>1Peter 2:7,8, 3:14</a:t>
            </a:r>
          </a:p>
          <a:p>
            <a:r>
              <a:rPr lang="en-US" dirty="0" smtClean="0"/>
              <a:t>1Corinthians 10:9</a:t>
            </a:r>
          </a:p>
          <a:p>
            <a:r>
              <a:rPr lang="en-US" dirty="0" smtClean="0"/>
              <a:t>John 10:11</a:t>
            </a:r>
          </a:p>
          <a:p>
            <a:r>
              <a:rPr lang="en-US" dirty="0" smtClean="0"/>
              <a:t>Luke 19:10</a:t>
            </a:r>
          </a:p>
          <a:p>
            <a:r>
              <a:rPr lang="en-US" dirty="0" smtClean="0"/>
              <a:t>Mark 11:8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11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5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5.JESUSCHRIST IS WORTHY OF WORSHIP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23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588475"/>
            <a:ext cx="8946541" cy="5659925"/>
          </a:xfrm>
        </p:spPr>
        <p:txBody>
          <a:bodyPr/>
          <a:lstStyle/>
          <a:p>
            <a:r>
              <a:rPr lang="en-US" b="1" dirty="0" smtClean="0"/>
              <a:t>God only is worthy of worship : Mathew 4:10  Revelation 22:8,9 </a:t>
            </a:r>
          </a:p>
          <a:p>
            <a:r>
              <a:rPr lang="en-US" sz="3200" b="1" dirty="0" smtClean="0"/>
              <a:t>Anyone</a:t>
            </a:r>
            <a:r>
              <a:rPr lang="en-US" b="1" dirty="0" smtClean="0"/>
              <a:t> who accepts worship other than God is immediately punished :</a:t>
            </a:r>
          </a:p>
          <a:p>
            <a:r>
              <a:rPr lang="en-US" b="1" dirty="0" smtClean="0"/>
              <a:t>Example :</a:t>
            </a:r>
            <a:r>
              <a:rPr lang="en-US" dirty="0" smtClean="0"/>
              <a:t> </a:t>
            </a:r>
            <a:r>
              <a:rPr lang="en-US" b="1" dirty="0" smtClean="0"/>
              <a:t>Lucifer</a:t>
            </a:r>
            <a:r>
              <a:rPr lang="en-US" dirty="0" smtClean="0"/>
              <a:t> : Isaiah 14:12, Ezekiel 28:14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:  </a:t>
            </a:r>
            <a:r>
              <a:rPr lang="en-US" b="1" dirty="0" smtClean="0"/>
              <a:t>Nebuchadnezzar</a:t>
            </a:r>
            <a:r>
              <a:rPr lang="en-US" dirty="0" smtClean="0"/>
              <a:t> : Daniel 4:29- 32</a:t>
            </a:r>
          </a:p>
          <a:p>
            <a:r>
              <a:rPr lang="en-US" b="1" dirty="0" smtClean="0"/>
              <a:t>                :  Herod : Acts of the Apostles </a:t>
            </a:r>
            <a:r>
              <a:rPr lang="en-US" dirty="0" smtClean="0"/>
              <a:t>12:20-23</a:t>
            </a:r>
          </a:p>
          <a:p>
            <a:r>
              <a:rPr lang="en-US" b="1" dirty="0" smtClean="0"/>
              <a:t>Disciples and Angels are rejected worship</a:t>
            </a:r>
          </a:p>
          <a:p>
            <a:r>
              <a:rPr lang="en-US" b="1" dirty="0" smtClean="0"/>
              <a:t>Peter :</a:t>
            </a:r>
            <a:r>
              <a:rPr lang="en-US" dirty="0" smtClean="0"/>
              <a:t> Acts 10:24,25</a:t>
            </a:r>
          </a:p>
          <a:p>
            <a:r>
              <a:rPr lang="en-US" b="1" dirty="0" smtClean="0"/>
              <a:t>Paul :  </a:t>
            </a:r>
            <a:r>
              <a:rPr lang="en-US" dirty="0" smtClean="0"/>
              <a:t>Acts 14:14,15</a:t>
            </a:r>
          </a:p>
          <a:p>
            <a:r>
              <a:rPr lang="en-US" b="1" dirty="0" smtClean="0"/>
              <a:t>Angels : </a:t>
            </a:r>
            <a:r>
              <a:rPr lang="en-US" dirty="0" smtClean="0"/>
              <a:t>Revelation 22:8,9</a:t>
            </a:r>
          </a:p>
          <a:p>
            <a:r>
              <a:rPr lang="en-US" b="1" dirty="0" smtClean="0"/>
              <a:t>Jesus Christ Accepted Worship : </a:t>
            </a:r>
            <a:r>
              <a:rPr lang="en-US" dirty="0" smtClean="0"/>
              <a:t>John 13:13, Mathew 14:33</a:t>
            </a:r>
          </a:p>
          <a:p>
            <a:r>
              <a:rPr lang="en-US" dirty="0" smtClean="0"/>
              <a:t>Luke 5:8, 24:52, John 4:10, 20:27 - 29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79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120" y="117695"/>
            <a:ext cx="8946541" cy="6456629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It was Gods will that Jesus Christ should be worshiped</a:t>
            </a:r>
            <a:endParaRPr lang="en-US" u="sng" dirty="0" smtClean="0"/>
          </a:p>
          <a:p>
            <a:r>
              <a:rPr lang="en-US" b="1" dirty="0" smtClean="0"/>
              <a:t>John 5:22, Hebrew 1:6,</a:t>
            </a:r>
          </a:p>
          <a:p>
            <a:r>
              <a:rPr lang="en-US" b="1" dirty="0" smtClean="0"/>
              <a:t>Every knee shall bow…….. Philippians 2:10,11</a:t>
            </a:r>
          </a:p>
          <a:p>
            <a:r>
              <a:rPr lang="en-US" b="1" dirty="0" smtClean="0"/>
              <a:t>First Church was worshiped and prayed to Jesus Christ.</a:t>
            </a:r>
          </a:p>
          <a:p>
            <a:r>
              <a:rPr lang="en-US" b="1" dirty="0" smtClean="0"/>
              <a:t>Acts 13:2, 1Cor 1:2, 2Cor 12:8, Acts 7:59</a:t>
            </a:r>
          </a:p>
          <a:p>
            <a:r>
              <a:rPr lang="en-US" b="1" dirty="0" smtClean="0"/>
              <a:t>Jesus Christ is Worshipped:</a:t>
            </a:r>
          </a:p>
          <a:p>
            <a:r>
              <a:rPr lang="en-US" b="1" dirty="0" smtClean="0"/>
              <a:t>Revelation 5:8,9,12,13</a:t>
            </a:r>
            <a:endParaRPr lang="en-US" b="1" u="sng" dirty="0" smtClean="0"/>
          </a:p>
          <a:p>
            <a:r>
              <a:rPr lang="en-US" b="1" u="sng" dirty="0" smtClean="0"/>
              <a:t>The following Persons are NOT worthy to be worshipped</a:t>
            </a:r>
            <a:r>
              <a:rPr lang="en-US" b="1" dirty="0" smtClean="0"/>
              <a:t>: Romans1:23</a:t>
            </a:r>
          </a:p>
          <a:p>
            <a:r>
              <a:rPr lang="en-US" b="1" dirty="0" smtClean="0"/>
              <a:t>Idols</a:t>
            </a:r>
          </a:p>
          <a:p>
            <a:r>
              <a:rPr lang="en-US" b="1" dirty="0" smtClean="0"/>
              <a:t>Human beings</a:t>
            </a:r>
          </a:p>
          <a:p>
            <a:r>
              <a:rPr lang="en-US" b="1" dirty="0" smtClean="0"/>
              <a:t>The dead</a:t>
            </a:r>
          </a:p>
          <a:p>
            <a:r>
              <a:rPr lang="en-US" b="1" dirty="0" smtClean="0"/>
              <a:t>Saint. Mary</a:t>
            </a:r>
          </a:p>
          <a:p>
            <a:r>
              <a:rPr lang="en-US" b="1" dirty="0" smtClean="0"/>
              <a:t>Saints, Apostles</a:t>
            </a:r>
          </a:p>
          <a:p>
            <a:r>
              <a:rPr lang="en-US" b="1" dirty="0" smtClean="0"/>
              <a:t>Satan</a:t>
            </a:r>
          </a:p>
          <a:p>
            <a:r>
              <a:rPr lang="en-US" b="1" dirty="0" smtClean="0"/>
              <a:t>Angels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6335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PORTION : 2</a:t>
            </a:r>
            <a:b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HUMANITY OF JESUS CHRIST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3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Humanity of Christ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Evidences</a:t>
            </a:r>
          </a:p>
          <a:p>
            <a:pPr marL="0" indent="0">
              <a:buNone/>
            </a:pPr>
            <a:r>
              <a:rPr lang="en-US" b="1" dirty="0" smtClean="0"/>
              <a:t>1.  Human Names of Christ</a:t>
            </a:r>
          </a:p>
          <a:p>
            <a:r>
              <a:rPr lang="en-US" dirty="0" smtClean="0"/>
              <a:t>Jesus Mathew 1:21</a:t>
            </a:r>
          </a:p>
          <a:p>
            <a:r>
              <a:rPr lang="en-US" dirty="0" smtClean="0"/>
              <a:t>Man  1Thimothy 2:5</a:t>
            </a:r>
          </a:p>
          <a:p>
            <a:r>
              <a:rPr lang="en-US" dirty="0" smtClean="0"/>
              <a:t>Son of Man Luke 19:10</a:t>
            </a:r>
          </a:p>
          <a:p>
            <a:r>
              <a:rPr lang="en-US" dirty="0" smtClean="0"/>
              <a:t>Son of Abraham Mathew 1:1</a:t>
            </a:r>
          </a:p>
          <a:p>
            <a:r>
              <a:rPr lang="en-US" dirty="0" smtClean="0"/>
              <a:t>Son of David   Mathew 1:1</a:t>
            </a:r>
          </a:p>
          <a:p>
            <a:r>
              <a:rPr lang="en-US" dirty="0" err="1" smtClean="0"/>
              <a:t>Nazraen</a:t>
            </a:r>
            <a:r>
              <a:rPr lang="en-US" dirty="0" smtClean="0"/>
              <a:t>      Mathew 2:23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24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51013"/>
            <a:ext cx="8946541" cy="66069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2.  Human Nature</a:t>
            </a:r>
          </a:p>
          <a:p>
            <a:r>
              <a:rPr lang="en-US" dirty="0" smtClean="0"/>
              <a:t> Body Mathew 26:12</a:t>
            </a:r>
            <a:r>
              <a:rPr lang="en-IN" dirty="0" smtClean="0"/>
              <a:t>, Hebrew 2:14, </a:t>
            </a:r>
          </a:p>
          <a:p>
            <a:r>
              <a:rPr lang="en-US" dirty="0" smtClean="0"/>
              <a:t> Soul  Mathew 26:38, </a:t>
            </a:r>
          </a:p>
          <a:p>
            <a:r>
              <a:rPr lang="en-US" dirty="0" smtClean="0"/>
              <a:t>Spirit Luke 23:46</a:t>
            </a:r>
          </a:p>
          <a:p>
            <a:pPr marL="0" indent="0">
              <a:buNone/>
            </a:pPr>
            <a:r>
              <a:rPr lang="en-US" b="1" dirty="0" smtClean="0"/>
              <a:t>3.  Human Parents</a:t>
            </a:r>
          </a:p>
          <a:p>
            <a:r>
              <a:rPr lang="en-US" dirty="0" smtClean="0"/>
              <a:t>Joseph and Mary Luke 2:7</a:t>
            </a:r>
          </a:p>
          <a:p>
            <a:r>
              <a:rPr lang="en-US" dirty="0" smtClean="0"/>
              <a:t>Abraham, </a:t>
            </a:r>
            <a:r>
              <a:rPr lang="en-US" dirty="0" err="1" smtClean="0"/>
              <a:t>Issac</a:t>
            </a:r>
            <a:r>
              <a:rPr lang="en-US" dirty="0" smtClean="0"/>
              <a:t>, Jacob, David were considered as fathers</a:t>
            </a:r>
          </a:p>
          <a:p>
            <a:r>
              <a:rPr lang="en-US" dirty="0" smtClean="0"/>
              <a:t>Son of Woman Galatians 4:4</a:t>
            </a:r>
          </a:p>
          <a:p>
            <a:r>
              <a:rPr lang="en-US" dirty="0" smtClean="0"/>
              <a:t>Jesus belongs to Jewish Tribe Hebrew 7:14</a:t>
            </a:r>
          </a:p>
          <a:p>
            <a:pPr marL="0" indent="0">
              <a:buNone/>
            </a:pPr>
            <a:r>
              <a:rPr lang="en-US" b="1" dirty="0" smtClean="0"/>
              <a:t>4.  Natural Growth and Development : </a:t>
            </a:r>
            <a:r>
              <a:rPr lang="en-US" dirty="0" smtClean="0"/>
              <a:t>Luke 2:40, 4:16</a:t>
            </a:r>
          </a:p>
          <a:p>
            <a:pPr marL="0" indent="0">
              <a:buNone/>
            </a:pPr>
            <a:r>
              <a:rPr lang="en-US" b="1" dirty="0" smtClean="0"/>
              <a:t>5.  Limitations</a:t>
            </a:r>
          </a:p>
          <a:p>
            <a:r>
              <a:rPr lang="en-US" dirty="0" smtClean="0"/>
              <a:t>Tiredness John 4:6, </a:t>
            </a:r>
          </a:p>
          <a:p>
            <a:r>
              <a:rPr lang="en-US" dirty="0" smtClean="0"/>
              <a:t>Slept Mathew 8:24, </a:t>
            </a:r>
          </a:p>
          <a:p>
            <a:r>
              <a:rPr lang="en-US" dirty="0" smtClean="0"/>
              <a:t>Hungry Mathew 21:18</a:t>
            </a:r>
          </a:p>
          <a:p>
            <a:r>
              <a:rPr lang="en-US" dirty="0" err="1" smtClean="0"/>
              <a:t>Thursty</a:t>
            </a:r>
            <a:r>
              <a:rPr lang="en-US" dirty="0" smtClean="0"/>
              <a:t> John 19:28</a:t>
            </a:r>
          </a:p>
          <a:p>
            <a:r>
              <a:rPr lang="en-US" dirty="0" smtClean="0"/>
              <a:t>Cried John 11:35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557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Incarnation of Christ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Purpose of Incarnation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Remission Of Sin Mark 10:45,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confirm the promises made unto the fathers : Rom 15:8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gentiles might glorify God for His mercy :       Rom 15:9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Only begotten son declared Father :                    John 1:18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Declared the Son :      John 10:30, 14:9, 5:40   Mathew 7:11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Became Faithful High Priest :   Hebrew 2:17,18 5:1,6  7:26,27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Destroy the works of the devil :                              1John 3:8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Declared the man : Luke 3:38, Rom 3:23 1Corinthians 15: 45,   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96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519954"/>
            <a:ext cx="8946541" cy="572844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9     Example for holy life : Mathew 11:29 1John 2:6 1Peter 1:15,16 2:21</a:t>
            </a:r>
          </a:p>
          <a:p>
            <a:pPr marL="457200" indent="-457200">
              <a:buAutoNum type="arabicPlain" startAt="10"/>
            </a:pPr>
            <a:r>
              <a:rPr lang="en-US" dirty="0" smtClean="0"/>
              <a:t>To prepare the bride for second coming : Hebrew 9:27,28</a:t>
            </a:r>
          </a:p>
          <a:p>
            <a:pPr marL="457200" indent="-457200">
              <a:buAutoNum type="arabicPlain" startAt="10"/>
            </a:pPr>
            <a:r>
              <a:rPr lang="en-US" dirty="0" smtClean="0"/>
              <a:t>Christ is the Mediator between God and Man :  1Thimothy 2:5</a:t>
            </a:r>
          </a:p>
          <a:p>
            <a:pPr marL="457200" indent="-457200">
              <a:buAutoNum type="arabicPlain" startAt="10"/>
            </a:pPr>
            <a:r>
              <a:rPr lang="en-US" dirty="0" smtClean="0"/>
              <a:t>Head of the new creation : 2Cor 5:17, Galatians 6:15</a:t>
            </a:r>
          </a:p>
          <a:p>
            <a:pPr marL="457200" indent="-457200">
              <a:buAutoNum type="arabicPlain" startAt="10"/>
            </a:pPr>
            <a:r>
              <a:rPr lang="en-US" dirty="0" smtClean="0"/>
              <a:t>The Lord God shall give the throne of David : Luke 1:32,33</a:t>
            </a:r>
          </a:p>
          <a:p>
            <a:pPr marL="457200" indent="-457200">
              <a:buAutoNum type="arabicPlain" startAt="10"/>
            </a:pPr>
            <a:r>
              <a:rPr lang="en-US" dirty="0" smtClean="0"/>
              <a:t>Christ shall be called the son of the Highest : Luke 1: 32</a:t>
            </a:r>
          </a:p>
          <a:p>
            <a:pPr marL="457200" indent="-457200">
              <a:buAutoNum type="arabicPlain" startAt="10"/>
            </a:pPr>
            <a:r>
              <a:rPr lang="en-US" dirty="0" smtClean="0"/>
              <a:t>To the fulfilment of the Scriptures : 1Corinthians 15: 3,4</a:t>
            </a:r>
          </a:p>
        </p:txBody>
      </p:sp>
    </p:spTree>
    <p:extLst>
      <p:ext uri="{BB962C8B-B14F-4D97-AF65-F5344CB8AC3E}">
        <p14:creationId xmlns:p14="http://schemas.microsoft.com/office/powerpoint/2010/main" val="154443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Kenosis Theory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Philippians 2:5-8</a:t>
            </a:r>
          </a:p>
          <a:p>
            <a:r>
              <a:rPr lang="en-US" dirty="0" smtClean="0"/>
              <a:t>1John 1:14</a:t>
            </a:r>
          </a:p>
          <a:p>
            <a:r>
              <a:rPr lang="en-US" dirty="0" smtClean="0"/>
              <a:t>Hebrew 2:11</a:t>
            </a:r>
          </a:p>
          <a:p>
            <a:r>
              <a:rPr lang="en-US" sz="2800" b="1" u="sng" dirty="0" smtClean="0"/>
              <a:t>Hypostatic Union</a:t>
            </a:r>
          </a:p>
          <a:p>
            <a:r>
              <a:rPr lang="en-US" dirty="0" smtClean="0"/>
              <a:t>God-Man      [Perfect God and Perfect Man]</a:t>
            </a:r>
          </a:p>
          <a:p>
            <a:r>
              <a:rPr lang="en-US" dirty="0" smtClean="0"/>
              <a:t>Son Of Man   Everywhere Present John 3:13</a:t>
            </a:r>
          </a:p>
          <a:p>
            <a:r>
              <a:rPr lang="en-US" dirty="0" smtClean="0"/>
              <a:t>Son Of Man   Remission Of Sin       Mark 2:10</a:t>
            </a:r>
          </a:p>
          <a:p>
            <a:r>
              <a:rPr lang="en-US" dirty="0" smtClean="0"/>
              <a:t>Son Of Man   Giving Eternal Life    John 6:54</a:t>
            </a:r>
          </a:p>
          <a:p>
            <a:r>
              <a:rPr lang="en-US" dirty="0" smtClean="0"/>
              <a:t>Son Of Man   Came From Heaven John 6:62</a:t>
            </a:r>
          </a:p>
          <a:p>
            <a:r>
              <a:rPr lang="en-US" dirty="0" smtClean="0"/>
              <a:t>Son Of Man   Judge                         John 5:27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6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dirty="0" smtClean="0"/>
              <a:t>PART 2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253568" y="4858063"/>
            <a:ext cx="8825658" cy="8604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000" dirty="0" smtClean="0"/>
              <a:t>THE WORKS OF CHRIST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73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Works Of Jesus Christ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Acts 10:36-38</a:t>
            </a:r>
          </a:p>
          <a:p>
            <a:r>
              <a:rPr lang="en-US" dirty="0" smtClean="0"/>
              <a:t>Preacher</a:t>
            </a:r>
          </a:p>
          <a:p>
            <a:r>
              <a:rPr lang="en-US" dirty="0" smtClean="0"/>
              <a:t>Preach the Gospel</a:t>
            </a:r>
          </a:p>
          <a:p>
            <a:r>
              <a:rPr lang="en-US" dirty="0" smtClean="0"/>
              <a:t>Preach the Kingdom Of God</a:t>
            </a:r>
          </a:p>
          <a:p>
            <a:r>
              <a:rPr lang="en-US" dirty="0" smtClean="0"/>
              <a:t>Teacher</a:t>
            </a:r>
          </a:p>
          <a:p>
            <a:r>
              <a:rPr lang="en-US" dirty="0" smtClean="0"/>
              <a:t>Deliverance Ministry</a:t>
            </a:r>
          </a:p>
          <a:p>
            <a:r>
              <a:rPr lang="en-US" dirty="0" smtClean="0"/>
              <a:t>He revealed the great truth of Salvation Hebrew 2:1-4</a:t>
            </a:r>
          </a:p>
          <a:p>
            <a:r>
              <a:rPr lang="en-US" dirty="0" smtClean="0"/>
              <a:t>His Sufferings</a:t>
            </a:r>
          </a:p>
          <a:p>
            <a:r>
              <a:rPr lang="en-US" dirty="0" err="1" smtClean="0"/>
              <a:t>Crucifiction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2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/>
              <a:t>The Nature Of Christ </a:t>
            </a:r>
            <a:r>
              <a:rPr lang="ml-IN" sz="3200" dirty="0"/>
              <a:t>യേശുക്രിസ്തുവിന്റെ ദിവൃസ്വഭാവങ്ങൾ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1. Holy Life  </a:t>
            </a:r>
            <a:r>
              <a:rPr lang="en-US" dirty="0" smtClean="0"/>
              <a:t>Acts 4:27-30   </a:t>
            </a:r>
            <a:r>
              <a:rPr lang="ml-IN" dirty="0"/>
              <a:t>വിശുദ്ധി</a:t>
            </a:r>
            <a:endParaRPr lang="en-US" dirty="0" smtClean="0"/>
          </a:p>
          <a:p>
            <a:r>
              <a:rPr lang="en-US" dirty="0" smtClean="0"/>
              <a:t>Mark 1:24</a:t>
            </a:r>
          </a:p>
          <a:p>
            <a:r>
              <a:rPr lang="en-US" dirty="0" smtClean="0"/>
              <a:t>Mathew 27:4</a:t>
            </a:r>
          </a:p>
          <a:p>
            <a:r>
              <a:rPr lang="en-US" dirty="0" smtClean="0"/>
              <a:t>John 18:38</a:t>
            </a:r>
          </a:p>
          <a:p>
            <a:r>
              <a:rPr lang="en-US" dirty="0" smtClean="0"/>
              <a:t>Mathew 27:19</a:t>
            </a:r>
          </a:p>
          <a:p>
            <a:r>
              <a:rPr lang="en-US" dirty="0" smtClean="0"/>
              <a:t>Luke 23:41</a:t>
            </a:r>
          </a:p>
          <a:p>
            <a:r>
              <a:rPr lang="en-US" dirty="0" smtClean="0"/>
              <a:t>Luke 23:47</a:t>
            </a:r>
          </a:p>
          <a:p>
            <a:r>
              <a:rPr lang="en-US" dirty="0" smtClean="0"/>
              <a:t>Acts 3:14</a:t>
            </a:r>
          </a:p>
          <a:p>
            <a:r>
              <a:rPr lang="en-US" dirty="0" smtClean="0"/>
              <a:t>Acts 4:27</a:t>
            </a:r>
          </a:p>
          <a:p>
            <a:r>
              <a:rPr lang="en-US" dirty="0" smtClean="0"/>
              <a:t>Mathew 3:17, 17:5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58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95836"/>
            <a:ext cx="8946541" cy="595256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2</a:t>
            </a:r>
            <a:r>
              <a:rPr lang="en-US" dirty="0" smtClean="0"/>
              <a:t>. </a:t>
            </a:r>
            <a:r>
              <a:rPr lang="en-US" b="1" dirty="0" smtClean="0"/>
              <a:t>The meekness </a:t>
            </a:r>
            <a:r>
              <a:rPr lang="ml-IN" b="1" dirty="0" smtClean="0"/>
              <a:t>സൌമ്യത</a:t>
            </a:r>
            <a:r>
              <a:rPr lang="en-US" b="1" dirty="0" smtClean="0"/>
              <a:t> </a:t>
            </a:r>
          </a:p>
          <a:p>
            <a:r>
              <a:rPr lang="en-US" dirty="0" smtClean="0"/>
              <a:t>2 Timothy 2: 25,26</a:t>
            </a:r>
          </a:p>
          <a:p>
            <a:r>
              <a:rPr lang="en-US" dirty="0" smtClean="0"/>
              <a:t>Mathew 11: 29</a:t>
            </a:r>
          </a:p>
          <a:p>
            <a:r>
              <a:rPr lang="en-US" dirty="0" smtClean="0"/>
              <a:t>2Corinthians 10 : 1</a:t>
            </a:r>
          </a:p>
          <a:p>
            <a:r>
              <a:rPr lang="en-US" dirty="0" smtClean="0"/>
              <a:t>Mathew 5 : 5</a:t>
            </a:r>
          </a:p>
          <a:p>
            <a:r>
              <a:rPr lang="en-US" dirty="0" smtClean="0"/>
              <a:t>John 13 : 12</a:t>
            </a:r>
          </a:p>
          <a:p>
            <a:r>
              <a:rPr lang="en-US" dirty="0" smtClean="0"/>
              <a:t>Mathew 26 : 48</a:t>
            </a:r>
          </a:p>
          <a:p>
            <a:r>
              <a:rPr lang="en-US" b="1" dirty="0" smtClean="0"/>
              <a:t>3. The Humility  </a:t>
            </a:r>
            <a:r>
              <a:rPr lang="ml-IN" b="1" dirty="0"/>
              <a:t>താഴ്മ</a:t>
            </a:r>
            <a:endParaRPr lang="en-US" b="1" dirty="0" smtClean="0"/>
          </a:p>
          <a:p>
            <a:r>
              <a:rPr lang="en-US" dirty="0" smtClean="0"/>
              <a:t>Philippians 2: 5 – 8</a:t>
            </a:r>
          </a:p>
          <a:p>
            <a:r>
              <a:rPr lang="en-US" dirty="0" smtClean="0"/>
              <a:t>John 13: 4,5</a:t>
            </a:r>
          </a:p>
          <a:p>
            <a:r>
              <a:rPr lang="en-US" dirty="0" smtClean="0"/>
              <a:t>1Peter 2 : 23</a:t>
            </a:r>
          </a:p>
          <a:p>
            <a:r>
              <a:rPr lang="en-US" sz="2200" b="1" dirty="0" smtClean="0"/>
              <a:t>4. The Compassion  </a:t>
            </a:r>
            <a:r>
              <a:rPr lang="ml-IN" sz="2200" b="1" dirty="0"/>
              <a:t>മനസ്സലിവ്</a:t>
            </a:r>
            <a:endParaRPr lang="en-US" sz="2200" b="1" dirty="0" smtClean="0"/>
          </a:p>
          <a:p>
            <a:r>
              <a:rPr lang="en-US" dirty="0" smtClean="0"/>
              <a:t>Mark 6:34, 3: 2, 9: 22 – 25 , 1: 42</a:t>
            </a:r>
          </a:p>
          <a:p>
            <a:r>
              <a:rPr lang="en-US" dirty="0" smtClean="0"/>
              <a:t>Mathew 14:14, 9: 36 – 40</a:t>
            </a:r>
          </a:p>
          <a:p>
            <a:r>
              <a:rPr lang="en-US" dirty="0" smtClean="0"/>
              <a:t>Luke 7: 12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08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488" y="762000"/>
            <a:ext cx="8946541" cy="6481482"/>
          </a:xfrm>
        </p:spPr>
        <p:txBody>
          <a:bodyPr/>
          <a:lstStyle/>
          <a:p>
            <a:r>
              <a:rPr lang="en-US" sz="2400" b="1" dirty="0" smtClean="0"/>
              <a:t>5. The Hard Work </a:t>
            </a:r>
            <a:r>
              <a:rPr lang="ml-IN" sz="2400" b="1" dirty="0"/>
              <a:t>പരിശ്രമശീല൦</a:t>
            </a:r>
            <a:endParaRPr lang="en-US" sz="2400" b="1" dirty="0" smtClean="0"/>
          </a:p>
          <a:p>
            <a:r>
              <a:rPr lang="en-US" dirty="0" smtClean="0"/>
              <a:t>Mark 1: 35, 6: 31, 35, 10: 45</a:t>
            </a:r>
          </a:p>
          <a:p>
            <a:r>
              <a:rPr lang="en-US" dirty="0" smtClean="0"/>
              <a:t>John 4: 31 – 34</a:t>
            </a:r>
          </a:p>
          <a:p>
            <a:r>
              <a:rPr lang="en-US" dirty="0" smtClean="0"/>
              <a:t>John 5:17, 9:4, 17 : 3</a:t>
            </a:r>
          </a:p>
          <a:p>
            <a:r>
              <a:rPr lang="en-US" sz="2400" b="1" dirty="0" smtClean="0"/>
              <a:t>6. The Love  </a:t>
            </a:r>
            <a:r>
              <a:rPr lang="ml-IN" sz="2400" b="1" dirty="0"/>
              <a:t>സ്നേഹം</a:t>
            </a:r>
            <a:endParaRPr lang="en-US" sz="2400" b="1" dirty="0" smtClean="0"/>
          </a:p>
          <a:p>
            <a:r>
              <a:rPr lang="en-US" dirty="0" smtClean="0"/>
              <a:t>Colossians 1:13</a:t>
            </a:r>
          </a:p>
          <a:p>
            <a:r>
              <a:rPr lang="en-US" dirty="0" smtClean="0"/>
              <a:t>Mathew 22:37</a:t>
            </a:r>
          </a:p>
          <a:p>
            <a:r>
              <a:rPr lang="en-US" sz="2400" b="1" dirty="0" smtClean="0"/>
              <a:t>7. Prayer Life  </a:t>
            </a:r>
            <a:r>
              <a:rPr lang="ml-IN" sz="2400" b="1" dirty="0"/>
              <a:t>പ്രാർത്ഥന ജീവിതം</a:t>
            </a:r>
            <a:endParaRPr lang="en-US" sz="2400" b="1" dirty="0" smtClean="0"/>
          </a:p>
          <a:p>
            <a:r>
              <a:rPr lang="en-US" dirty="0" smtClean="0"/>
              <a:t>Luke 3:21, 5:16, 6:12</a:t>
            </a:r>
          </a:p>
          <a:p>
            <a:r>
              <a:rPr lang="en-US" dirty="0" smtClean="0"/>
              <a:t>Luke 9:15, 18, 28 10:17</a:t>
            </a:r>
          </a:p>
          <a:p>
            <a:r>
              <a:rPr lang="en-US" dirty="0" smtClean="0"/>
              <a:t>Luke 11: 1, 22:39, 23:34, 46.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2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46" y="121024"/>
            <a:ext cx="9404723" cy="1400530"/>
          </a:xfrm>
        </p:spPr>
        <p:txBody>
          <a:bodyPr/>
          <a:lstStyle/>
          <a:p>
            <a:pPr algn="ctr"/>
            <a:r>
              <a:rPr lang="en-US" sz="2800" dirty="0" smtClean="0"/>
              <a:t>THE DEATH OF JESUS CHRIST    </a:t>
            </a:r>
            <a:r>
              <a:rPr lang="ml-IN" sz="2800" dirty="0" smtClean="0"/>
              <a:t>യേശുക്രിസ്തുവിന്റെ </a:t>
            </a:r>
            <a:r>
              <a:rPr lang="ml-IN" sz="2800" dirty="0"/>
              <a:t>മരണം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100" y="1521554"/>
            <a:ext cx="8946541" cy="5181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Introduction  </a:t>
            </a:r>
            <a:r>
              <a:rPr lang="ml-IN" b="1" dirty="0"/>
              <a:t>മുഖവുര</a:t>
            </a:r>
            <a:endParaRPr lang="en-US" b="1" dirty="0" smtClean="0"/>
          </a:p>
          <a:p>
            <a:r>
              <a:rPr lang="en-US" dirty="0" smtClean="0"/>
              <a:t>John 18 : 37, Mark 10: 45s</a:t>
            </a:r>
          </a:p>
          <a:p>
            <a:r>
              <a:rPr lang="en-US" b="1" u="sng" dirty="0" smtClean="0"/>
              <a:t>Importance of death of Christ  </a:t>
            </a:r>
            <a:r>
              <a:rPr lang="ml-IN" b="1" u="sng" dirty="0"/>
              <a:t>മരണത്തിന്റെ പ്രാധാന്യം</a:t>
            </a:r>
            <a:endParaRPr lang="en-US" b="1" u="sng" dirty="0" smtClean="0"/>
          </a:p>
          <a:p>
            <a:r>
              <a:rPr lang="en-US" dirty="0" smtClean="0"/>
              <a:t>Death is related with the person of Christ                                                                                        </a:t>
            </a:r>
            <a:r>
              <a:rPr lang="ml-IN" dirty="0"/>
              <a:t>മരണം ആളത്വവുമായി ബന്ധപ്പെട്ടിരിക്കുന്നു</a:t>
            </a:r>
            <a:endParaRPr lang="en-US" dirty="0" smtClean="0"/>
          </a:p>
          <a:p>
            <a:r>
              <a:rPr lang="en-US" dirty="0" smtClean="0"/>
              <a:t>Teaching of Apostles are related with death                                                             </a:t>
            </a:r>
            <a:r>
              <a:rPr lang="ml-IN" dirty="0"/>
              <a:t>അപ്പോസ്തോലിക ഉപദേശവുമായി ബന്ധപ്പെട്ടിരിക്കുന്നു</a:t>
            </a:r>
            <a:endParaRPr lang="en-US" dirty="0" smtClean="0"/>
          </a:p>
          <a:p>
            <a:r>
              <a:rPr lang="en-US" dirty="0" smtClean="0"/>
              <a:t>Important theme of the scripture is death                                             </a:t>
            </a:r>
            <a:r>
              <a:rPr lang="ml-IN" dirty="0"/>
              <a:t>തിരുവെഴുത്തുകളിലെപ്രധാന വിഷയമാണ്</a:t>
            </a:r>
            <a:endParaRPr lang="en-US" dirty="0" smtClean="0"/>
          </a:p>
          <a:p>
            <a:r>
              <a:rPr lang="en-US" dirty="0" smtClean="0"/>
              <a:t>Old testament prophets were prophesied About death                                          </a:t>
            </a:r>
            <a:r>
              <a:rPr lang="ml-IN" dirty="0"/>
              <a:t>പ്രവാചകന്മാരുടെ പ്രവചനമായിരുന്നു</a:t>
            </a:r>
            <a:endParaRPr lang="en-US" dirty="0" smtClean="0"/>
          </a:p>
          <a:p>
            <a:r>
              <a:rPr lang="en-US" dirty="0" smtClean="0"/>
              <a:t>The content of heavenly songs are death of Christ                                                                    </a:t>
            </a:r>
            <a:r>
              <a:rPr lang="ml-IN" dirty="0"/>
              <a:t>സ്വർഗ്ഗീയ ഗാനങ്ങളുടെ ഉള്ളടക്കം ആയിരുന്നു.</a:t>
            </a:r>
            <a:endParaRPr lang="en-US" dirty="0" smtClean="0"/>
          </a:p>
          <a:p>
            <a:r>
              <a:rPr lang="en-US" dirty="0" smtClean="0"/>
              <a:t>The meaning of incarnation is for the death                                                       </a:t>
            </a:r>
            <a:r>
              <a:rPr lang="ml-IN" dirty="0" smtClean="0"/>
              <a:t>ജഡാവതരണത്തിന്റെ </a:t>
            </a:r>
            <a:r>
              <a:rPr lang="ml-IN" dirty="0"/>
              <a:t>അർത്ഥം </a:t>
            </a:r>
            <a:r>
              <a:rPr lang="ml-IN" dirty="0" smtClean="0"/>
              <a:t>ആയിരുന്നു</a:t>
            </a:r>
            <a:endParaRPr lang="en-US" dirty="0" smtClean="0"/>
          </a:p>
          <a:p>
            <a:r>
              <a:rPr lang="en-US" dirty="0"/>
              <a:t>The fundamental teaching of gospel is Death of Christ                                                   </a:t>
            </a:r>
            <a:r>
              <a:rPr lang="ml-IN" dirty="0"/>
              <a:t>സുവിശേഷത്തിന്റെ അടിസ്ഥാനമായിരുന്നു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04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Necessity of Death</a:t>
            </a:r>
            <a:r>
              <a:rPr lang="ml-IN" dirty="0"/>
              <a:t> </a:t>
            </a:r>
            <a:r>
              <a:rPr lang="ml-IN" sz="3200" dirty="0"/>
              <a:t>മരണത്തിന്റെ ആവശ്യകത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John 3 : 14,15</a:t>
            </a:r>
          </a:p>
          <a:p>
            <a:r>
              <a:rPr lang="en-US" sz="3200" dirty="0" smtClean="0"/>
              <a:t>Due to His Holiness   Habakkuk 1 : 13,14</a:t>
            </a:r>
          </a:p>
          <a:p>
            <a:r>
              <a:rPr lang="en-US" sz="3200" dirty="0" smtClean="0"/>
              <a:t>Due to His Love       1John 4:10, John 3:16, Romans 5:6,7,8</a:t>
            </a:r>
          </a:p>
          <a:p>
            <a:r>
              <a:rPr lang="en-US" sz="3200" dirty="0" smtClean="0"/>
              <a:t>Due to the sin          1Peter 2:25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77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INTERPRETATIONS OF  DEATH Of CHRIST</a:t>
            </a:r>
            <a:r>
              <a:rPr lang="ml-IN" sz="3600" dirty="0"/>
              <a:t> ചില വ്യാഖ്യാനങ്ങൾ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4000" dirty="0" smtClean="0"/>
              <a:t>The Accidental Theory</a:t>
            </a:r>
            <a:r>
              <a:rPr lang="ml-IN" sz="4000" dirty="0"/>
              <a:t> </a:t>
            </a:r>
            <a:r>
              <a:rPr lang="en-US" sz="4000" dirty="0" smtClean="0"/>
              <a:t>                       </a:t>
            </a:r>
            <a:r>
              <a:rPr lang="ml-IN" sz="4000" dirty="0" smtClean="0"/>
              <a:t>ആകസ്മിക </a:t>
            </a:r>
            <a:r>
              <a:rPr lang="ml-IN" sz="4000" dirty="0"/>
              <a:t>സിദ്ധാന്തം</a:t>
            </a:r>
            <a:endParaRPr lang="en-US" sz="4000" dirty="0" smtClean="0"/>
          </a:p>
          <a:p>
            <a:r>
              <a:rPr lang="en-US" sz="4000" dirty="0" smtClean="0"/>
              <a:t>The Martyr Theory                            </a:t>
            </a:r>
            <a:r>
              <a:rPr lang="ml-IN" sz="4000" dirty="0" smtClean="0"/>
              <a:t>രക്തസാക്ഷിത്വ </a:t>
            </a:r>
            <a:r>
              <a:rPr lang="ml-IN" sz="4000" dirty="0"/>
              <a:t>സിദ്ധാന്തം</a:t>
            </a:r>
            <a:endParaRPr lang="en-US" sz="4000" dirty="0" smtClean="0"/>
          </a:p>
          <a:p>
            <a:r>
              <a:rPr lang="en-US" sz="4000" dirty="0" smtClean="0"/>
              <a:t>The Moral Influence Theory                       </a:t>
            </a:r>
            <a:r>
              <a:rPr lang="ml-IN" sz="4000" dirty="0" smtClean="0"/>
              <a:t>ധാർമിക </a:t>
            </a:r>
            <a:r>
              <a:rPr lang="ml-IN" sz="4000" dirty="0"/>
              <a:t>പ്രേരണാ സിദ്ധാന്തം</a:t>
            </a:r>
            <a:endParaRPr lang="en-US" sz="4000" dirty="0" smtClean="0"/>
          </a:p>
          <a:p>
            <a:r>
              <a:rPr lang="en-US" sz="4000" dirty="0" smtClean="0"/>
              <a:t>The Governmental Theory                              </a:t>
            </a:r>
            <a:r>
              <a:rPr lang="ml-IN" sz="4000" dirty="0"/>
              <a:t>ഭരണ സിദ്ധാന്തം</a:t>
            </a:r>
            <a:endParaRPr lang="en-US" sz="4000" dirty="0" smtClean="0"/>
          </a:p>
          <a:p>
            <a:r>
              <a:rPr lang="en-US" sz="4000" dirty="0" smtClean="0"/>
              <a:t>The Commercial Theory                             </a:t>
            </a:r>
            <a:r>
              <a:rPr lang="ml-IN" sz="4000" dirty="0" smtClean="0"/>
              <a:t>വ്യാപാര </a:t>
            </a:r>
            <a:r>
              <a:rPr lang="ml-IN" sz="4000" dirty="0"/>
              <a:t>സിദ്ധാന്തം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398759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l-IN" dirty="0"/>
              <a:t>മരണത്തിൻറെ </a:t>
            </a:r>
            <a:r>
              <a:rPr lang="ml-IN" dirty="0" smtClean="0"/>
              <a:t>സ്വഭാവം</a:t>
            </a:r>
            <a:r>
              <a:rPr lang="en-US" dirty="0" smtClean="0"/>
              <a:t> - </a:t>
            </a:r>
            <a:r>
              <a:rPr lang="ml-IN" dirty="0"/>
              <a:t>മരണം </a:t>
            </a:r>
            <a:r>
              <a:rPr lang="ml-IN" dirty="0" smtClean="0"/>
              <a:t>എന്താണ്</a:t>
            </a:r>
            <a:r>
              <a:rPr lang="en-US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ml-IN" dirty="0"/>
              <a:t>ദൈവിക </a:t>
            </a:r>
            <a:r>
              <a:rPr lang="ml-IN" dirty="0" smtClean="0"/>
              <a:t>നിർണ്ണയത്തിനായിരുന്നു</a:t>
            </a:r>
            <a:r>
              <a:rPr lang="en-US" dirty="0" smtClean="0"/>
              <a:t> Acts 2: 23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 smtClean="0"/>
              <a:t>തിരുവെഴുത്തുകളുടെ നിവർത്തിയായിരുന്നു</a:t>
            </a:r>
            <a:r>
              <a:rPr lang="en-US" dirty="0"/>
              <a:t> </a:t>
            </a:r>
            <a:r>
              <a:rPr lang="en-US" dirty="0" smtClean="0"/>
              <a:t>1Cor 15:3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പാപപരിഹാര </a:t>
            </a:r>
            <a:r>
              <a:rPr lang="ml-IN" dirty="0" smtClean="0"/>
              <a:t>മരണമായിരുന്നു</a:t>
            </a:r>
            <a:r>
              <a:rPr lang="en-US" dirty="0" smtClean="0"/>
              <a:t>  Mathew 1:21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 smtClean="0"/>
              <a:t>യാഗമരണം ആയിരുന്നു</a:t>
            </a:r>
            <a:r>
              <a:rPr lang="en-US" dirty="0" smtClean="0"/>
              <a:t> 1Cor 5:7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പ്രാതിനിധ്യ </a:t>
            </a:r>
            <a:r>
              <a:rPr lang="ml-IN" dirty="0" smtClean="0"/>
              <a:t>പരമായിരുന്നു</a:t>
            </a:r>
            <a:r>
              <a:rPr lang="en-US" dirty="0" smtClean="0"/>
              <a:t> 1Peter 3:18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 smtClean="0"/>
              <a:t>നിരപ്പിനു വേണ്ടിയായിരുന്നു</a:t>
            </a:r>
            <a:r>
              <a:rPr lang="en-US" dirty="0" smtClean="0"/>
              <a:t> 2Cor 5:17,18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 smtClean="0"/>
              <a:t>പ്രായശ്ചിത്ത മരണമായിരുന്നു</a:t>
            </a:r>
            <a:r>
              <a:rPr lang="en-US" dirty="0" smtClean="0"/>
              <a:t> 1John 4:10, Isaiah 53:8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 smtClean="0"/>
              <a:t>വീണ്ടെടുപ്പിന് കാരണമായിരുന്നു</a:t>
            </a:r>
            <a:r>
              <a:rPr lang="en-US" dirty="0" smtClean="0"/>
              <a:t> Galatians 4:4,5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/>
              <a:t>പകരമരണം </a:t>
            </a:r>
            <a:r>
              <a:rPr lang="ml-IN" dirty="0" smtClean="0"/>
              <a:t>ആയിരുന്നു</a:t>
            </a:r>
            <a:r>
              <a:rPr lang="en-US" dirty="0" smtClean="0"/>
              <a:t>  1Peter 2:24</a:t>
            </a:r>
          </a:p>
          <a:p>
            <a:pPr marL="457200" indent="-457200">
              <a:buFont typeface="+mj-lt"/>
              <a:buAutoNum type="arabicPeriod"/>
            </a:pPr>
            <a:r>
              <a:rPr lang="ml-IN" dirty="0" smtClean="0"/>
              <a:t>സ്വമേധയായിരുന്നു</a:t>
            </a:r>
            <a:r>
              <a:rPr lang="en-US" dirty="0" smtClean="0"/>
              <a:t> John 10:17,18 Galatians 2:20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6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dirty="0"/>
              <a:t>മരണത്തിന്റെ ഫലം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07459"/>
            <a:ext cx="8946541" cy="5226423"/>
          </a:xfrm>
        </p:spPr>
        <p:txBody>
          <a:bodyPr>
            <a:normAutofit fontScale="92500" lnSpcReduction="20000"/>
          </a:bodyPr>
          <a:lstStyle/>
          <a:p>
            <a:r>
              <a:rPr lang="ml-IN" dirty="0"/>
              <a:t>1.  പാപപരിഹാരം ലഭിച്ചു. </a:t>
            </a:r>
            <a:r>
              <a:rPr lang="ml-IN" dirty="0" smtClean="0"/>
              <a:t>എബ്രാ 9:26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ml-IN" dirty="0" smtClean="0"/>
              <a:t>.  ശാപത്തിൽ നിന്ന് മോചനം ലഭിച്ചു. ഗലാ 3:13</a:t>
            </a:r>
            <a:endParaRPr lang="en-US" dirty="0" smtClean="0"/>
          </a:p>
          <a:p>
            <a:r>
              <a:rPr lang="ml-IN" dirty="0"/>
              <a:t>3.  ദാസ്യസ്ഥിതിയിൽ നിന്ന് മോചനം </a:t>
            </a:r>
            <a:r>
              <a:rPr lang="ml-IN" dirty="0" smtClean="0"/>
              <a:t>ലഭിച്ചു.കൊലോ 2:14</a:t>
            </a:r>
            <a:endParaRPr lang="en-US" dirty="0" smtClean="0"/>
          </a:p>
          <a:p>
            <a:r>
              <a:rPr lang="ml-IN" dirty="0"/>
              <a:t>4.  യെഹൂദനും യവനനും തമ്മിലുള്ള വ്യത്യാസം മാറ്റി എഫേ 2 : </a:t>
            </a:r>
            <a:r>
              <a:rPr lang="ml-IN" dirty="0" smtClean="0"/>
              <a:t>14-16</a:t>
            </a:r>
            <a:endParaRPr lang="en-US" dirty="0" smtClean="0"/>
          </a:p>
          <a:p>
            <a:r>
              <a:rPr lang="ml-IN" dirty="0"/>
              <a:t>5.  പുത്രത്വം ലഭിച്ചു. ഗലാ 4 : </a:t>
            </a:r>
            <a:r>
              <a:rPr lang="ml-IN" dirty="0" smtClean="0"/>
              <a:t>3-5</a:t>
            </a:r>
            <a:endParaRPr lang="en-US" dirty="0" smtClean="0"/>
          </a:p>
          <a:p>
            <a:r>
              <a:rPr lang="ml-IN" dirty="0"/>
              <a:t>6.  ദൈവവുമായി അടുക്കാൻ കഴിഞ്ഞു. എഫേ </a:t>
            </a:r>
            <a:r>
              <a:rPr lang="ml-IN" dirty="0" smtClean="0"/>
              <a:t>2:13</a:t>
            </a:r>
            <a:endParaRPr lang="en-US" dirty="0" smtClean="0"/>
          </a:p>
          <a:p>
            <a:r>
              <a:rPr lang="ml-IN" dirty="0"/>
              <a:t>7.  ദൈവത്തോട് നിരപ്പ് ലഭിച്ചു. റോമർ </a:t>
            </a:r>
            <a:r>
              <a:rPr lang="ml-IN" dirty="0" smtClean="0"/>
              <a:t>5:10-11</a:t>
            </a:r>
            <a:endParaRPr lang="en-US" dirty="0" smtClean="0"/>
          </a:p>
          <a:p>
            <a:r>
              <a:rPr lang="ml-IN" dirty="0"/>
              <a:t>8.  നീതീകരിക്കപ്പെട്ടു. റോമർ </a:t>
            </a:r>
            <a:r>
              <a:rPr lang="ml-IN" dirty="0" smtClean="0"/>
              <a:t>5:9</a:t>
            </a:r>
            <a:endParaRPr lang="en-US" dirty="0" smtClean="0"/>
          </a:p>
          <a:p>
            <a:r>
              <a:rPr lang="ml-IN" dirty="0"/>
              <a:t>9.  ശുദ്ധീകരണം ലഭിച്ചു1യോഹ 1: </a:t>
            </a:r>
            <a:r>
              <a:rPr lang="ml-IN" dirty="0" smtClean="0"/>
              <a:t>7-9</a:t>
            </a:r>
            <a:endParaRPr lang="en-US" dirty="0" smtClean="0"/>
          </a:p>
          <a:p>
            <a:r>
              <a:rPr lang="ml-IN" dirty="0"/>
              <a:t>10.  വീണ്ടെടുപ്പു ലഭിച്ചുകൊലോ </a:t>
            </a:r>
            <a:r>
              <a:rPr lang="ml-IN" dirty="0" smtClean="0"/>
              <a:t>1:14</a:t>
            </a:r>
            <a:endParaRPr lang="en-US" dirty="0" smtClean="0"/>
          </a:p>
          <a:p>
            <a:r>
              <a:rPr lang="ml-IN" dirty="0"/>
              <a:t>11.  മരണഭീതിയിൽ നിന്ന് മോചനം </a:t>
            </a:r>
            <a:r>
              <a:rPr lang="ml-IN" dirty="0" smtClean="0"/>
              <a:t>ലഭിച്ചു.എബ്രായർ</a:t>
            </a:r>
            <a:r>
              <a:rPr lang="en-US" dirty="0" smtClean="0"/>
              <a:t> </a:t>
            </a:r>
            <a:r>
              <a:rPr lang="ml-IN" dirty="0" smtClean="0"/>
              <a:t>2:14-15</a:t>
            </a:r>
            <a:endParaRPr lang="en-US" dirty="0" smtClean="0"/>
          </a:p>
          <a:p>
            <a:r>
              <a:rPr lang="ml-IN" dirty="0"/>
              <a:t>12.  </a:t>
            </a:r>
            <a:r>
              <a:rPr lang="ml-IN" dirty="0" smtClean="0"/>
              <a:t>വാഴ്ചകളെയും</a:t>
            </a:r>
            <a:r>
              <a:rPr lang="en-US" dirty="0" smtClean="0"/>
              <a:t> </a:t>
            </a:r>
            <a:r>
              <a:rPr lang="ml-IN" dirty="0" smtClean="0"/>
              <a:t>അധികാരങ്ങളെയും</a:t>
            </a:r>
            <a:r>
              <a:rPr lang="en-US" dirty="0" smtClean="0"/>
              <a:t> </a:t>
            </a:r>
            <a:r>
              <a:rPr lang="ml-IN" dirty="0" smtClean="0"/>
              <a:t>ആയുധവർഗ്ഗം </a:t>
            </a:r>
            <a:r>
              <a:rPr lang="ml-IN" dirty="0"/>
              <a:t>വെപ്പിച്ചു  കൊലോ </a:t>
            </a:r>
            <a:r>
              <a:rPr lang="ml-IN" dirty="0" smtClean="0"/>
              <a:t>2:15</a:t>
            </a:r>
            <a:endParaRPr lang="en-US" dirty="0" smtClean="0"/>
          </a:p>
          <a:p>
            <a:r>
              <a:rPr lang="ml-IN" dirty="0"/>
              <a:t>13.  നിത്യജീവൻ പ്രാപിച്ചു വെളി 22:3-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4366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dirty="0"/>
              <a:t>മരണത്തിന്റെ വ്യാപ്തി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ml-IN" b="1" u="sng" dirty="0"/>
              <a:t>1.  </a:t>
            </a:r>
            <a:r>
              <a:rPr lang="ml-IN" b="1" u="sng" dirty="0" smtClean="0"/>
              <a:t>വിശ്വവ്യാപകമായിട്ട്</a:t>
            </a:r>
            <a:endParaRPr lang="en-US" b="1" u="sng" dirty="0" smtClean="0"/>
          </a:p>
          <a:p>
            <a:r>
              <a:rPr lang="ml-IN" dirty="0"/>
              <a:t>1 യോഹന്നാ൯ </a:t>
            </a:r>
            <a:r>
              <a:rPr lang="ml-IN" dirty="0" smtClean="0"/>
              <a:t>2:2</a:t>
            </a:r>
            <a:r>
              <a:rPr lang="en-US" dirty="0" smtClean="0"/>
              <a:t> </a:t>
            </a:r>
          </a:p>
          <a:p>
            <a:r>
              <a:rPr lang="ml-IN" dirty="0" smtClean="0"/>
              <a:t>എബ്രായർ 2:9</a:t>
            </a:r>
            <a:r>
              <a:rPr lang="en-US" dirty="0" smtClean="0"/>
              <a:t> </a:t>
            </a:r>
          </a:p>
          <a:p>
            <a:r>
              <a:rPr lang="en-US" dirty="0" smtClean="0"/>
              <a:t> </a:t>
            </a:r>
            <a:r>
              <a:rPr lang="ml-IN" dirty="0" smtClean="0"/>
              <a:t>റോമർ 5:6-8</a:t>
            </a:r>
            <a:r>
              <a:rPr lang="en-US" dirty="0" smtClean="0"/>
              <a:t>                           </a:t>
            </a:r>
          </a:p>
          <a:p>
            <a:r>
              <a:rPr lang="en-US" dirty="0" smtClean="0"/>
              <a:t> </a:t>
            </a:r>
            <a:r>
              <a:rPr lang="ml-IN" dirty="0" smtClean="0"/>
              <a:t>1 </a:t>
            </a:r>
            <a:r>
              <a:rPr lang="ml-IN" dirty="0"/>
              <a:t>തിമോഥെയോസ് </a:t>
            </a:r>
            <a:r>
              <a:rPr lang="ml-IN" dirty="0" smtClean="0"/>
              <a:t>4:10</a:t>
            </a:r>
            <a:endParaRPr lang="en-US" dirty="0" smtClean="0"/>
          </a:p>
          <a:p>
            <a:r>
              <a:rPr lang="ml-IN" b="1" u="sng" dirty="0"/>
              <a:t>2.  </a:t>
            </a:r>
            <a:r>
              <a:rPr lang="ml-IN" b="1" u="sng" dirty="0" smtClean="0"/>
              <a:t>നിയന്ത്രിതമായിട്ട്</a:t>
            </a:r>
            <a:endParaRPr lang="en-US" b="1" u="sng" dirty="0" smtClean="0"/>
          </a:p>
          <a:p>
            <a:r>
              <a:rPr lang="ml-IN" dirty="0"/>
              <a:t>യോഹന്നാ൯ </a:t>
            </a:r>
            <a:r>
              <a:rPr lang="ml-IN" dirty="0" smtClean="0"/>
              <a:t>17:9</a:t>
            </a:r>
            <a:r>
              <a:rPr lang="en-US" dirty="0" smtClean="0"/>
              <a:t>  </a:t>
            </a:r>
          </a:p>
          <a:p>
            <a:r>
              <a:rPr lang="en-US" dirty="0" smtClean="0"/>
              <a:t> </a:t>
            </a:r>
            <a:r>
              <a:rPr lang="ml-IN" dirty="0" smtClean="0"/>
              <a:t>എഫേസ്യർ 5:25</a:t>
            </a:r>
            <a:r>
              <a:rPr lang="en-US" dirty="0" smtClean="0"/>
              <a:t>   </a:t>
            </a:r>
          </a:p>
          <a:p>
            <a:r>
              <a:rPr lang="ml-IN" dirty="0" smtClean="0"/>
              <a:t>1തിമൊഥെയൊസ് 4:10</a:t>
            </a:r>
            <a:r>
              <a:rPr lang="en-US" dirty="0" smtClean="0"/>
              <a:t>  </a:t>
            </a:r>
          </a:p>
          <a:p>
            <a:r>
              <a:rPr lang="en-US" dirty="0" smtClean="0"/>
              <a:t> </a:t>
            </a:r>
            <a:r>
              <a:rPr lang="ml-IN" dirty="0" smtClean="0"/>
              <a:t>2 </a:t>
            </a:r>
            <a:r>
              <a:rPr lang="ml-IN" dirty="0"/>
              <a:t>തിമൊഥെയൊസ് 1:9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71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sz="6600" b="1" dirty="0"/>
              <a:t>പുനരുത്ഥാനം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426913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488577"/>
            <a:ext cx="9404723" cy="1400530"/>
          </a:xfrm>
        </p:spPr>
        <p:txBody>
          <a:bodyPr/>
          <a:lstStyle/>
          <a:p>
            <a:pPr algn="ctr"/>
            <a:r>
              <a:rPr lang="en-US" dirty="0" smtClean="0"/>
              <a:t>Jesus Christ’s Resurrection </a:t>
            </a:r>
            <a:r>
              <a:rPr lang="ml-IN" dirty="0"/>
              <a:t>പുനരുത്ഥാനം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Acts of the Apostle 2:22-24</a:t>
            </a:r>
          </a:p>
          <a:p>
            <a:r>
              <a:rPr lang="ml-IN" dirty="0" smtClean="0"/>
              <a:t>തെളിവുകൾ</a:t>
            </a:r>
            <a:endParaRPr lang="en-US" dirty="0" smtClean="0"/>
          </a:p>
          <a:p>
            <a:r>
              <a:rPr lang="ml-IN" dirty="0"/>
              <a:t>ഒഴിഞ്ഞ </a:t>
            </a:r>
            <a:r>
              <a:rPr lang="ml-IN" dirty="0" smtClean="0"/>
              <a:t>കല്ലറ</a:t>
            </a:r>
            <a:r>
              <a:rPr lang="en-US" dirty="0" smtClean="0"/>
              <a:t> Luke 24:3, 12</a:t>
            </a:r>
          </a:p>
          <a:p>
            <a:r>
              <a:rPr lang="ml-IN" dirty="0"/>
              <a:t>ഉയർത്ത ക്രിസ്തുവിന്റെ </a:t>
            </a:r>
            <a:r>
              <a:rPr lang="ml-IN" dirty="0" smtClean="0"/>
              <a:t>പ്രത്യക്ഷത</a:t>
            </a:r>
            <a:r>
              <a:rPr lang="en-US" dirty="0" smtClean="0"/>
              <a:t> John 20:11 – 18</a:t>
            </a:r>
          </a:p>
          <a:p>
            <a:r>
              <a:rPr lang="en-US" dirty="0" smtClean="0"/>
              <a:t>Mathew 28:9, Luke 24: 13 – 33, 34</a:t>
            </a:r>
          </a:p>
          <a:p>
            <a:r>
              <a:rPr lang="en-US" dirty="0" smtClean="0"/>
              <a:t>John 20: 19 – 24, 26 – 29, 21: 1 – 14, Mathew 28: 16 – 20</a:t>
            </a:r>
          </a:p>
          <a:p>
            <a:r>
              <a:rPr lang="en-US" dirty="0" smtClean="0"/>
              <a:t>1Cor 15: 6,7,8, Acts 1 : 9.</a:t>
            </a:r>
          </a:p>
          <a:p>
            <a:r>
              <a:rPr lang="ml-IN" dirty="0"/>
              <a:t>ശിഷ്യന്മാരുടെ ജീവിതത്തിലുണ്ടായ </a:t>
            </a:r>
            <a:r>
              <a:rPr lang="ml-IN" dirty="0" smtClean="0"/>
              <a:t>മാറ്റം</a:t>
            </a:r>
            <a:endParaRPr lang="en-US" dirty="0" smtClean="0"/>
          </a:p>
          <a:p>
            <a:r>
              <a:rPr lang="ml-IN" dirty="0"/>
              <a:t>ആരാധനാ ദിവസത്തിൽ വന്ന </a:t>
            </a:r>
            <a:r>
              <a:rPr lang="ml-IN" dirty="0" smtClean="0"/>
              <a:t>മാറ്റം</a:t>
            </a:r>
            <a:endParaRPr lang="en-US" dirty="0" smtClean="0"/>
          </a:p>
          <a:p>
            <a:r>
              <a:rPr lang="ml-IN" dirty="0"/>
              <a:t>സഭയുടെ </a:t>
            </a:r>
            <a:r>
              <a:rPr lang="ml-IN" dirty="0" smtClean="0"/>
              <a:t>ആര൦ഭ൦</a:t>
            </a:r>
            <a:r>
              <a:rPr lang="en-US" dirty="0" smtClean="0"/>
              <a:t>,    </a:t>
            </a:r>
            <a:r>
              <a:rPr lang="ml-IN" dirty="0" smtClean="0"/>
              <a:t>പുതിയനിയമ രൂപീകരണം</a:t>
            </a:r>
            <a:endParaRPr lang="en-US" dirty="0" smtClean="0"/>
          </a:p>
          <a:p>
            <a:r>
              <a:rPr lang="ml-IN" dirty="0"/>
              <a:t>ശിഷ്യന്മാരുടെ </a:t>
            </a:r>
            <a:r>
              <a:rPr lang="ml-IN" dirty="0" smtClean="0"/>
              <a:t>സാക്ഷ്യം</a:t>
            </a:r>
            <a:r>
              <a:rPr lang="en-US" dirty="0" smtClean="0"/>
              <a:t>,     </a:t>
            </a:r>
            <a:r>
              <a:rPr lang="ml-IN" dirty="0" smtClean="0"/>
              <a:t>ക്രിസ്തുവിന്റെ സാക്ഷ്യം</a:t>
            </a:r>
            <a:r>
              <a:rPr lang="en-US" dirty="0" smtClean="0"/>
              <a:t> Rev 1:18</a:t>
            </a:r>
          </a:p>
          <a:p>
            <a:pPr marL="0" indent="0">
              <a:buNone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60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dirty="0"/>
              <a:t>പുനരുത്ഥാനത്തിന്റെ ഫലം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559" y="1604683"/>
            <a:ext cx="8946541" cy="4195481"/>
          </a:xfrm>
        </p:spPr>
        <p:txBody>
          <a:bodyPr/>
          <a:lstStyle/>
          <a:p>
            <a:r>
              <a:rPr lang="ml-IN" dirty="0"/>
              <a:t>ക്രിസ്തുവിന്റെ ദൈവത്വം </a:t>
            </a:r>
            <a:r>
              <a:rPr lang="ml-IN" dirty="0" smtClean="0"/>
              <a:t>സ്ഥിരീകരിക്കപ്പെട്ടു</a:t>
            </a:r>
            <a:r>
              <a:rPr lang="en-US" dirty="0" smtClean="0"/>
              <a:t> Acts 2:24</a:t>
            </a:r>
          </a:p>
          <a:p>
            <a:r>
              <a:rPr lang="ml-IN" dirty="0" smtClean="0"/>
              <a:t>പിതാക്കന്മാരോടുള്ള</a:t>
            </a:r>
            <a:r>
              <a:rPr lang="en-US" dirty="0" smtClean="0"/>
              <a:t> </a:t>
            </a:r>
            <a:r>
              <a:rPr lang="ml-IN" dirty="0" smtClean="0"/>
              <a:t>വാഗ്ദത്തം</a:t>
            </a:r>
            <a:r>
              <a:rPr lang="en-US" dirty="0" smtClean="0"/>
              <a:t> </a:t>
            </a:r>
            <a:r>
              <a:rPr lang="ml-IN" dirty="0" smtClean="0"/>
              <a:t>നിവർത്തിക്കപ്പെട്ടു</a:t>
            </a:r>
            <a:r>
              <a:rPr lang="en-US" dirty="0" smtClean="0"/>
              <a:t> Acts 13:32</a:t>
            </a:r>
          </a:p>
          <a:p>
            <a:r>
              <a:rPr lang="ml-IN" dirty="0"/>
              <a:t>നമ്മുടെ നീതീകരണത്തിന്റെ </a:t>
            </a:r>
            <a:r>
              <a:rPr lang="ml-IN" dirty="0" smtClean="0"/>
              <a:t>തെളിവാണ്</a:t>
            </a:r>
            <a:r>
              <a:rPr lang="en-US" dirty="0" smtClean="0"/>
              <a:t>              Rom 4:23-25</a:t>
            </a:r>
          </a:p>
          <a:p>
            <a:r>
              <a:rPr lang="ml-IN" dirty="0" smtClean="0"/>
              <a:t>ജീവനുള്ള</a:t>
            </a:r>
            <a:r>
              <a:rPr lang="en-US" dirty="0" smtClean="0"/>
              <a:t> </a:t>
            </a:r>
            <a:r>
              <a:rPr lang="ml-IN" dirty="0" smtClean="0"/>
              <a:t>പ്രത്യാശയ്ക്ക്</a:t>
            </a:r>
            <a:r>
              <a:rPr lang="en-US" dirty="0" smtClean="0"/>
              <a:t> </a:t>
            </a:r>
            <a:r>
              <a:rPr lang="ml-IN" dirty="0" smtClean="0"/>
              <a:t>വീണ്ടും</a:t>
            </a:r>
            <a:r>
              <a:rPr lang="en-US" dirty="0" smtClean="0"/>
              <a:t> </a:t>
            </a:r>
            <a:r>
              <a:rPr lang="ml-IN" dirty="0" smtClean="0"/>
              <a:t>ജനിപ്പിച്ചിരിക്കുന്നു</a:t>
            </a:r>
            <a:r>
              <a:rPr lang="en-US" dirty="0" smtClean="0"/>
              <a:t> 1Peter 1:3</a:t>
            </a:r>
          </a:p>
          <a:p>
            <a:r>
              <a:rPr lang="en-US" dirty="0" smtClean="0"/>
              <a:t> </a:t>
            </a:r>
            <a:r>
              <a:rPr lang="ml-IN" dirty="0" smtClean="0"/>
              <a:t>മാറ്റമില്ലാത്ത</a:t>
            </a:r>
            <a:r>
              <a:rPr lang="en-US" dirty="0" smtClean="0"/>
              <a:t> </a:t>
            </a:r>
            <a:r>
              <a:rPr lang="ml-IN" dirty="0" smtClean="0"/>
              <a:t>പൌരോഹിത്യം</a:t>
            </a:r>
            <a:r>
              <a:rPr lang="en-US" dirty="0" smtClean="0"/>
              <a:t> </a:t>
            </a:r>
            <a:r>
              <a:rPr lang="ml-IN" dirty="0" smtClean="0"/>
              <a:t>ഉറപ്പിച്ചു</a:t>
            </a:r>
            <a:r>
              <a:rPr lang="en-US" dirty="0" smtClean="0"/>
              <a:t>                  Hebrew 7:25</a:t>
            </a:r>
          </a:p>
          <a:p>
            <a:r>
              <a:rPr lang="ml-IN" dirty="0"/>
              <a:t>സഭയുടെ </a:t>
            </a:r>
            <a:r>
              <a:rPr lang="ml-IN" dirty="0" smtClean="0"/>
              <a:t>ശിരസ്സായി</a:t>
            </a:r>
            <a:r>
              <a:rPr lang="en-US" dirty="0" smtClean="0"/>
              <a:t>                                           Ephesians 1: 20 – 23</a:t>
            </a:r>
          </a:p>
          <a:p>
            <a:r>
              <a:rPr lang="ml-IN" dirty="0" smtClean="0"/>
              <a:t>വിശ്വാസികളുടെ</a:t>
            </a:r>
            <a:r>
              <a:rPr lang="en-US" dirty="0" smtClean="0"/>
              <a:t> </a:t>
            </a:r>
            <a:r>
              <a:rPr lang="ml-IN" dirty="0" smtClean="0"/>
              <a:t>പുനരുത്ഥാനത്തിന്</a:t>
            </a:r>
            <a:r>
              <a:rPr lang="en-US" dirty="0" smtClean="0"/>
              <a:t> </a:t>
            </a:r>
            <a:r>
              <a:rPr lang="ml-IN" dirty="0" smtClean="0"/>
              <a:t>ഉറപ്പുലഭിച്ചു</a:t>
            </a:r>
            <a:r>
              <a:rPr lang="en-US" dirty="0" smtClean="0"/>
              <a:t>1Cor15:20-23</a:t>
            </a:r>
          </a:p>
          <a:p>
            <a:r>
              <a:rPr lang="ml-IN" dirty="0" smtClean="0"/>
              <a:t>ഭാവിന്യായവിധിയുടെ</a:t>
            </a:r>
            <a:r>
              <a:rPr lang="en-US" dirty="0" smtClean="0"/>
              <a:t> </a:t>
            </a:r>
            <a:r>
              <a:rPr lang="ml-IN" dirty="0" smtClean="0"/>
              <a:t>ഉറപ്പ്ലഭിച്ചു</a:t>
            </a:r>
            <a:r>
              <a:rPr lang="en-US" dirty="0" smtClean="0"/>
              <a:t>  John 5: 22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50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THE ASSENTION OF CHRIST</a:t>
            </a:r>
            <a:br>
              <a:rPr lang="en-US" sz="3600" dirty="0" smtClean="0"/>
            </a:br>
            <a:r>
              <a:rPr lang="ml-IN" sz="3600" dirty="0"/>
              <a:t>ക്രിസ്തുവിന്റെ സ്വർഗ്ഗാരോഹണം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8353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sz="3600" dirty="0"/>
              <a:t>ക്രിസ്തുവിന്റെ സ്വർഗ്ഗാരോഹണം</a:t>
            </a:r>
            <a:endParaRPr lang="en-IN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l-IN" dirty="0" smtClean="0"/>
              <a:t>പ്രാധാന്യത</a:t>
            </a:r>
            <a:endParaRPr lang="en-US" dirty="0" smtClean="0"/>
          </a:p>
          <a:p>
            <a:r>
              <a:rPr lang="ml-IN" dirty="0" smtClean="0"/>
              <a:t>യേശുക്രിസ്തുവിന്റെ</a:t>
            </a:r>
            <a:r>
              <a:rPr lang="en-US" dirty="0" smtClean="0"/>
              <a:t> </a:t>
            </a:r>
            <a:r>
              <a:rPr lang="ml-IN" dirty="0" smtClean="0"/>
              <a:t>താഴ്ചയുടെ</a:t>
            </a:r>
            <a:r>
              <a:rPr lang="en-US" dirty="0" smtClean="0"/>
              <a:t> </a:t>
            </a:r>
            <a:r>
              <a:rPr lang="ml-IN" dirty="0" smtClean="0"/>
              <a:t>കാലത്തിന്അവസാനമായി</a:t>
            </a:r>
            <a:endParaRPr lang="en-US" dirty="0" smtClean="0"/>
          </a:p>
          <a:p>
            <a:r>
              <a:rPr lang="ml-IN" dirty="0" smtClean="0"/>
              <a:t>ആളത്വമായി </a:t>
            </a:r>
            <a:r>
              <a:rPr lang="ml-IN" dirty="0"/>
              <a:t>ക്രിസ്തു ദൈവത്തോട് </a:t>
            </a:r>
            <a:r>
              <a:rPr lang="ml-IN" dirty="0" smtClean="0"/>
              <a:t>സമനായി</a:t>
            </a:r>
            <a:endParaRPr lang="en-US" dirty="0" smtClean="0"/>
          </a:p>
          <a:p>
            <a:r>
              <a:rPr lang="ml-IN" dirty="0"/>
              <a:t>പരിശുദ്ധാത്മാവിനെ </a:t>
            </a:r>
            <a:r>
              <a:rPr lang="ml-IN" dirty="0" smtClean="0"/>
              <a:t>അയച്ചു</a:t>
            </a:r>
            <a:endParaRPr lang="en-US" dirty="0" smtClean="0"/>
          </a:p>
          <a:p>
            <a:r>
              <a:rPr lang="ml-IN" dirty="0"/>
              <a:t>സ്വന്ത ജനത്തിന് സ്ഥലം </a:t>
            </a:r>
            <a:r>
              <a:rPr lang="ml-IN" dirty="0" smtClean="0"/>
              <a:t>ഒരുക്കുന്നു</a:t>
            </a:r>
            <a:endParaRPr lang="en-US" dirty="0" smtClean="0"/>
          </a:p>
          <a:p>
            <a:r>
              <a:rPr lang="ml-IN" dirty="0"/>
              <a:t>സഭയുടെ </a:t>
            </a:r>
            <a:r>
              <a:rPr lang="ml-IN" dirty="0" smtClean="0"/>
              <a:t>തലയായി</a:t>
            </a:r>
            <a:endParaRPr lang="en-US" dirty="0" smtClean="0"/>
          </a:p>
          <a:p>
            <a:r>
              <a:rPr lang="ml-IN" dirty="0"/>
              <a:t>ബദ്ധന്മാരെ പിടിച്ചുകൊണ്ടു ഉയരത്തിൽ </a:t>
            </a:r>
            <a:r>
              <a:rPr lang="ml-IN" dirty="0" smtClean="0"/>
              <a:t>കൊണ്ടുപോയി</a:t>
            </a:r>
            <a:endParaRPr lang="en-US" dirty="0" smtClean="0"/>
          </a:p>
          <a:p>
            <a:r>
              <a:rPr lang="ml-IN" dirty="0"/>
              <a:t>സഭയ്ക്ക് ദാനങ്ങളെ </a:t>
            </a:r>
            <a:r>
              <a:rPr lang="ml-IN" dirty="0" smtClean="0"/>
              <a:t>നല്കി</a:t>
            </a: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82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sz="2800" dirty="0"/>
              <a:t>ഉയിർത്തെഴുന്നേല്പിനെതിരായ വാദങ്ങൾ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ml-IN" sz="3200" dirty="0"/>
              <a:t>സത്യ വിരോദ </a:t>
            </a:r>
            <a:r>
              <a:rPr lang="ml-IN" sz="3200" dirty="0" smtClean="0"/>
              <a:t>സിദ്ധാന്തം</a:t>
            </a:r>
            <a:r>
              <a:rPr lang="en-US" sz="3200" dirty="0" smtClean="0"/>
              <a:t> Falsehood Theory Mathew 28:11-15</a:t>
            </a:r>
          </a:p>
          <a:p>
            <a:r>
              <a:rPr lang="ml-IN" sz="3200" dirty="0"/>
              <a:t>ബോധക്ഷയ </a:t>
            </a:r>
            <a:r>
              <a:rPr lang="ml-IN" sz="3200" dirty="0" smtClean="0"/>
              <a:t>സിദ്ധാന്തം</a:t>
            </a:r>
            <a:r>
              <a:rPr lang="en-US" sz="3200" dirty="0" smtClean="0"/>
              <a:t> Swoon Theory </a:t>
            </a:r>
          </a:p>
          <a:p>
            <a:r>
              <a:rPr lang="ml-IN" sz="3200" dirty="0"/>
              <a:t>ദർശന </a:t>
            </a:r>
            <a:r>
              <a:rPr lang="ml-IN" sz="3200" dirty="0" smtClean="0"/>
              <a:t>സിദ്ധാന്തം</a:t>
            </a:r>
            <a:r>
              <a:rPr lang="en-US" sz="3200" dirty="0" smtClean="0"/>
              <a:t> Vision Theory</a:t>
            </a:r>
          </a:p>
          <a:p>
            <a:r>
              <a:rPr lang="ml-IN" sz="3200" dirty="0"/>
              <a:t>മിഥ്യാ </a:t>
            </a:r>
            <a:r>
              <a:rPr lang="ml-IN" sz="3200" dirty="0" smtClean="0"/>
              <a:t>സിദ്ധാന്തം</a:t>
            </a:r>
            <a:r>
              <a:rPr lang="en-US" sz="3200" dirty="0" smtClean="0"/>
              <a:t> Mythical Theory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789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sz="2800" dirty="0"/>
              <a:t>ഉയിർത്തെഴുന്നേറ്റ ക്രിസ്തുവിന്റെ ഔദ്യോഗിക സ്ഥാനങ്ങൾ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ml-IN" sz="3200" dirty="0" smtClean="0"/>
              <a:t>രാജാവ്</a:t>
            </a:r>
            <a:endParaRPr lang="en-US" sz="3200" dirty="0" smtClean="0"/>
          </a:p>
          <a:p>
            <a:r>
              <a:rPr lang="ml-IN" sz="3200" dirty="0" smtClean="0"/>
              <a:t>പ്രവാചകൻ</a:t>
            </a:r>
            <a:endParaRPr lang="en-US" sz="3200" dirty="0" smtClean="0"/>
          </a:p>
          <a:p>
            <a:r>
              <a:rPr lang="ml-IN" sz="3200" dirty="0" smtClean="0"/>
              <a:t>പുരോഹിതൻ</a:t>
            </a:r>
            <a:endParaRPr lang="en-US" sz="3200" dirty="0" smtClean="0"/>
          </a:p>
          <a:p>
            <a:endParaRPr lang="en-US" sz="3200" dirty="0"/>
          </a:p>
          <a:p>
            <a:r>
              <a:rPr lang="ml-IN" sz="3200" dirty="0" smtClean="0"/>
              <a:t>യേശുക്രിസ്തുവിന്റെ</a:t>
            </a:r>
            <a:r>
              <a:rPr lang="en-US" sz="3200" dirty="0" smtClean="0"/>
              <a:t> </a:t>
            </a:r>
            <a:r>
              <a:rPr lang="ml-IN" sz="3200" dirty="0" smtClean="0"/>
              <a:t>മടങ്ങി</a:t>
            </a:r>
            <a:r>
              <a:rPr lang="en-US" sz="3200" dirty="0" smtClean="0"/>
              <a:t> </a:t>
            </a:r>
            <a:r>
              <a:rPr lang="ml-IN" sz="3200" dirty="0" smtClean="0"/>
              <a:t>വരവ്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1791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6648</TotalTime>
  <Words>2854</Words>
  <Application>Microsoft Office PowerPoint</Application>
  <PresentationFormat>Widescreen</PresentationFormat>
  <Paragraphs>510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Century Gothic</vt:lpstr>
      <vt:lpstr>Kartika</vt:lpstr>
      <vt:lpstr>Mangal</vt:lpstr>
      <vt:lpstr>Wingdings 3</vt:lpstr>
      <vt:lpstr>Ion</vt:lpstr>
      <vt:lpstr>PowerPoint Presentation</vt:lpstr>
      <vt:lpstr>PowerPoint Presentation</vt:lpstr>
      <vt:lpstr>CHRISTOLOGY</vt:lpstr>
      <vt:lpstr>Christology</vt:lpstr>
      <vt:lpstr>CHAPTER -1</vt:lpstr>
      <vt:lpstr>INTRODUCTION</vt:lpstr>
      <vt:lpstr>The Person Of Christ</vt:lpstr>
      <vt:lpstr>Pre Existence Of Christ</vt:lpstr>
      <vt:lpstr>The Person Of Christ</vt:lpstr>
      <vt:lpstr>PowerPoint Presentation</vt:lpstr>
      <vt:lpstr>PowerPoint Presentation</vt:lpstr>
      <vt:lpstr>PowerPoint Presentation</vt:lpstr>
      <vt:lpstr>PowerPoint Presentation</vt:lpstr>
      <vt:lpstr>CHAPTER - 2</vt:lpstr>
      <vt:lpstr>1.Christ’s Divine Name</vt:lpstr>
      <vt:lpstr>PowerPoint Presentation</vt:lpstr>
      <vt:lpstr>2. Divine Attributes Are Manifested In Christ</vt:lpstr>
      <vt:lpstr>PowerPoint Presentation</vt:lpstr>
      <vt:lpstr>3. Divine Responsibilities are Manifested in Christ</vt:lpstr>
      <vt:lpstr>4.Yahweh in O.T is Jesus Christ in N.T</vt:lpstr>
      <vt:lpstr>5.JESUSCHRIST IS WORTHY OF WORSHIP</vt:lpstr>
      <vt:lpstr>PowerPoint Presentation</vt:lpstr>
      <vt:lpstr>PowerPoint Presentation</vt:lpstr>
      <vt:lpstr>PORTION : 2 THE HUMANITY OF JESUS CHRIST</vt:lpstr>
      <vt:lpstr>Humanity of Christ</vt:lpstr>
      <vt:lpstr>PowerPoint Presentation</vt:lpstr>
      <vt:lpstr>Incarnation of Christ</vt:lpstr>
      <vt:lpstr>PowerPoint Presentation</vt:lpstr>
      <vt:lpstr>Kenosis Theory</vt:lpstr>
      <vt:lpstr>PART 2</vt:lpstr>
      <vt:lpstr>The Works Of Jesus Christ</vt:lpstr>
      <vt:lpstr>The Nature Of Christ യേശുക്രിസ്തുവിന്റെ ദിവൃസ്വഭാവങ്ങൾ</vt:lpstr>
      <vt:lpstr>PowerPoint Presentation</vt:lpstr>
      <vt:lpstr>PowerPoint Presentation</vt:lpstr>
      <vt:lpstr>THE DEATH OF JESUS CHRIST    യേശുക്രിസ്തുവിന്റെ മരണം</vt:lpstr>
      <vt:lpstr>The Necessity of Death മരണത്തിന്റെ ആവശ്യകത</vt:lpstr>
      <vt:lpstr>INTERPRETATIONS OF  DEATH Of CHRIST ചില വ്യാഖ്യാനങ്ങൾ</vt:lpstr>
      <vt:lpstr>മരണത്തിൻറെ സ്വഭാവം - മരണം എന്താണ്?</vt:lpstr>
      <vt:lpstr>മരണത്തിന്റെ ഫലം</vt:lpstr>
      <vt:lpstr>മരണത്തിന്റെ വ്യാപ്തി</vt:lpstr>
      <vt:lpstr>പുനരുത്ഥാനം</vt:lpstr>
      <vt:lpstr>Jesus Christ’s Resurrection പുനരുത്ഥാനം</vt:lpstr>
      <vt:lpstr>പുനരുത്ഥാനത്തിന്റെ ഫലം</vt:lpstr>
      <vt:lpstr>THE ASSENTION OF CHRIST ക്രിസ്തുവിന്റെ സ്വർഗ്ഗാരോഹണം</vt:lpstr>
      <vt:lpstr>ക്രിസ്തുവിന്റെ സ്വർഗ്ഗാരോഹണം</vt:lpstr>
      <vt:lpstr>ഉയിർത്തെഴുന്നേല്പിനെതിരായ വാദങ്ങൾ</vt:lpstr>
      <vt:lpstr>ഉയിർത്തെഴുന്നേറ്റ ക്രിസ്തുവിന്റെ ഔദ്യോഗിക സ്ഥാനങ്ങൾ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279</cp:revision>
  <dcterms:created xsi:type="dcterms:W3CDTF">2025-09-05T08:13:53Z</dcterms:created>
  <dcterms:modified xsi:type="dcterms:W3CDTF">2025-11-19T15:23:12Z</dcterms:modified>
</cp:coreProperties>
</file>