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ECCLESIOLOGY </a:t>
            </a:r>
            <a:r>
              <a:rPr lang="ml-IN" dirty="0"/>
              <a:t>സഭാശാസ്ത്ര൦</a:t>
            </a:r>
            <a:endParaRPr lang="en-IN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721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Ecclesiology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 : </a:t>
            </a:r>
            <a:r>
              <a:rPr lang="ml-IN" dirty="0"/>
              <a:t>മുഖവുര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ml-IN" dirty="0"/>
              <a:t>"ഏകവും വിശുദ്ധവും കാതോലികവു൦ അപ്പോസ്തോലികവുമായ " സഭ</a:t>
            </a:r>
            <a:r>
              <a:rPr lang="en-US" dirty="0" smtClean="0"/>
              <a:t> </a:t>
            </a:r>
          </a:p>
          <a:p>
            <a:r>
              <a:rPr lang="ml-IN" dirty="0" smtClean="0"/>
              <a:t>സഭയുടെ ആര൦ഭ൦</a:t>
            </a:r>
            <a:r>
              <a:rPr lang="en-US" dirty="0" smtClean="0"/>
              <a:t>, </a:t>
            </a:r>
          </a:p>
          <a:p>
            <a:r>
              <a:rPr lang="ml-IN" dirty="0" smtClean="0"/>
              <a:t>വളർച്ച</a:t>
            </a:r>
            <a:r>
              <a:rPr lang="en-US" dirty="0" smtClean="0"/>
              <a:t>, </a:t>
            </a:r>
          </a:p>
          <a:p>
            <a:r>
              <a:rPr lang="ml-IN" dirty="0" smtClean="0"/>
              <a:t>അടിസ്ഥാന തത്ത്വങ്ങൾ</a:t>
            </a:r>
            <a:r>
              <a:rPr lang="en-US" dirty="0" smtClean="0"/>
              <a:t>, </a:t>
            </a:r>
          </a:p>
          <a:p>
            <a:r>
              <a:rPr lang="ml-IN" dirty="0" smtClean="0"/>
              <a:t>ദൌത്യ൦</a:t>
            </a:r>
            <a:r>
              <a:rPr lang="en-US" dirty="0" smtClean="0"/>
              <a:t>,</a:t>
            </a:r>
          </a:p>
          <a:p>
            <a:r>
              <a:rPr lang="en-US" dirty="0" smtClean="0"/>
              <a:t> </a:t>
            </a:r>
            <a:r>
              <a:rPr lang="ml-IN" dirty="0" smtClean="0"/>
              <a:t>ആരാധന</a:t>
            </a:r>
            <a:r>
              <a:rPr lang="en-US" dirty="0" smtClean="0"/>
              <a:t>, </a:t>
            </a:r>
          </a:p>
          <a:p>
            <a:r>
              <a:rPr lang="ml-IN" dirty="0" smtClean="0"/>
              <a:t>ശുശ്രൂഷകൾ</a:t>
            </a:r>
            <a:r>
              <a:rPr lang="en-US" dirty="0" smtClean="0"/>
              <a:t> </a:t>
            </a:r>
          </a:p>
          <a:p>
            <a:r>
              <a:rPr lang="ml-IN" dirty="0" smtClean="0"/>
              <a:t>ഇവകളെ കുറിച്ചുള്ള</a:t>
            </a:r>
            <a:r>
              <a:rPr lang="en-US" dirty="0" smtClean="0"/>
              <a:t> </a:t>
            </a:r>
            <a:r>
              <a:rPr lang="ml-IN" dirty="0" smtClean="0"/>
              <a:t>പഠനമാണ്</a:t>
            </a:r>
            <a:r>
              <a:rPr lang="en-US" dirty="0" smtClean="0"/>
              <a:t> </a:t>
            </a:r>
            <a:r>
              <a:rPr lang="ml-IN" dirty="0" smtClean="0"/>
              <a:t>സഭാശാസ്ത്ര൦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259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Terminology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ml-IN" dirty="0"/>
              <a:t>മൂലപദങ്ങൾ</a:t>
            </a:r>
            <a:r>
              <a:rPr lang="en-US" dirty="0" smtClean="0"/>
              <a:t> </a:t>
            </a:r>
          </a:p>
          <a:p>
            <a:r>
              <a:rPr lang="en-US" dirty="0" smtClean="0"/>
              <a:t>Hebrew    </a:t>
            </a:r>
          </a:p>
          <a:p>
            <a:r>
              <a:rPr lang="en-US" dirty="0" err="1" smtClean="0"/>
              <a:t>Qahal</a:t>
            </a:r>
            <a:r>
              <a:rPr lang="en-US" dirty="0" smtClean="0"/>
              <a:t>(Hebrew)   </a:t>
            </a:r>
            <a:r>
              <a:rPr lang="ml-IN" dirty="0" smtClean="0"/>
              <a:t>കഹാൽ</a:t>
            </a:r>
            <a:r>
              <a:rPr lang="en-US" dirty="0" smtClean="0"/>
              <a:t> = </a:t>
            </a:r>
            <a:r>
              <a:rPr lang="ml-IN" dirty="0" smtClean="0"/>
              <a:t>ഒരു പ്രത്യേക ഉദ്ദേശത്തിന്നായി വിളിച്ചുകൂട്ടപ്പെട്ടവർ</a:t>
            </a:r>
            <a:endParaRPr lang="en-US" dirty="0" smtClean="0"/>
          </a:p>
          <a:p>
            <a:r>
              <a:rPr lang="en-US" dirty="0" err="1" smtClean="0"/>
              <a:t>Edhah</a:t>
            </a:r>
            <a:r>
              <a:rPr lang="en-US" dirty="0" smtClean="0"/>
              <a:t> </a:t>
            </a:r>
            <a:r>
              <a:rPr lang="ml-IN" dirty="0" smtClean="0"/>
              <a:t>ഏദാ</a:t>
            </a:r>
            <a:r>
              <a:rPr lang="en-US" dirty="0" smtClean="0"/>
              <a:t> = </a:t>
            </a:r>
            <a:r>
              <a:rPr lang="ml-IN" dirty="0" smtClean="0"/>
              <a:t>നിശ്ചയിക്കപ്പെട്ട സ്ഥലത്ത് കണ്ടുമുട്ടുക</a:t>
            </a:r>
            <a:endParaRPr lang="en-US" dirty="0" smtClean="0"/>
          </a:p>
          <a:p>
            <a:r>
              <a:rPr lang="en-US" dirty="0" smtClean="0"/>
              <a:t>Greek</a:t>
            </a:r>
          </a:p>
          <a:p>
            <a:r>
              <a:rPr lang="en-US" dirty="0" smtClean="0"/>
              <a:t>Ecclesia </a:t>
            </a:r>
            <a:r>
              <a:rPr lang="ml-IN" dirty="0" smtClean="0"/>
              <a:t>എക്ളീഷ്യ</a:t>
            </a:r>
            <a:r>
              <a:rPr lang="en-US" dirty="0" smtClean="0"/>
              <a:t> (</a:t>
            </a:r>
            <a:r>
              <a:rPr lang="en-US" dirty="0" err="1" smtClean="0"/>
              <a:t>ek+Kalein</a:t>
            </a:r>
            <a:r>
              <a:rPr lang="en-US" dirty="0" smtClean="0"/>
              <a:t> </a:t>
            </a:r>
            <a:r>
              <a:rPr lang="ml-IN" dirty="0" smtClean="0"/>
              <a:t>എക് + കാലെയ്ൻ</a:t>
            </a:r>
            <a:r>
              <a:rPr lang="en-US" dirty="0" smtClean="0"/>
              <a:t>) </a:t>
            </a:r>
            <a:r>
              <a:rPr lang="en-US" dirty="0" err="1" smtClean="0"/>
              <a:t>ek</a:t>
            </a:r>
            <a:r>
              <a:rPr lang="en-US" dirty="0" smtClean="0"/>
              <a:t> = out, </a:t>
            </a:r>
            <a:r>
              <a:rPr lang="en-US" dirty="0" err="1" smtClean="0"/>
              <a:t>kalein</a:t>
            </a:r>
            <a:r>
              <a:rPr lang="en-US" dirty="0" smtClean="0"/>
              <a:t> = calling              </a:t>
            </a:r>
            <a:r>
              <a:rPr lang="ml-IN" dirty="0" smtClean="0"/>
              <a:t>ഒരു പ്രത്യേക ഉദ്ദേശത്തിന്നായി വിളിച്ചുകൂട്ടപ്പെട്ടവർ</a:t>
            </a:r>
            <a:endParaRPr lang="en-US" dirty="0" smtClean="0"/>
          </a:p>
          <a:p>
            <a:r>
              <a:rPr lang="en-US" dirty="0" err="1" smtClean="0"/>
              <a:t>Kuriakon</a:t>
            </a:r>
            <a:r>
              <a:rPr lang="en-US" dirty="0" smtClean="0"/>
              <a:t> </a:t>
            </a:r>
            <a:r>
              <a:rPr lang="ml-IN" dirty="0" smtClean="0"/>
              <a:t>കുരിയാക്കോൻ</a:t>
            </a:r>
            <a:r>
              <a:rPr lang="en-US" dirty="0" smtClean="0"/>
              <a:t> = </a:t>
            </a:r>
            <a:r>
              <a:rPr lang="ml-IN" dirty="0" smtClean="0"/>
              <a:t>കർത്താവിന്റെ വക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314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THE NATURE OF THE CHURCH </a:t>
            </a:r>
            <a:r>
              <a:rPr lang="ml-IN" dirty="0"/>
              <a:t>സഭയുടെ പ്രകൃതി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Character of the church</a:t>
            </a:r>
          </a:p>
          <a:p>
            <a:r>
              <a:rPr lang="ml-IN" dirty="0"/>
              <a:t>"ഏകവും വിശുദ്ധവും കാതോലികവു൦ അപ്പോസ്തോലികവുമായ " </a:t>
            </a:r>
            <a:r>
              <a:rPr lang="ml-IN" dirty="0" smtClean="0"/>
              <a:t>സഭ</a:t>
            </a:r>
            <a:endParaRPr lang="en-US" dirty="0" smtClean="0"/>
          </a:p>
          <a:p>
            <a:r>
              <a:rPr lang="en-US" dirty="0" smtClean="0"/>
              <a:t>Teaching the Word of God</a:t>
            </a:r>
          </a:p>
          <a:p>
            <a:r>
              <a:rPr lang="en-US" dirty="0" smtClean="0"/>
              <a:t>True ordinances in the church</a:t>
            </a:r>
          </a:p>
          <a:p>
            <a:r>
              <a:rPr lang="en-US" dirty="0" smtClean="0"/>
              <a:t>Spiritual discipline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486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91521"/>
          </a:xfrm>
        </p:spPr>
        <p:txBody>
          <a:bodyPr/>
          <a:lstStyle/>
          <a:p>
            <a:pPr algn="ctr"/>
            <a:r>
              <a:rPr lang="ml-IN" dirty="0"/>
              <a:t>സഭയുടെ സാദൃശ്യങ്ങൾ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365567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ml-IN" dirty="0" smtClean="0"/>
              <a:t>ആട്ടിൻകൂട്ട൦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ml-IN" dirty="0"/>
              <a:t>ക്രിസ്തുവിന്റെ </a:t>
            </a:r>
            <a:r>
              <a:rPr lang="ml-IN" dirty="0" smtClean="0"/>
              <a:t>ശരീരം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ml-IN" dirty="0"/>
              <a:t>ക്രിസ്തുവിന്റെ </a:t>
            </a:r>
            <a:r>
              <a:rPr lang="ml-IN" dirty="0" smtClean="0"/>
              <a:t>മന്ദിരം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ml-IN" dirty="0"/>
              <a:t>ക്രിസ്തുവിന്റെ </a:t>
            </a:r>
            <a:r>
              <a:rPr lang="ml-IN" dirty="0" smtClean="0"/>
              <a:t>മർമ്മം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ml-IN" dirty="0"/>
              <a:t>ക്രിസ്തുവിന്റെ </a:t>
            </a:r>
            <a:r>
              <a:rPr lang="ml-IN" dirty="0" smtClean="0"/>
              <a:t>മണവാട്ടി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ml-IN" dirty="0"/>
              <a:t>ക്രിസ്തുവിന്റെ പുതിയ </a:t>
            </a:r>
            <a:r>
              <a:rPr lang="ml-IN" dirty="0" smtClean="0"/>
              <a:t>മനുഷ്യൻ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ml-IN" dirty="0"/>
              <a:t>രാജകീയ പുരോഹിത വർഗ്ഗ൦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373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The beginning of the church </a:t>
            </a:r>
            <a:r>
              <a:rPr lang="ml-IN" dirty="0"/>
              <a:t>സഭയുടെ ആര൦ഭ൦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Mathew 16 : 18      </a:t>
            </a:r>
            <a:r>
              <a:rPr lang="ml-IN" dirty="0" smtClean="0"/>
              <a:t>ഞാൻ </a:t>
            </a:r>
            <a:r>
              <a:rPr lang="ml-IN" dirty="0"/>
              <a:t>എന്റെ സഭയെ പണിയും</a:t>
            </a:r>
            <a:endParaRPr lang="en-US" dirty="0" smtClean="0"/>
          </a:p>
          <a:p>
            <a:r>
              <a:rPr lang="en-US" dirty="0" smtClean="0"/>
              <a:t>Acts  2: 1 – 4 , 40</a:t>
            </a:r>
          </a:p>
          <a:p>
            <a:r>
              <a:rPr lang="en-US" dirty="0" smtClean="0"/>
              <a:t>Church can be divided into two</a:t>
            </a:r>
          </a:p>
          <a:p>
            <a:r>
              <a:rPr lang="en-US" dirty="0" smtClean="0"/>
              <a:t>Universal Church and Local Church</a:t>
            </a:r>
          </a:p>
          <a:p>
            <a:r>
              <a:rPr lang="ml-IN" dirty="0"/>
              <a:t>ക്രിസ്തു എന്ന </a:t>
            </a:r>
            <a:r>
              <a:rPr lang="ml-IN" dirty="0" smtClean="0"/>
              <a:t>അടിസ്ഥാനം</a:t>
            </a:r>
            <a:endParaRPr lang="en-US" dirty="0" smtClean="0"/>
          </a:p>
          <a:p>
            <a:r>
              <a:rPr lang="ml-IN" dirty="0" smtClean="0"/>
              <a:t>പരിശുദ്ധാത്മാവിന്റ</a:t>
            </a:r>
            <a:r>
              <a:rPr lang="en-US" dirty="0" smtClean="0"/>
              <a:t> </a:t>
            </a:r>
            <a:r>
              <a:rPr lang="ml-IN" dirty="0"/>
              <a:t>പങ്കാളിത്വ൦</a:t>
            </a:r>
            <a:endParaRPr lang="en-US" dirty="0" smtClean="0"/>
          </a:p>
          <a:p>
            <a:r>
              <a:rPr lang="ml-IN" dirty="0"/>
              <a:t>ചരിത്രപരമായ തുടക്കം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6114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The Ministers in the Church </a:t>
            </a:r>
            <a:r>
              <a:rPr lang="ml-IN" dirty="0" smtClean="0"/>
              <a:t>സഭയുടെ</a:t>
            </a:r>
            <a:r>
              <a:rPr lang="en-US" dirty="0" smtClean="0"/>
              <a:t> </a:t>
            </a:r>
            <a:r>
              <a:rPr lang="ml-IN" dirty="0"/>
              <a:t>ശുശ്രൂഷകൻമാർ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2228525"/>
          </a:xfrm>
        </p:spPr>
        <p:txBody>
          <a:bodyPr/>
          <a:lstStyle/>
          <a:p>
            <a:r>
              <a:rPr lang="en-US" dirty="0" smtClean="0"/>
              <a:t>Apostles   </a:t>
            </a:r>
            <a:r>
              <a:rPr lang="ml-IN" dirty="0"/>
              <a:t>അപ്പോസ്തോലൻമാർ</a:t>
            </a:r>
            <a:endParaRPr lang="en-US" dirty="0" smtClean="0"/>
          </a:p>
          <a:p>
            <a:r>
              <a:rPr lang="en-US" dirty="0" smtClean="0"/>
              <a:t>Prophets   </a:t>
            </a:r>
            <a:r>
              <a:rPr lang="ml-IN" dirty="0"/>
              <a:t>പ്രവാചകൻമാർ</a:t>
            </a:r>
            <a:endParaRPr lang="en-US" dirty="0" smtClean="0"/>
          </a:p>
          <a:p>
            <a:r>
              <a:rPr lang="en-US" dirty="0" smtClean="0"/>
              <a:t>Evangelists </a:t>
            </a:r>
            <a:r>
              <a:rPr lang="en-US" dirty="0"/>
              <a:t> </a:t>
            </a:r>
            <a:r>
              <a:rPr lang="ml-IN" dirty="0"/>
              <a:t>സുവിശേഷകൻമാർ</a:t>
            </a:r>
            <a:endParaRPr lang="en-US" dirty="0" smtClean="0"/>
          </a:p>
          <a:p>
            <a:r>
              <a:rPr lang="en-US" dirty="0" smtClean="0"/>
              <a:t>Pastors   </a:t>
            </a:r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ml-IN" dirty="0"/>
              <a:t>ഇടയന്മാർ</a:t>
            </a:r>
            <a:endParaRPr lang="en-US" dirty="0" smtClean="0"/>
          </a:p>
          <a:p>
            <a:r>
              <a:rPr lang="en-US" dirty="0" smtClean="0"/>
              <a:t>Teachers     </a:t>
            </a:r>
            <a:r>
              <a:rPr lang="ml-IN" dirty="0"/>
              <a:t>ഉപദേഷ്ടാക്കന്മാർ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934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Fundamental Doctrines of The Church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Seven doctrines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Repentance         </a:t>
            </a:r>
            <a:r>
              <a:rPr lang="ml-IN" dirty="0"/>
              <a:t>മാനസാന്തര൦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Baptism                 </a:t>
            </a:r>
            <a:r>
              <a:rPr lang="ml-IN" dirty="0"/>
              <a:t>ജലസ്നാന൦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Holy Spirit               </a:t>
            </a:r>
            <a:r>
              <a:rPr lang="ml-IN" dirty="0"/>
              <a:t>പരിശുദ്ധാത്മ സ്നാന൦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Holy Life (Separation) </a:t>
            </a:r>
            <a:r>
              <a:rPr lang="ml-IN" dirty="0"/>
              <a:t>വേർപാട് (വിശുദ്ധി)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Apostolic Teachings  </a:t>
            </a:r>
            <a:r>
              <a:rPr lang="ml-IN" dirty="0"/>
              <a:t>അപ്പോസ്തോലിക ഉപദേശം കേൾക്കുക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Fellowship                   </a:t>
            </a:r>
            <a:r>
              <a:rPr lang="ml-IN" dirty="0"/>
              <a:t>കൂട്ടായ്മ ആചരിക്കുക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Lord’s Table And Prayer </a:t>
            </a:r>
            <a:r>
              <a:rPr lang="ml-IN" dirty="0" smtClean="0"/>
              <a:t>അപ്പം</a:t>
            </a:r>
            <a:r>
              <a:rPr lang="en-US" dirty="0" smtClean="0"/>
              <a:t> </a:t>
            </a:r>
            <a:r>
              <a:rPr lang="ml-IN" dirty="0" smtClean="0"/>
              <a:t>നുറുക്കുക</a:t>
            </a:r>
            <a:r>
              <a:rPr lang="en-US" dirty="0" smtClean="0"/>
              <a:t>, </a:t>
            </a:r>
            <a:r>
              <a:rPr lang="ml-IN" dirty="0"/>
              <a:t>പ്രാർത്ഥിക്കുക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44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Church Administration               </a:t>
            </a:r>
            <a:r>
              <a:rPr lang="ml-IN" dirty="0" smtClean="0"/>
              <a:t>സഭാ</a:t>
            </a:r>
            <a:r>
              <a:rPr lang="en-US" dirty="0" smtClean="0"/>
              <a:t> </a:t>
            </a:r>
            <a:r>
              <a:rPr lang="ml-IN" dirty="0" smtClean="0"/>
              <a:t>ഭരണ൦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3681310"/>
          </a:xfrm>
        </p:spPr>
        <p:txBody>
          <a:bodyPr/>
          <a:lstStyle/>
          <a:p>
            <a:r>
              <a:rPr lang="en-US" dirty="0" smtClean="0"/>
              <a:t>Different Types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Episcopal System            </a:t>
            </a:r>
            <a:r>
              <a:rPr lang="ml-IN" dirty="0"/>
              <a:t>എപ്പിസ്കോപ്പൽ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Presbyterian System        </a:t>
            </a:r>
            <a:r>
              <a:rPr lang="ml-IN" dirty="0"/>
              <a:t>പ്രസ്ബിറ്റേറിയൻ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Congregational System </a:t>
            </a:r>
            <a:r>
              <a:rPr lang="ml-IN" dirty="0"/>
              <a:t>കോൺഗ്രഗേഷണൽ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National System               </a:t>
            </a:r>
            <a:r>
              <a:rPr lang="ml-IN" dirty="0"/>
              <a:t>ദേശീയസഭാ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Non governmental System </a:t>
            </a:r>
            <a:r>
              <a:rPr lang="ml-IN" dirty="0"/>
              <a:t>ഭരണസംവിധാനം നിഷേധ൦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Pentecostal System            </a:t>
            </a:r>
            <a:r>
              <a:rPr lang="ml-IN" dirty="0"/>
              <a:t>പെന്തകൊസ്തു സഭ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3699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Ordinances in the church </a:t>
            </a:r>
            <a:br>
              <a:rPr lang="en-US" dirty="0" smtClean="0"/>
            </a:br>
            <a:r>
              <a:rPr lang="ml-IN" sz="3600" dirty="0" smtClean="0"/>
              <a:t>സഭയിലെ </a:t>
            </a:r>
            <a:r>
              <a:rPr lang="ml-IN" sz="3600" dirty="0"/>
              <a:t>കാർമ്മിക ശുശ്രൂഷകൾ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Baptism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Lords Supper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781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ml-IN" dirty="0"/>
              <a:t>സഭയുടെ കർത്തവ്യങ്ങൾ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Evangelism        </a:t>
            </a:r>
            <a:r>
              <a:rPr lang="ml-IN" dirty="0" smtClean="0"/>
              <a:t>സുവിശേഷീകരണ൦</a:t>
            </a:r>
            <a:endParaRPr lang="en-US" dirty="0" smtClean="0"/>
          </a:p>
          <a:p>
            <a:pPr marL="857250" lvl="1" indent="-457200"/>
            <a:r>
              <a:rPr lang="en-US" dirty="0" smtClean="0"/>
              <a:t>Great Commission Mathew 28 : 18f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Worship              </a:t>
            </a:r>
            <a:r>
              <a:rPr lang="ml-IN" dirty="0"/>
              <a:t>ആരാധന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Social Services   </a:t>
            </a:r>
            <a:r>
              <a:rPr lang="ml-IN" dirty="0" smtClean="0"/>
              <a:t>സാമൂഹ്യ</a:t>
            </a:r>
            <a:r>
              <a:rPr lang="en-US" dirty="0" smtClean="0"/>
              <a:t> </a:t>
            </a:r>
            <a:r>
              <a:rPr lang="ml-IN" dirty="0" smtClean="0"/>
              <a:t>സേവന൦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7008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270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Kartika</vt:lpstr>
      <vt:lpstr>Wingdings 3</vt:lpstr>
      <vt:lpstr>Ion</vt:lpstr>
      <vt:lpstr>ECCLESIOLOGY സഭാശാസ്ത്ര൦</vt:lpstr>
      <vt:lpstr>Ecclesiology</vt:lpstr>
      <vt:lpstr>Terminology</vt:lpstr>
      <vt:lpstr>THE NATURE OF THE CHURCH സഭയുടെ പ്രകൃതി</vt:lpstr>
      <vt:lpstr>സഭയുടെ സാദൃശ്യങ്ങൾ</vt:lpstr>
      <vt:lpstr>The beginning of the church സഭയുടെ ആര൦ഭ൦</vt:lpstr>
      <vt:lpstr>The Ministers in the Church സഭയുടെ ശുശ്രൂഷകൻമാർ</vt:lpstr>
      <vt:lpstr>Fundamental Doctrines of The Church </vt:lpstr>
      <vt:lpstr>Church Administration               സഭാ ഭരണ൦</vt:lpstr>
      <vt:lpstr>Ordinances in the church  സഭയിലെ കാർമ്മിക ശുശ്രൂഷകൾ</vt:lpstr>
      <vt:lpstr>സഭയുടെ കർത്തവ്യങ്ങൾ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ECCLESIOLOGY സഭാശാസ്ത്ര൦</dc:title>
  <dc:creator>DELL</dc:creator>
  <cp:lastModifiedBy>DELL</cp:lastModifiedBy>
  <cp:revision>1</cp:revision>
  <dcterms:created xsi:type="dcterms:W3CDTF">2026-03-11T16:44:51Z</dcterms:created>
  <dcterms:modified xsi:type="dcterms:W3CDTF">2026-03-11T16:46:07Z</dcterms:modified>
</cp:coreProperties>
</file>