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62" r:id="rId2"/>
    <p:sldId id="266" r:id="rId3"/>
    <p:sldId id="263" r:id="rId4"/>
    <p:sldId id="257" r:id="rId5"/>
    <p:sldId id="258" r:id="rId6"/>
    <p:sldId id="259" r:id="rId7"/>
    <p:sldId id="260" r:id="rId8"/>
    <p:sldId id="261" r:id="rId9"/>
    <p:sldId id="264" r:id="rId10"/>
    <p:sldId id="265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1" r:id="rId24"/>
    <p:sldId id="279" r:id="rId25"/>
    <p:sldId id="280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30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48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136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68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036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627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40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6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36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72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768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0340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557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713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166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729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3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819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 smtClean="0"/>
              <a:t>ANGELOLOGY   </a:t>
            </a:r>
            <a:br>
              <a:rPr lang="en-US" sz="6000" dirty="0" smtClean="0"/>
            </a:br>
            <a:r>
              <a:rPr lang="ml-IN" sz="6000" dirty="0" smtClean="0"/>
              <a:t>ദൂത</a:t>
            </a:r>
            <a:r>
              <a:rPr lang="en-US" sz="6000" dirty="0" smtClean="0"/>
              <a:t> </a:t>
            </a:r>
            <a:r>
              <a:rPr lang="ml-IN" sz="6000" dirty="0" smtClean="0"/>
              <a:t>ശാസ്ത്ര൦</a:t>
            </a:r>
            <a:endParaRPr lang="en-IN" sz="60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809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7576" y="2076628"/>
            <a:ext cx="3901676" cy="4502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2400" dirty="0" smtClean="0"/>
              <a:t>1 . </a:t>
            </a:r>
            <a:r>
              <a:rPr lang="en-IN" sz="2400" dirty="0" err="1" smtClean="0"/>
              <a:t>Bibliology</a:t>
            </a:r>
            <a:r>
              <a:rPr lang="en-IN" sz="2400" dirty="0" smtClean="0"/>
              <a:t> </a:t>
            </a:r>
            <a:br>
              <a:rPr lang="en-IN" sz="2400" dirty="0" smtClean="0"/>
            </a:br>
            <a:r>
              <a:rPr lang="en-IN" sz="2400" dirty="0" smtClean="0"/>
              <a:t>2 . Theology Proper</a:t>
            </a:r>
            <a:br>
              <a:rPr lang="en-IN" sz="2400" dirty="0" smtClean="0"/>
            </a:br>
            <a:r>
              <a:rPr lang="en-IN" sz="2400" dirty="0" smtClean="0"/>
              <a:t>3 . Christology</a:t>
            </a:r>
            <a:br>
              <a:rPr lang="en-IN" sz="2400" dirty="0" smtClean="0"/>
            </a:br>
            <a:r>
              <a:rPr lang="en-IN" sz="2400" dirty="0" smtClean="0"/>
              <a:t>4 . Pneumatology</a:t>
            </a:r>
            <a:br>
              <a:rPr lang="en-IN" sz="2400" dirty="0" smtClean="0"/>
            </a:br>
            <a:r>
              <a:rPr lang="en-IN" sz="2400" dirty="0" smtClean="0"/>
              <a:t>5 . Angelology</a:t>
            </a:r>
            <a:br>
              <a:rPr lang="en-IN" sz="2400" dirty="0" smtClean="0"/>
            </a:br>
            <a:r>
              <a:rPr lang="en-IN" sz="2400" dirty="0" smtClean="0"/>
              <a:t>6 . Anthropology</a:t>
            </a:r>
            <a:br>
              <a:rPr lang="en-IN" sz="2400" dirty="0" smtClean="0"/>
            </a:br>
            <a:r>
              <a:rPr lang="en-IN" sz="2400" dirty="0" smtClean="0"/>
              <a:t>7 . </a:t>
            </a:r>
            <a:r>
              <a:rPr lang="en-IN" sz="2400" dirty="0" err="1" smtClean="0"/>
              <a:t>Hamartiology</a:t>
            </a:r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 smtClean="0"/>
              <a:t>8 . Soteriology</a:t>
            </a:r>
            <a:br>
              <a:rPr lang="en-IN" sz="2400" dirty="0" smtClean="0"/>
            </a:br>
            <a:r>
              <a:rPr lang="en-IN" sz="2400" dirty="0" smtClean="0"/>
              <a:t>9 . Ecclesiology</a:t>
            </a:r>
            <a:br>
              <a:rPr lang="en-IN" sz="2400" dirty="0" smtClean="0"/>
            </a:br>
            <a:r>
              <a:rPr lang="en-IN" sz="2400" dirty="0" smtClean="0"/>
              <a:t>10. Eschatology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66130" y="2042313"/>
            <a:ext cx="90116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വേദപുസ്തക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ക്രിസ്തുവിനെക്കുറിച്ചുള്ള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ml-IN" sz="2400" b="1" dirty="0" smtClean="0"/>
              <a:t>പരിശുദ്ധാത്മാവിനെക്കുറിച്ചുള്ള</a:t>
            </a: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ദൂതന്മാരെക്കുറിച്ചുള്ള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പാപത്തെക്കുറിച്ചുള്ള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രക്ഷയെക്കുറിച്ചുള്ള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സഭയെക്കുറിച്ചുള്ള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അവസാനകാല സംഭവങ്ങളെക്കുറിച്ചുള്ള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0503" y="588027"/>
            <a:ext cx="1033666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u="sng" dirty="0" smtClean="0"/>
              <a:t>Divisions Of Systematic Theology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75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"/>
            <a:ext cx="10353761" cy="837488"/>
          </a:xfrm>
        </p:spPr>
        <p:txBody>
          <a:bodyPr/>
          <a:lstStyle/>
          <a:p>
            <a:pPr algn="ctr"/>
            <a:r>
              <a:rPr lang="en-US" dirty="0" smtClean="0"/>
              <a:t>Angelology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191" y="299103"/>
            <a:ext cx="11750467" cy="6340979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en-US" sz="2600" b="1" dirty="0" smtClean="0"/>
              <a:t>Introduction       </a:t>
            </a:r>
            <a:r>
              <a:rPr lang="ml-IN" sz="2600" b="1" dirty="0" smtClean="0"/>
              <a:t>മുഖവുര</a:t>
            </a:r>
            <a:endParaRPr lang="en-IN" sz="2600" b="1" dirty="0"/>
          </a:p>
          <a:p>
            <a:endParaRPr lang="en-US" dirty="0" smtClean="0"/>
          </a:p>
          <a:p>
            <a:r>
              <a:rPr lang="ml-IN" dirty="0" smtClean="0"/>
              <a:t>ദൂതൻ</a:t>
            </a:r>
            <a:r>
              <a:rPr lang="en-US" dirty="0" smtClean="0"/>
              <a:t>(Gen28:12)</a:t>
            </a:r>
            <a:r>
              <a:rPr lang="en-IN" dirty="0" smtClean="0"/>
              <a:t>, </a:t>
            </a:r>
            <a:r>
              <a:rPr lang="ml-IN" dirty="0" smtClean="0"/>
              <a:t>ദൈവ</a:t>
            </a:r>
            <a:r>
              <a:rPr lang="en-IN" dirty="0" smtClean="0"/>
              <a:t> </a:t>
            </a:r>
            <a:r>
              <a:rPr lang="ml-IN" dirty="0" smtClean="0"/>
              <a:t>പുത്രൻമാർ</a:t>
            </a:r>
            <a:r>
              <a:rPr lang="en-US" dirty="0" smtClean="0"/>
              <a:t>(Job1:6)</a:t>
            </a:r>
            <a:r>
              <a:rPr lang="en-IN" dirty="0" smtClean="0"/>
              <a:t>, </a:t>
            </a:r>
            <a:r>
              <a:rPr lang="ml-IN" dirty="0" smtClean="0"/>
              <a:t>വിശുദ്ധന്മാർ</a:t>
            </a:r>
            <a:r>
              <a:rPr lang="en-US" dirty="0" smtClean="0"/>
              <a:t>(Ps89:5,7)</a:t>
            </a:r>
            <a:r>
              <a:rPr lang="en-IN" dirty="0" smtClean="0"/>
              <a:t>, </a:t>
            </a:r>
            <a:r>
              <a:rPr lang="ml-IN" dirty="0" smtClean="0"/>
              <a:t>സ്വർഗ്ഗത്തിലെ</a:t>
            </a:r>
            <a:r>
              <a:rPr lang="en-IN" dirty="0" smtClean="0"/>
              <a:t> </a:t>
            </a:r>
            <a:r>
              <a:rPr lang="ml-IN" dirty="0" smtClean="0"/>
              <a:t>സൈന്യം</a:t>
            </a:r>
            <a:r>
              <a:rPr lang="en-US" dirty="0" smtClean="0"/>
              <a:t>(1Sam1:11) </a:t>
            </a:r>
            <a:endParaRPr lang="en-IN" dirty="0" smtClean="0"/>
          </a:p>
          <a:p>
            <a:r>
              <a:rPr lang="ml-IN" dirty="0" smtClean="0"/>
              <a:t>ദേവസഭ</a:t>
            </a:r>
            <a:r>
              <a:rPr lang="en-US" dirty="0" smtClean="0"/>
              <a:t>(Ps82:1)</a:t>
            </a:r>
            <a:r>
              <a:rPr lang="en-IN" dirty="0" smtClean="0"/>
              <a:t>, </a:t>
            </a:r>
            <a:r>
              <a:rPr lang="ml-IN" dirty="0" smtClean="0"/>
              <a:t>വിശുദ്ധന്മാരുടെ</a:t>
            </a:r>
            <a:r>
              <a:rPr lang="en-IN" dirty="0" smtClean="0"/>
              <a:t> </a:t>
            </a:r>
            <a:r>
              <a:rPr lang="ml-IN" dirty="0" smtClean="0"/>
              <a:t>സംഘം</a:t>
            </a:r>
            <a:r>
              <a:rPr lang="en-US" dirty="0" smtClean="0"/>
              <a:t>(Ps89:7)</a:t>
            </a:r>
            <a:r>
              <a:rPr lang="en-IN" dirty="0" smtClean="0"/>
              <a:t>, </a:t>
            </a:r>
            <a:r>
              <a:rPr lang="ml-IN" dirty="0" smtClean="0"/>
              <a:t>സേവകാത്മാക്കൾ</a:t>
            </a:r>
            <a:r>
              <a:rPr lang="en-US" dirty="0" smtClean="0"/>
              <a:t>(Heb1:14),</a:t>
            </a:r>
            <a:r>
              <a:rPr lang="ml-IN" dirty="0"/>
              <a:t> നിരീക്ഷകൻ</a:t>
            </a:r>
            <a:r>
              <a:rPr lang="en-US" dirty="0"/>
              <a:t>(Dan4:13</a:t>
            </a:r>
            <a:r>
              <a:rPr lang="en-US" dirty="0" smtClean="0"/>
              <a:t>)</a:t>
            </a:r>
          </a:p>
          <a:p>
            <a:r>
              <a:rPr lang="en-US" dirty="0" smtClean="0"/>
              <a:t>Study about Angels </a:t>
            </a:r>
            <a:r>
              <a:rPr lang="ml-IN" dirty="0" smtClean="0"/>
              <a:t>ദൂതന്മാരെകുറിച്ചുള്ള</a:t>
            </a:r>
            <a:r>
              <a:rPr lang="en-US" dirty="0" smtClean="0"/>
              <a:t> </a:t>
            </a:r>
            <a:r>
              <a:rPr lang="ml-IN" dirty="0" smtClean="0"/>
              <a:t>പഠനം</a:t>
            </a:r>
            <a:endParaRPr lang="en-US" dirty="0" smtClean="0"/>
          </a:p>
          <a:p>
            <a:r>
              <a:rPr lang="en-US" dirty="0" smtClean="0"/>
              <a:t>In O.T. 108 times</a:t>
            </a:r>
          </a:p>
          <a:p>
            <a:r>
              <a:rPr lang="en-US" dirty="0" smtClean="0"/>
              <a:t>In N. T. 165 times</a:t>
            </a:r>
          </a:p>
          <a:p>
            <a:r>
              <a:rPr lang="en-US" dirty="0" smtClean="0"/>
              <a:t>Total     273 times used</a:t>
            </a:r>
          </a:p>
          <a:p>
            <a:r>
              <a:rPr lang="en-US" dirty="0" smtClean="0"/>
              <a:t>Terminology    </a:t>
            </a:r>
            <a:r>
              <a:rPr lang="ml-IN" dirty="0"/>
              <a:t>മൂലപദങ്ങൾ</a:t>
            </a:r>
            <a:endParaRPr lang="en-US" dirty="0" smtClean="0"/>
          </a:p>
          <a:p>
            <a:r>
              <a:rPr lang="en-US" dirty="0" smtClean="0"/>
              <a:t>MALAK </a:t>
            </a:r>
            <a:r>
              <a:rPr lang="ml-IN" dirty="0"/>
              <a:t>മലഖ്</a:t>
            </a:r>
            <a:r>
              <a:rPr lang="en-US" dirty="0" smtClean="0"/>
              <a:t>    – Hebrew </a:t>
            </a:r>
          </a:p>
          <a:p>
            <a:r>
              <a:rPr lang="en-US" dirty="0" smtClean="0"/>
              <a:t>ANGELOS  – Greek</a:t>
            </a:r>
          </a:p>
          <a:p>
            <a:r>
              <a:rPr lang="en-US" dirty="0" smtClean="0"/>
              <a:t>ANGEL      --  English</a:t>
            </a:r>
          </a:p>
          <a:p>
            <a:r>
              <a:rPr lang="ml-IN" dirty="0" smtClean="0"/>
              <a:t>മാലാഖ</a:t>
            </a:r>
            <a:r>
              <a:rPr lang="en-US" dirty="0" smtClean="0"/>
              <a:t>  -- Malayalam -- </a:t>
            </a:r>
            <a:r>
              <a:rPr lang="ml-IN" dirty="0"/>
              <a:t>ദൂതന്മാർ</a:t>
            </a:r>
            <a:r>
              <a:rPr lang="en-US" dirty="0" smtClean="0"/>
              <a:t> </a:t>
            </a:r>
          </a:p>
          <a:p>
            <a:r>
              <a:rPr lang="en-US" dirty="0" smtClean="0"/>
              <a:t>Types of Angels : Two types : 1. Holy Angels  </a:t>
            </a:r>
            <a:r>
              <a:rPr lang="ml-IN" dirty="0" smtClean="0"/>
              <a:t>വിശുദ്ധ</a:t>
            </a:r>
            <a:r>
              <a:rPr lang="en-US" dirty="0" smtClean="0"/>
              <a:t> </a:t>
            </a:r>
            <a:r>
              <a:rPr lang="ml-IN" dirty="0" smtClean="0"/>
              <a:t>ദൂതന്മാർ</a:t>
            </a:r>
            <a:endParaRPr lang="en-US" dirty="0" smtClean="0"/>
          </a:p>
          <a:p>
            <a:r>
              <a:rPr lang="en-US" dirty="0" smtClean="0"/>
              <a:t>2. Evil Angels  </a:t>
            </a:r>
            <a:r>
              <a:rPr lang="ml-IN" dirty="0" smtClean="0"/>
              <a:t>വീണുപോയ</a:t>
            </a:r>
            <a:r>
              <a:rPr lang="en-IN" dirty="0" smtClean="0"/>
              <a:t> </a:t>
            </a:r>
            <a:r>
              <a:rPr lang="ml-IN" dirty="0" smtClean="0"/>
              <a:t>ദൂതന്മാർ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5211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11096"/>
            <a:ext cx="10353761" cy="1341689"/>
          </a:xfrm>
        </p:spPr>
        <p:txBody>
          <a:bodyPr/>
          <a:lstStyle/>
          <a:p>
            <a:pPr algn="ctr"/>
            <a:r>
              <a:rPr lang="en-US" dirty="0" smtClean="0"/>
              <a:t>Different Religion Views </a:t>
            </a:r>
            <a:br>
              <a:rPr lang="en-US" dirty="0" smtClean="0"/>
            </a:br>
            <a:r>
              <a:rPr lang="ml-IN" sz="4000" dirty="0" smtClean="0"/>
              <a:t>വിവിധ</a:t>
            </a:r>
            <a:r>
              <a:rPr lang="en-US" sz="4000" dirty="0" smtClean="0"/>
              <a:t> </a:t>
            </a:r>
            <a:r>
              <a:rPr lang="ml-IN" sz="4000" dirty="0" smtClean="0"/>
              <a:t>മത</a:t>
            </a:r>
            <a:r>
              <a:rPr lang="en-US" sz="4000" dirty="0" smtClean="0"/>
              <a:t> </a:t>
            </a:r>
            <a:r>
              <a:rPr lang="ml-IN" sz="4000" dirty="0" smtClean="0"/>
              <a:t>വീക്ഷണ൦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452785"/>
            <a:ext cx="8946541" cy="5016381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Hindus  : </a:t>
            </a:r>
            <a:r>
              <a:rPr lang="ml-IN" dirty="0" smtClean="0"/>
              <a:t>മൂർത്തികൾ</a:t>
            </a:r>
            <a:endParaRPr lang="en-US" dirty="0" smtClean="0"/>
          </a:p>
          <a:p>
            <a:r>
              <a:rPr lang="en-US" dirty="0" smtClean="0"/>
              <a:t>Buddhist : </a:t>
            </a:r>
            <a:r>
              <a:rPr lang="ml-IN" dirty="0"/>
              <a:t>സേവകരായ </a:t>
            </a:r>
            <a:r>
              <a:rPr lang="ml-IN" dirty="0" smtClean="0"/>
              <a:t>ദൂതന്മാർ</a:t>
            </a:r>
            <a:endParaRPr lang="en-US" dirty="0" smtClean="0"/>
          </a:p>
          <a:p>
            <a:r>
              <a:rPr lang="en-US" dirty="0" smtClean="0"/>
              <a:t>Judaism : </a:t>
            </a:r>
            <a:r>
              <a:rPr lang="ml-IN" dirty="0" smtClean="0"/>
              <a:t>ദൈവത്തിനു൦</a:t>
            </a:r>
            <a:r>
              <a:rPr lang="en-US" dirty="0" smtClean="0"/>
              <a:t> </a:t>
            </a:r>
            <a:r>
              <a:rPr lang="ml-IN" dirty="0" smtClean="0"/>
              <a:t>മനുഷ്യർക്കു൦</a:t>
            </a:r>
            <a:r>
              <a:rPr lang="en-US" dirty="0" smtClean="0"/>
              <a:t> </a:t>
            </a:r>
            <a:r>
              <a:rPr lang="ml-IN" dirty="0" smtClean="0"/>
              <a:t>ഇടയിൽ ആത്മജീവികൾ,</a:t>
            </a:r>
            <a:r>
              <a:rPr lang="en-US" dirty="0" smtClean="0"/>
              <a:t> </a:t>
            </a:r>
            <a:r>
              <a:rPr lang="ml-IN" dirty="0" smtClean="0"/>
              <a:t>ശക്തികൾ,</a:t>
            </a:r>
            <a:r>
              <a:rPr lang="en-US" dirty="0" smtClean="0"/>
              <a:t> </a:t>
            </a:r>
            <a:r>
              <a:rPr lang="ml-IN" dirty="0" smtClean="0"/>
              <a:t>അധികാരങ്ങൾ</a:t>
            </a:r>
            <a:endParaRPr lang="en-US" dirty="0" smtClean="0"/>
          </a:p>
          <a:p>
            <a:r>
              <a:rPr lang="en-US" dirty="0" smtClean="0"/>
              <a:t>Christians, Islam: Same as above</a:t>
            </a:r>
          </a:p>
          <a:p>
            <a:r>
              <a:rPr lang="en-US" dirty="0" smtClean="0"/>
              <a:t>Gnosticism : </a:t>
            </a:r>
            <a:r>
              <a:rPr lang="ml-IN" dirty="0" smtClean="0"/>
              <a:t>ആത്മജീവികളെയു൦</a:t>
            </a:r>
            <a:r>
              <a:rPr lang="en-US" dirty="0" smtClean="0"/>
              <a:t> </a:t>
            </a:r>
            <a:r>
              <a:rPr lang="ml-IN" dirty="0" smtClean="0"/>
              <a:t>അവിടെവസിക്കുന്ന ആത്മാക്കളെയും</a:t>
            </a:r>
            <a:r>
              <a:rPr lang="en-US" dirty="0" smtClean="0"/>
              <a:t> </a:t>
            </a:r>
            <a:r>
              <a:rPr lang="ml-IN" dirty="0" smtClean="0"/>
              <a:t>വിശ്വസിക്കുന്നു</a:t>
            </a:r>
            <a:endParaRPr lang="en-US" dirty="0" smtClean="0"/>
          </a:p>
          <a:p>
            <a:r>
              <a:rPr lang="en-US" dirty="0" smtClean="0"/>
              <a:t>Bible, Jewish Talmud, Non-Canonic books</a:t>
            </a:r>
          </a:p>
          <a:p>
            <a:r>
              <a:rPr lang="ml-IN" dirty="0" smtClean="0"/>
              <a:t>മീഖായേൽ</a:t>
            </a:r>
            <a:r>
              <a:rPr lang="en-US" dirty="0" smtClean="0"/>
              <a:t>, </a:t>
            </a:r>
            <a:r>
              <a:rPr lang="ml-IN" dirty="0" smtClean="0"/>
              <a:t>ഗബ്രിയേൽ</a:t>
            </a:r>
            <a:r>
              <a:rPr lang="en-US" dirty="0" smtClean="0"/>
              <a:t>, </a:t>
            </a:r>
            <a:r>
              <a:rPr lang="ml-IN" dirty="0" smtClean="0"/>
              <a:t>ലൂസിഫർ</a:t>
            </a:r>
            <a:r>
              <a:rPr lang="en-US" dirty="0" smtClean="0"/>
              <a:t>, </a:t>
            </a:r>
            <a:r>
              <a:rPr lang="ml-IN" dirty="0" smtClean="0"/>
              <a:t>റഫായേൽ</a:t>
            </a:r>
            <a:r>
              <a:rPr lang="en-US" dirty="0" smtClean="0"/>
              <a:t>, </a:t>
            </a:r>
            <a:r>
              <a:rPr lang="ml-IN" dirty="0" smtClean="0"/>
              <a:t>ഊരിയേൽ</a:t>
            </a:r>
            <a:r>
              <a:rPr lang="en-US" dirty="0" smtClean="0"/>
              <a:t>, </a:t>
            </a:r>
            <a:r>
              <a:rPr lang="ml-IN" dirty="0" smtClean="0"/>
              <a:t>രെഗുവേൽ</a:t>
            </a:r>
            <a:r>
              <a:rPr lang="en-US" dirty="0" smtClean="0"/>
              <a:t>, </a:t>
            </a:r>
            <a:r>
              <a:rPr lang="ml-IN" dirty="0" smtClean="0"/>
              <a:t>സരീയേൽ</a:t>
            </a:r>
            <a:r>
              <a:rPr lang="en-US" dirty="0" smtClean="0"/>
              <a:t>, </a:t>
            </a:r>
            <a:r>
              <a:rPr lang="ml-IN" dirty="0" smtClean="0"/>
              <a:t>റെമീയേൽ</a:t>
            </a:r>
            <a:endParaRPr lang="en-US" dirty="0" smtClean="0"/>
          </a:p>
          <a:p>
            <a:r>
              <a:rPr lang="en-US" dirty="0" smtClean="0"/>
              <a:t>Dead Sea Scrolls : </a:t>
            </a:r>
            <a:r>
              <a:rPr lang="ml-IN" dirty="0" smtClean="0"/>
              <a:t>ചാവുകടൽചുരുൾ</a:t>
            </a:r>
            <a:endParaRPr lang="en-US" dirty="0" smtClean="0"/>
          </a:p>
          <a:p>
            <a:r>
              <a:rPr lang="ml-IN" dirty="0" smtClean="0"/>
              <a:t>വെളിച്ചത്തിന്റെ</a:t>
            </a:r>
            <a:r>
              <a:rPr lang="en-US" dirty="0" smtClean="0"/>
              <a:t>, </a:t>
            </a:r>
            <a:r>
              <a:rPr lang="ml-IN" dirty="0" smtClean="0"/>
              <a:t>ഇരുളിന്റെ</a:t>
            </a:r>
            <a:r>
              <a:rPr lang="en-US" dirty="0" smtClean="0"/>
              <a:t>, </a:t>
            </a:r>
            <a:r>
              <a:rPr lang="ml-IN" dirty="0" smtClean="0"/>
              <a:t>നാശത്തിന്റെ</a:t>
            </a:r>
            <a:r>
              <a:rPr lang="en-US" dirty="0" smtClean="0"/>
              <a:t>, </a:t>
            </a:r>
            <a:r>
              <a:rPr lang="ml-IN" dirty="0" smtClean="0"/>
              <a:t>വിശുദ്ധിയുടെ</a:t>
            </a:r>
            <a:endParaRPr lang="en-US" dirty="0" smtClean="0"/>
          </a:p>
          <a:p>
            <a:r>
              <a:rPr lang="ml-IN" dirty="0" smtClean="0"/>
              <a:t>ദൂതൻമാർ</a:t>
            </a:r>
            <a:r>
              <a:rPr lang="en-US" dirty="0" smtClean="0"/>
              <a:t> </a:t>
            </a:r>
            <a:r>
              <a:rPr lang="ml-IN" dirty="0" smtClean="0"/>
              <a:t>എന്നിങ്ങനെ</a:t>
            </a:r>
            <a:r>
              <a:rPr lang="en-US" dirty="0" smtClean="0"/>
              <a:t> </a:t>
            </a:r>
            <a:r>
              <a:rPr lang="ml-IN" dirty="0" smtClean="0"/>
              <a:t>4</a:t>
            </a:r>
            <a:r>
              <a:rPr lang="en-US" dirty="0" smtClean="0"/>
              <a:t> </a:t>
            </a:r>
            <a:r>
              <a:rPr lang="ml-IN" dirty="0" smtClean="0"/>
              <a:t>ആയി</a:t>
            </a:r>
            <a:r>
              <a:rPr lang="en-US" dirty="0" smtClean="0"/>
              <a:t> </a:t>
            </a:r>
            <a:r>
              <a:rPr lang="ml-IN" dirty="0" smtClean="0"/>
              <a:t>തിരിച്ചിരിക്കുന്നു</a:t>
            </a:r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668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Bible Says About Angels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296749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en-US" sz="2400" b="1" dirty="0" smtClean="0"/>
              <a:t>According to Paul : </a:t>
            </a:r>
            <a:r>
              <a:rPr lang="ml-IN" sz="2400" b="1" dirty="0" smtClean="0"/>
              <a:t>പൌലൊസിന്റെ</a:t>
            </a:r>
            <a:r>
              <a:rPr lang="en-US" sz="2400" b="1" dirty="0" smtClean="0"/>
              <a:t> </a:t>
            </a:r>
            <a:r>
              <a:rPr lang="ml-IN" sz="2400" b="1" dirty="0" smtClean="0"/>
              <a:t>വീക്ഷണത്തിൽ</a:t>
            </a:r>
            <a:endParaRPr lang="en-US" sz="2400" b="1" dirty="0" smtClean="0"/>
          </a:p>
          <a:p>
            <a:r>
              <a:rPr lang="en-US" sz="2400" b="1" dirty="0" smtClean="0"/>
              <a:t>Ephesians 6 : 12, Colossians 2 : 15</a:t>
            </a:r>
          </a:p>
          <a:p>
            <a:r>
              <a:rPr lang="ml-IN" dirty="0" smtClean="0"/>
              <a:t>ശ്രേഷ്ടതകൾ</a:t>
            </a:r>
            <a:r>
              <a:rPr lang="en-US" dirty="0" smtClean="0"/>
              <a:t>           : Dominion</a:t>
            </a:r>
          </a:p>
          <a:p>
            <a:r>
              <a:rPr lang="ml-IN" dirty="0" smtClean="0"/>
              <a:t>ശക്തികൾ</a:t>
            </a:r>
            <a:r>
              <a:rPr lang="en-US" dirty="0" smtClean="0"/>
              <a:t>               :Powers</a:t>
            </a:r>
          </a:p>
          <a:p>
            <a:r>
              <a:rPr lang="ml-IN" dirty="0" smtClean="0"/>
              <a:t>വാഴ്ചകൾ</a:t>
            </a:r>
            <a:r>
              <a:rPr lang="en-US" dirty="0" smtClean="0"/>
              <a:t>            :Rulers of the darkness</a:t>
            </a:r>
          </a:p>
          <a:p>
            <a:r>
              <a:rPr lang="ml-IN" dirty="0" smtClean="0"/>
              <a:t>അധികാരങ്ങൾ</a:t>
            </a:r>
            <a:r>
              <a:rPr lang="en-US" dirty="0" smtClean="0"/>
              <a:t>     : Spiritual Hosts of wickedness in Heavenly places</a:t>
            </a:r>
          </a:p>
          <a:p>
            <a:r>
              <a:rPr lang="ml-IN" dirty="0" smtClean="0"/>
              <a:t>സിംഹാസനങ്ങൾ</a:t>
            </a:r>
            <a:r>
              <a:rPr lang="en-US" dirty="0" smtClean="0"/>
              <a:t> : Principalities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82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smtClean="0"/>
              <a:t>The Nature of Angels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ml-IN" dirty="0" smtClean="0"/>
              <a:t>ദൂതന്മാരുടെ</a:t>
            </a:r>
            <a:r>
              <a:rPr lang="en-US" dirty="0" smtClean="0"/>
              <a:t> </a:t>
            </a:r>
            <a:r>
              <a:rPr lang="ml-IN" dirty="0" smtClean="0"/>
              <a:t>പ്രകൃതി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373519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 smtClean="0"/>
              <a:t>Angels have beginning : </a:t>
            </a:r>
            <a:r>
              <a:rPr lang="ml-IN" dirty="0" smtClean="0"/>
              <a:t>ആര൦ഭ൦</a:t>
            </a:r>
            <a:r>
              <a:rPr lang="en-US" dirty="0" smtClean="0"/>
              <a:t> </a:t>
            </a:r>
            <a:r>
              <a:rPr lang="ml-IN" dirty="0" smtClean="0"/>
              <a:t>ഉണ്ട്</a:t>
            </a:r>
            <a:r>
              <a:rPr lang="en-US" dirty="0" smtClean="0"/>
              <a:t> . </a:t>
            </a:r>
            <a:r>
              <a:rPr lang="ml-IN" dirty="0" smtClean="0"/>
              <a:t>സൃഷ്ടികളാണ്</a:t>
            </a:r>
            <a:endParaRPr lang="en-US" dirty="0" smtClean="0"/>
          </a:p>
          <a:p>
            <a:r>
              <a:rPr lang="en-US" dirty="0" err="1" smtClean="0"/>
              <a:t>Neh</a:t>
            </a:r>
            <a:r>
              <a:rPr lang="en-US" dirty="0" smtClean="0"/>
              <a:t> 9:6, Ps 33: 6, 103: 20,21, 148: 2, 5, </a:t>
            </a:r>
            <a:r>
              <a:rPr lang="en-US" dirty="0" err="1" smtClean="0"/>
              <a:t>Colo</a:t>
            </a:r>
            <a:r>
              <a:rPr lang="en-US" dirty="0" smtClean="0"/>
              <a:t> 1:16, 1Kg 22:19.</a:t>
            </a:r>
          </a:p>
          <a:p>
            <a:r>
              <a:rPr lang="ml-IN" dirty="0" smtClean="0"/>
              <a:t>സൃഷ്ടി</a:t>
            </a:r>
            <a:r>
              <a:rPr lang="en-US" dirty="0" smtClean="0"/>
              <a:t> </a:t>
            </a:r>
            <a:r>
              <a:rPr lang="ml-IN" dirty="0" smtClean="0"/>
              <a:t>സമയം</a:t>
            </a:r>
            <a:r>
              <a:rPr lang="en-US" dirty="0" smtClean="0"/>
              <a:t> </a:t>
            </a:r>
            <a:r>
              <a:rPr lang="ml-IN" dirty="0" smtClean="0"/>
              <a:t>വൃക്തമാക്കിയിട്ടില്ല</a:t>
            </a:r>
            <a:r>
              <a:rPr lang="en-US" dirty="0" smtClean="0"/>
              <a:t>, </a:t>
            </a:r>
          </a:p>
          <a:p>
            <a:r>
              <a:rPr lang="ml-IN" dirty="0" smtClean="0"/>
              <a:t>മനുഷ്യ</a:t>
            </a:r>
            <a:r>
              <a:rPr lang="en-US" dirty="0" smtClean="0"/>
              <a:t> </a:t>
            </a:r>
            <a:r>
              <a:rPr lang="ml-IN" dirty="0" smtClean="0"/>
              <a:t>സൃഷ്ടിക്ക്</a:t>
            </a:r>
            <a:r>
              <a:rPr lang="en-US" dirty="0" smtClean="0"/>
              <a:t> </a:t>
            </a:r>
            <a:r>
              <a:rPr lang="ml-IN" dirty="0" smtClean="0"/>
              <a:t>മുൻപ്ഭൂമിക്ക്</a:t>
            </a:r>
            <a:r>
              <a:rPr lang="en-US" dirty="0" smtClean="0"/>
              <a:t> </a:t>
            </a:r>
            <a:r>
              <a:rPr lang="ml-IN" dirty="0" smtClean="0"/>
              <a:t>അടിസ്ഥാനമിടുന്നതിന്</a:t>
            </a:r>
            <a:r>
              <a:rPr lang="en-US" dirty="0" smtClean="0"/>
              <a:t> </a:t>
            </a:r>
            <a:r>
              <a:rPr lang="ml-IN" dirty="0" smtClean="0"/>
              <a:t>മുൻപ്</a:t>
            </a:r>
            <a:r>
              <a:rPr lang="en-US" dirty="0" smtClean="0"/>
              <a:t> </a:t>
            </a:r>
            <a:r>
              <a:rPr lang="ml-IN" dirty="0" smtClean="0"/>
              <a:t>ദൂതന്മാർ</a:t>
            </a:r>
            <a:r>
              <a:rPr lang="en-US" dirty="0" smtClean="0"/>
              <a:t> </a:t>
            </a:r>
            <a:r>
              <a:rPr lang="ml-IN" dirty="0" smtClean="0"/>
              <a:t>സൃഷ്ടിക്കപ്പെട്ടതായി</a:t>
            </a:r>
            <a:r>
              <a:rPr lang="en-US" dirty="0" smtClean="0"/>
              <a:t> </a:t>
            </a:r>
            <a:r>
              <a:rPr lang="ml-IN" dirty="0" smtClean="0"/>
              <a:t>ഈയോബിന്റെ</a:t>
            </a:r>
            <a:r>
              <a:rPr lang="en-US" dirty="0" smtClean="0"/>
              <a:t> </a:t>
            </a:r>
            <a:r>
              <a:rPr lang="ml-IN" dirty="0" smtClean="0"/>
              <a:t>പുസ്തകം </a:t>
            </a:r>
            <a:r>
              <a:rPr lang="ml-IN" dirty="0"/>
              <a:t>വൃക്തമാക്കുന്നു</a:t>
            </a:r>
            <a:r>
              <a:rPr lang="ml-IN" dirty="0" smtClean="0"/>
              <a:t>.</a:t>
            </a:r>
            <a:r>
              <a:rPr lang="en-US" dirty="0" smtClean="0"/>
              <a:t> Job 38: 4-7, 1:6, 2:1, Rev 9:1, Jude 5:20</a:t>
            </a:r>
          </a:p>
          <a:p>
            <a:r>
              <a:rPr lang="ml-IN" dirty="0" smtClean="0"/>
              <a:t>ആത്മാക്കളാണ്</a:t>
            </a:r>
            <a:r>
              <a:rPr lang="en-US" dirty="0" smtClean="0"/>
              <a:t> </a:t>
            </a:r>
            <a:r>
              <a:rPr lang="en-US" dirty="0" err="1" smtClean="0"/>
              <a:t>Eph</a:t>
            </a:r>
            <a:r>
              <a:rPr lang="en-US" dirty="0" smtClean="0"/>
              <a:t> 6:12, </a:t>
            </a:r>
            <a:r>
              <a:rPr lang="en-US" dirty="0" err="1" smtClean="0"/>
              <a:t>Heb</a:t>
            </a:r>
            <a:r>
              <a:rPr lang="en-US" dirty="0" smtClean="0"/>
              <a:t> 1:14,</a:t>
            </a:r>
          </a:p>
          <a:p>
            <a:r>
              <a:rPr lang="ml-IN" dirty="0" smtClean="0"/>
              <a:t>അനശ്വരത</a:t>
            </a:r>
            <a:r>
              <a:rPr lang="en-US" dirty="0" smtClean="0"/>
              <a:t> </a:t>
            </a:r>
            <a:r>
              <a:rPr lang="ml-IN" dirty="0" smtClean="0"/>
              <a:t>ഉണ്ട്</a:t>
            </a:r>
            <a:r>
              <a:rPr lang="en-US" dirty="0" smtClean="0"/>
              <a:t> </a:t>
            </a:r>
            <a:r>
              <a:rPr lang="en-US" dirty="0" err="1" smtClean="0"/>
              <a:t>Lk</a:t>
            </a:r>
            <a:r>
              <a:rPr lang="en-US" dirty="0" smtClean="0"/>
              <a:t> 20:35,36</a:t>
            </a:r>
          </a:p>
          <a:p>
            <a:r>
              <a:rPr lang="ml-IN" dirty="0" smtClean="0"/>
              <a:t>വലിയ</a:t>
            </a:r>
            <a:r>
              <a:rPr lang="en-US" dirty="0" smtClean="0"/>
              <a:t> </a:t>
            </a:r>
            <a:r>
              <a:rPr lang="ml-IN" dirty="0" smtClean="0"/>
              <a:t>ശക്തൻമാരാണ്</a:t>
            </a:r>
            <a:r>
              <a:rPr lang="en-US" dirty="0" smtClean="0"/>
              <a:t> 2Thesselonians 1:6-9</a:t>
            </a:r>
          </a:p>
          <a:p>
            <a:r>
              <a:rPr lang="ml-IN" dirty="0" smtClean="0"/>
              <a:t>ദൈവമുഖ൦</a:t>
            </a:r>
            <a:r>
              <a:rPr lang="en-US" dirty="0" smtClean="0"/>
              <a:t> </a:t>
            </a:r>
            <a:r>
              <a:rPr lang="ml-IN" dirty="0" smtClean="0"/>
              <a:t>കാണുന്നവരാണ്</a:t>
            </a:r>
            <a:r>
              <a:rPr lang="en-US" dirty="0" smtClean="0"/>
              <a:t> Mathew 18:10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5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Host of Angels </a:t>
            </a:r>
            <a:r>
              <a:rPr lang="ml-IN" dirty="0" smtClean="0"/>
              <a:t>ദൂത</a:t>
            </a:r>
            <a:r>
              <a:rPr lang="en-US" dirty="0" smtClean="0"/>
              <a:t> </a:t>
            </a:r>
            <a:r>
              <a:rPr lang="ml-IN" dirty="0" smtClean="0"/>
              <a:t>സമൂഹ൦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b="1" dirty="0" smtClean="0"/>
              <a:t>Number of Angels: </a:t>
            </a:r>
            <a:r>
              <a:rPr lang="ml-IN" b="1" dirty="0" smtClean="0"/>
              <a:t>ദൂതന്മാരുടെ</a:t>
            </a:r>
            <a:r>
              <a:rPr lang="en-US" b="1" dirty="0" smtClean="0"/>
              <a:t> </a:t>
            </a:r>
            <a:r>
              <a:rPr lang="ml-IN" b="1" dirty="0" smtClean="0"/>
              <a:t>എണ്ണം</a:t>
            </a:r>
            <a:endParaRPr lang="en-US" b="1" dirty="0" smtClean="0"/>
          </a:p>
          <a:p>
            <a:r>
              <a:rPr lang="en-US" dirty="0" smtClean="0"/>
              <a:t>Deuteronomy 33:2, Ps68 :17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Dwelling place of Angels : </a:t>
            </a:r>
            <a:r>
              <a:rPr lang="ml-IN" b="1" dirty="0" smtClean="0"/>
              <a:t>ദൂതന്മാരുടെ</a:t>
            </a:r>
            <a:r>
              <a:rPr lang="en-US" b="1" dirty="0" smtClean="0"/>
              <a:t> </a:t>
            </a:r>
            <a:r>
              <a:rPr lang="ml-IN" b="1" dirty="0" smtClean="0"/>
              <a:t>വാസ൦</a:t>
            </a:r>
            <a:r>
              <a:rPr lang="en-US" b="1" dirty="0" smtClean="0"/>
              <a:t> </a:t>
            </a:r>
          </a:p>
          <a:p>
            <a:r>
              <a:rPr lang="ml-IN" dirty="0" smtClean="0"/>
              <a:t>പ്രപഞ്ച</a:t>
            </a:r>
            <a:r>
              <a:rPr lang="en-US" dirty="0" smtClean="0"/>
              <a:t> </a:t>
            </a:r>
            <a:r>
              <a:rPr lang="ml-IN" dirty="0" smtClean="0"/>
              <a:t>സൃഷ്ടിക്കുമുൻപ്</a:t>
            </a:r>
            <a:r>
              <a:rPr lang="en-US" dirty="0" smtClean="0"/>
              <a:t> </a:t>
            </a:r>
            <a:r>
              <a:rPr lang="ml-IN" dirty="0" smtClean="0"/>
              <a:t>ദൈവത്തോടൊപ്പം</a:t>
            </a:r>
            <a:r>
              <a:rPr lang="en-US" dirty="0" smtClean="0"/>
              <a:t> </a:t>
            </a:r>
            <a:r>
              <a:rPr lang="ml-IN" dirty="0" smtClean="0"/>
              <a:t>സ്വർഗ്ഗത്തിൽ </a:t>
            </a:r>
            <a:r>
              <a:rPr lang="ml-IN" dirty="0"/>
              <a:t>ആയിരുന്നു</a:t>
            </a:r>
            <a:r>
              <a:rPr lang="ml-IN" dirty="0" smtClean="0"/>
              <a:t>.</a:t>
            </a:r>
            <a:r>
              <a:rPr lang="en-US" dirty="0" smtClean="0"/>
              <a:t> Job 38:4-7, Isaiah 6:1-6, Rev 4: 6-11.</a:t>
            </a:r>
          </a:p>
          <a:p>
            <a:r>
              <a:rPr lang="en-US" b="1" dirty="0" smtClean="0"/>
              <a:t>Angels have Personality : </a:t>
            </a:r>
            <a:r>
              <a:rPr lang="ml-IN" b="1" dirty="0" smtClean="0"/>
              <a:t>ദൂതന്മാർ</a:t>
            </a:r>
            <a:r>
              <a:rPr lang="en-US" b="1" dirty="0" smtClean="0"/>
              <a:t> </a:t>
            </a:r>
            <a:r>
              <a:rPr lang="ml-IN" b="1" dirty="0" smtClean="0"/>
              <a:t>ആളത്വമുള്ളവരാണ്</a:t>
            </a:r>
            <a:endParaRPr lang="en-US" b="1" dirty="0" smtClean="0"/>
          </a:p>
          <a:p>
            <a:r>
              <a:rPr lang="en-US" dirty="0" smtClean="0"/>
              <a:t>1Peter 1:12, </a:t>
            </a:r>
            <a:r>
              <a:rPr lang="ml-IN" dirty="0"/>
              <a:t>ബുദ്ധി</a:t>
            </a:r>
            <a:endParaRPr lang="en-US" dirty="0" smtClean="0"/>
          </a:p>
          <a:p>
            <a:r>
              <a:rPr lang="en-US" dirty="0" smtClean="0"/>
              <a:t>Job 38 :6,14, </a:t>
            </a:r>
            <a:r>
              <a:rPr lang="ml-IN" dirty="0"/>
              <a:t>വികാര൦</a:t>
            </a:r>
            <a:endParaRPr lang="en-US" dirty="0" smtClean="0"/>
          </a:p>
          <a:p>
            <a:r>
              <a:rPr lang="en-US" dirty="0" smtClean="0"/>
              <a:t> Isaiah14: 12-15 </a:t>
            </a:r>
            <a:r>
              <a:rPr lang="ml-IN" dirty="0"/>
              <a:t>ഇഛാശക്തി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3223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 smtClean="0"/>
              <a:t>Disposition or Arrangement of Angels </a:t>
            </a:r>
            <a:r>
              <a:rPr lang="ml-IN" sz="3600" dirty="0" smtClean="0"/>
              <a:t>ദൂതന്മാരുടെ</a:t>
            </a:r>
            <a:r>
              <a:rPr lang="en-US" sz="3600" dirty="0" smtClean="0"/>
              <a:t> </a:t>
            </a:r>
            <a:r>
              <a:rPr lang="ml-IN" sz="3600" dirty="0" smtClean="0"/>
              <a:t>വിന്യാസം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4766" y="1935921"/>
            <a:ext cx="8946541" cy="5268184"/>
          </a:xfrm>
          <a:prstGeom prst="rect">
            <a:avLst/>
          </a:prstGeom>
        </p:spPr>
        <p:txBody>
          <a:bodyPr>
            <a:normAutofit fontScale="32500" lnSpcReduction="20000"/>
          </a:bodyPr>
          <a:lstStyle/>
          <a:p>
            <a:r>
              <a:rPr lang="ml-IN" sz="4500" dirty="0"/>
              <a:t>സംഘടന ഇല്ല, എന്നാൽ പ്രവർത്തനം </a:t>
            </a:r>
            <a:r>
              <a:rPr lang="ml-IN" sz="4500" dirty="0" smtClean="0"/>
              <a:t>സ൦ഘടിതമാണ്</a:t>
            </a:r>
            <a:endParaRPr lang="en-US" sz="4500" dirty="0" smtClean="0"/>
          </a:p>
          <a:p>
            <a:r>
              <a:rPr lang="en-US" sz="4500" dirty="0" smtClean="0"/>
              <a:t>Cherubim : </a:t>
            </a:r>
            <a:r>
              <a:rPr lang="ml-IN" sz="4500" dirty="0" smtClean="0"/>
              <a:t>കെരൂബുകൾ</a:t>
            </a:r>
            <a:r>
              <a:rPr lang="en-US" sz="4500" dirty="0" smtClean="0"/>
              <a:t> Genesis 3:24, Exodus 25:18,</a:t>
            </a:r>
          </a:p>
          <a:p>
            <a:pPr lvl="1"/>
            <a:r>
              <a:rPr lang="en-US" sz="4500" dirty="0" smtClean="0"/>
              <a:t>Lucifer ,one of the Cherubim Ezekiel 28:14,16</a:t>
            </a:r>
          </a:p>
          <a:p>
            <a:r>
              <a:rPr lang="en-US" sz="4500" dirty="0" smtClean="0"/>
              <a:t>Seraphim : </a:t>
            </a:r>
            <a:r>
              <a:rPr lang="ml-IN" sz="4500" dirty="0" smtClean="0"/>
              <a:t>സാറാഫുകൾ</a:t>
            </a:r>
            <a:r>
              <a:rPr lang="en-US" sz="4500" dirty="0" smtClean="0"/>
              <a:t> Isaiah 6:2,6</a:t>
            </a:r>
          </a:p>
          <a:p>
            <a:r>
              <a:rPr lang="en-US" sz="4500" dirty="0" smtClean="0"/>
              <a:t>Archangel:</a:t>
            </a:r>
            <a:r>
              <a:rPr lang="ml-IN" sz="4500" dirty="0" smtClean="0"/>
              <a:t>പ്രധാനദൂതൻ</a:t>
            </a:r>
            <a:r>
              <a:rPr lang="en-US" sz="4500" dirty="0" smtClean="0"/>
              <a:t> </a:t>
            </a:r>
            <a:r>
              <a:rPr lang="ml-IN" sz="4500" dirty="0" smtClean="0"/>
              <a:t>മീഖായേൽ</a:t>
            </a:r>
            <a:r>
              <a:rPr lang="en-US" sz="4500" dirty="0" smtClean="0"/>
              <a:t> Jude9,Dan10:13, 1Thess4:16   </a:t>
            </a:r>
          </a:p>
          <a:p>
            <a:r>
              <a:rPr lang="en-US" sz="4500" dirty="0" smtClean="0"/>
              <a:t>Gabriel : </a:t>
            </a:r>
            <a:r>
              <a:rPr lang="ml-IN" sz="4500" dirty="0" smtClean="0"/>
              <a:t>ഗബ്രിയേൽ</a:t>
            </a:r>
            <a:r>
              <a:rPr lang="en-US" sz="4500" dirty="0" smtClean="0"/>
              <a:t> </a:t>
            </a:r>
            <a:r>
              <a:rPr lang="ml-IN" sz="4500" dirty="0" smtClean="0"/>
              <a:t>ദൂതുവാഹി</a:t>
            </a:r>
            <a:r>
              <a:rPr lang="en-US" sz="4500" dirty="0" smtClean="0"/>
              <a:t> Daniel 8:16,9:21</a:t>
            </a:r>
          </a:p>
          <a:p>
            <a:r>
              <a:rPr lang="en-US" sz="4500" dirty="0" smtClean="0"/>
              <a:t>Rulers : </a:t>
            </a:r>
            <a:r>
              <a:rPr lang="ml-IN" sz="4500" dirty="0" smtClean="0"/>
              <a:t>ഭരണാധികാരികൾ</a:t>
            </a:r>
            <a:r>
              <a:rPr lang="en-US" sz="4500" dirty="0" smtClean="0"/>
              <a:t> -- 1.Principalities </a:t>
            </a:r>
            <a:r>
              <a:rPr lang="ml-IN" sz="4500" dirty="0" smtClean="0"/>
              <a:t>വാഴ്ചകൾ</a:t>
            </a:r>
            <a:endParaRPr lang="en-US" sz="4500" dirty="0" smtClean="0"/>
          </a:p>
          <a:p>
            <a:r>
              <a:rPr lang="en-US" sz="4500" dirty="0" smtClean="0"/>
              <a:t>2. </a:t>
            </a:r>
            <a:r>
              <a:rPr lang="en-US" sz="4500" dirty="0" err="1" smtClean="0"/>
              <a:t>Exousia</a:t>
            </a:r>
            <a:r>
              <a:rPr lang="en-US" sz="4500" dirty="0" smtClean="0"/>
              <a:t>- powers </a:t>
            </a:r>
            <a:r>
              <a:rPr lang="ml-IN" sz="4500" dirty="0" smtClean="0"/>
              <a:t>അധികാരങ്ങൾ</a:t>
            </a:r>
            <a:r>
              <a:rPr lang="en-US" sz="4500" dirty="0" smtClean="0"/>
              <a:t> 3. </a:t>
            </a:r>
            <a:r>
              <a:rPr lang="en-US" sz="4500" dirty="0" err="1" smtClean="0"/>
              <a:t>Throni</a:t>
            </a:r>
            <a:r>
              <a:rPr lang="en-US" sz="4500" dirty="0" smtClean="0"/>
              <a:t> – </a:t>
            </a:r>
            <a:r>
              <a:rPr lang="en-US" sz="4500" dirty="0" err="1" smtClean="0"/>
              <a:t>Throns</a:t>
            </a:r>
            <a:r>
              <a:rPr lang="en-US" sz="4500" dirty="0" smtClean="0"/>
              <a:t> </a:t>
            </a:r>
            <a:r>
              <a:rPr lang="ml-IN" sz="4500" dirty="0" smtClean="0"/>
              <a:t>സിംഹാസനങ്ങൾ</a:t>
            </a:r>
            <a:endParaRPr lang="en-US" sz="4500" dirty="0" smtClean="0"/>
          </a:p>
          <a:p>
            <a:r>
              <a:rPr lang="en-US" sz="4500" dirty="0" smtClean="0"/>
              <a:t>4. </a:t>
            </a:r>
            <a:r>
              <a:rPr lang="en-US" sz="4500" dirty="0" err="1" smtClean="0"/>
              <a:t>Kureoteto</a:t>
            </a:r>
            <a:r>
              <a:rPr lang="en-US" sz="4500" dirty="0" smtClean="0"/>
              <a:t>  </a:t>
            </a:r>
            <a:r>
              <a:rPr lang="ml-IN" sz="4500" dirty="0"/>
              <a:t>കർതൃത്വങ്ങൾ</a:t>
            </a:r>
            <a:r>
              <a:rPr lang="en-US" sz="4500" dirty="0" smtClean="0"/>
              <a:t>  5.Dunamies </a:t>
            </a:r>
            <a:r>
              <a:rPr lang="ml-IN" sz="4500" dirty="0"/>
              <a:t>ശക്തികൾ</a:t>
            </a:r>
            <a:r>
              <a:rPr lang="en-US" sz="4500" dirty="0" smtClean="0"/>
              <a:t>  </a:t>
            </a:r>
          </a:p>
          <a:p>
            <a:r>
              <a:rPr lang="en-US" sz="4500" dirty="0" smtClean="0"/>
              <a:t>Special Rulers : </a:t>
            </a:r>
            <a:r>
              <a:rPr lang="ml-IN" sz="4500" dirty="0" smtClean="0"/>
              <a:t>പ്രതൃേക</a:t>
            </a:r>
            <a:r>
              <a:rPr lang="en-US" sz="4500" dirty="0" smtClean="0"/>
              <a:t> </a:t>
            </a:r>
            <a:r>
              <a:rPr lang="ml-IN" sz="4500" dirty="0" smtClean="0"/>
              <a:t>കാര്യനിർവ്വഹണ</a:t>
            </a:r>
            <a:r>
              <a:rPr lang="en-US" sz="4500" dirty="0" smtClean="0"/>
              <a:t> </a:t>
            </a:r>
            <a:r>
              <a:rPr lang="ml-IN" sz="4500" dirty="0" smtClean="0"/>
              <a:t>ദൂതന്മാർ </a:t>
            </a:r>
            <a:r>
              <a:rPr lang="en-US" sz="4500" dirty="0" smtClean="0"/>
              <a:t>Revelation 8,9,14,16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marL="457200" lvl="1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dirty="0" smtClean="0"/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345871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dirty="0"/>
              <a:t>ദൂതന്മാരുടെ </a:t>
            </a:r>
            <a:r>
              <a:rPr lang="ml-IN" dirty="0" smtClean="0"/>
              <a:t>സ്വഭാവ൦</a:t>
            </a:r>
            <a:r>
              <a:rPr lang="en-US" dirty="0" smtClean="0"/>
              <a:t> Character of angels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253461"/>
          </a:xfrm>
        </p:spPr>
        <p:txBody>
          <a:bodyPr/>
          <a:lstStyle/>
          <a:p>
            <a:r>
              <a:rPr lang="ml-IN" dirty="0"/>
              <a:t>സ്വഭാവ ശുദ്ധിക്ക് ദൈവത്തിന്റേയു൦ മനുഷ്യരുടെയും മുമ്പിൽ </a:t>
            </a:r>
            <a:r>
              <a:rPr lang="ml-IN" dirty="0" smtClean="0"/>
              <a:t>അഗ്രഗണ്യരാകുന്നു</a:t>
            </a:r>
            <a:r>
              <a:rPr lang="en-US" dirty="0" smtClean="0"/>
              <a:t> They are leading holy life before God &amp; Man</a:t>
            </a:r>
          </a:p>
          <a:p>
            <a:r>
              <a:rPr lang="ml-IN" dirty="0" smtClean="0"/>
              <a:t>വിശുദ്ധി</a:t>
            </a:r>
            <a:r>
              <a:rPr lang="en-US" dirty="0" smtClean="0"/>
              <a:t> Holiness : Revelation14:10, Mathew 25:31</a:t>
            </a:r>
          </a:p>
          <a:p>
            <a:r>
              <a:rPr lang="ml-IN" dirty="0" smtClean="0"/>
              <a:t>അനുസരണ൦</a:t>
            </a:r>
            <a:r>
              <a:rPr lang="en-US" dirty="0" smtClean="0"/>
              <a:t> Obedience : Mathew 6:10, Psalm 103:20, 1Peter 3:22</a:t>
            </a:r>
          </a:p>
          <a:p>
            <a:r>
              <a:rPr lang="ml-IN" dirty="0" smtClean="0"/>
              <a:t>ബഹുമാനം</a:t>
            </a:r>
            <a:r>
              <a:rPr lang="en-US" dirty="0" smtClean="0"/>
              <a:t> Respect : Nehemiah 9:6, Philippians 2:9, Hebrew 1:6</a:t>
            </a:r>
          </a:p>
          <a:p>
            <a:r>
              <a:rPr lang="ml-IN" dirty="0" smtClean="0"/>
              <a:t>വിവേക</a:t>
            </a:r>
            <a:r>
              <a:rPr lang="en-US" dirty="0" smtClean="0"/>
              <a:t> </a:t>
            </a:r>
            <a:r>
              <a:rPr lang="ml-IN" dirty="0" smtClean="0"/>
              <a:t>ബുദ്ധി</a:t>
            </a:r>
            <a:r>
              <a:rPr lang="en-US" dirty="0"/>
              <a:t> </a:t>
            </a:r>
            <a:r>
              <a:rPr lang="en-US" dirty="0" smtClean="0"/>
              <a:t>: 2Samuel 14:17-20, 1Peter 1:12</a:t>
            </a:r>
          </a:p>
          <a:p>
            <a:r>
              <a:rPr lang="ml-IN" dirty="0" smtClean="0"/>
              <a:t>സൌമ്യത</a:t>
            </a:r>
            <a:r>
              <a:rPr lang="en-US" dirty="0" smtClean="0"/>
              <a:t> Meekness : 2Peter 2:11, Jud 9</a:t>
            </a:r>
          </a:p>
          <a:p>
            <a:r>
              <a:rPr lang="ml-IN" dirty="0" smtClean="0"/>
              <a:t>വീര്യം</a:t>
            </a:r>
            <a:r>
              <a:rPr lang="en-US" dirty="0" smtClean="0"/>
              <a:t> : Psalm 103:20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899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96" y="199402"/>
            <a:ext cx="10353761" cy="1326321"/>
          </a:xfrm>
        </p:spPr>
        <p:txBody>
          <a:bodyPr/>
          <a:lstStyle/>
          <a:p>
            <a:r>
              <a:rPr lang="en-US" dirty="0" smtClean="0"/>
              <a:t>The Ministry of Angels  </a:t>
            </a:r>
            <a:br>
              <a:rPr lang="en-US" dirty="0" smtClean="0"/>
            </a:br>
            <a:r>
              <a:rPr lang="ml-IN" dirty="0" smtClean="0"/>
              <a:t>ദൂതൻ </a:t>
            </a:r>
            <a:r>
              <a:rPr lang="ml-IN" dirty="0"/>
              <a:t>മാരുടെ സേവനങ്ങൾ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385" y="1525722"/>
            <a:ext cx="10729172" cy="533227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Five types of Ministries of Angels </a:t>
            </a:r>
            <a:r>
              <a:rPr lang="ml-IN" dirty="0" smtClean="0"/>
              <a:t>അഞ്ചു</a:t>
            </a:r>
            <a:r>
              <a:rPr lang="en-US" dirty="0" smtClean="0"/>
              <a:t> </a:t>
            </a:r>
            <a:r>
              <a:rPr lang="ml-IN" dirty="0" smtClean="0"/>
              <a:t>ആയിട്ട് മനസ്സിലാക്കാ൦</a:t>
            </a:r>
            <a:endParaRPr lang="en-US" dirty="0" smtClean="0"/>
          </a:p>
          <a:p>
            <a:r>
              <a:rPr lang="en-US" dirty="0" smtClean="0"/>
              <a:t>1. In relation with God     </a:t>
            </a:r>
            <a:r>
              <a:rPr lang="ml-IN" dirty="0" smtClean="0"/>
              <a:t>ദൈവത്തോടുള്ള</a:t>
            </a:r>
            <a:r>
              <a:rPr lang="en-US" dirty="0" smtClean="0"/>
              <a:t> </a:t>
            </a:r>
            <a:r>
              <a:rPr lang="ml-IN" dirty="0" smtClean="0"/>
              <a:t>ബന്ധത്തിൽ</a:t>
            </a:r>
            <a:endParaRPr lang="en-US" dirty="0" smtClean="0"/>
          </a:p>
          <a:p>
            <a:r>
              <a:rPr lang="en-US" dirty="0" smtClean="0"/>
              <a:t>Ps 148:1,2. Isaiah 6:3. </a:t>
            </a:r>
            <a:r>
              <a:rPr lang="en-US" dirty="0" err="1" smtClean="0"/>
              <a:t>Heb</a:t>
            </a:r>
            <a:r>
              <a:rPr lang="en-US" dirty="0" smtClean="0"/>
              <a:t> 1:6. Job 38:4-7. 1:6, 1Kings 22:19,20.</a:t>
            </a:r>
          </a:p>
          <a:p>
            <a:r>
              <a:rPr lang="en-US" dirty="0" smtClean="0"/>
              <a:t>Some special Occasions : </a:t>
            </a:r>
            <a:r>
              <a:rPr lang="en-US" dirty="0" err="1" smtClean="0"/>
              <a:t>Heb</a:t>
            </a:r>
            <a:r>
              <a:rPr lang="en-US" dirty="0" smtClean="0"/>
              <a:t> 2:1,2. Mt 1:20 Acts 8:26,1Thess4:16 Mt25:31</a:t>
            </a:r>
          </a:p>
          <a:p>
            <a:r>
              <a:rPr lang="en-US" dirty="0" smtClean="0"/>
              <a:t>2. In relation with Christ  </a:t>
            </a:r>
            <a:r>
              <a:rPr lang="ml-IN" dirty="0" smtClean="0"/>
              <a:t>ക്രിസ്തുവിനോടുള്ള</a:t>
            </a:r>
            <a:r>
              <a:rPr lang="en-US" dirty="0" smtClean="0"/>
              <a:t> </a:t>
            </a:r>
            <a:r>
              <a:rPr lang="ml-IN" dirty="0" smtClean="0"/>
              <a:t>ബന്ധത്തിൽ</a:t>
            </a:r>
            <a:endParaRPr lang="en-US" dirty="0" smtClean="0"/>
          </a:p>
          <a:p>
            <a:r>
              <a:rPr lang="en-US" dirty="0" smtClean="0"/>
              <a:t>Birth,Life,Temptations,Gathsaman,Resurection,Ascention,2</a:t>
            </a:r>
            <a:r>
              <a:rPr lang="en-US" baseline="30000" dirty="0" smtClean="0"/>
              <a:t>nd</a:t>
            </a:r>
            <a:r>
              <a:rPr lang="en-US" dirty="0" smtClean="0"/>
              <a:t> coming</a:t>
            </a:r>
          </a:p>
          <a:p>
            <a:r>
              <a:rPr lang="en-US" dirty="0" smtClean="0"/>
              <a:t>3. In relation with Church </a:t>
            </a:r>
            <a:r>
              <a:rPr lang="ml-IN" dirty="0" smtClean="0"/>
              <a:t>സഭയോടുള്ള</a:t>
            </a:r>
            <a:r>
              <a:rPr lang="en-US" dirty="0" smtClean="0"/>
              <a:t> </a:t>
            </a:r>
            <a:r>
              <a:rPr lang="ml-IN" dirty="0" smtClean="0"/>
              <a:t>ബന്ധത്തിൽ</a:t>
            </a:r>
            <a:endParaRPr lang="en-US" dirty="0" smtClean="0"/>
          </a:p>
          <a:p>
            <a:r>
              <a:rPr lang="en-US" dirty="0" smtClean="0"/>
              <a:t>Heb1:14, Acts10:3 Dan 9:20, Luke 16:22</a:t>
            </a:r>
          </a:p>
          <a:p>
            <a:r>
              <a:rPr lang="en-US" dirty="0" smtClean="0"/>
              <a:t>4. In relation with Non-believers </a:t>
            </a:r>
            <a:r>
              <a:rPr lang="ml-IN" dirty="0" smtClean="0"/>
              <a:t>അവിശ്വാസികളോടുള്ള</a:t>
            </a:r>
            <a:r>
              <a:rPr lang="en-US" dirty="0" smtClean="0"/>
              <a:t> </a:t>
            </a:r>
            <a:r>
              <a:rPr lang="ml-IN" dirty="0" smtClean="0"/>
              <a:t>ബന്ധത്തിൽ</a:t>
            </a:r>
            <a:endParaRPr lang="en-US" dirty="0" smtClean="0"/>
          </a:p>
          <a:p>
            <a:r>
              <a:rPr lang="en-US" dirty="0" smtClean="0"/>
              <a:t>Gen 19:13, Acts 12:22, Mathew 13: 39-4</a:t>
            </a:r>
          </a:p>
          <a:p>
            <a:r>
              <a:rPr lang="en-US" dirty="0" smtClean="0"/>
              <a:t>5. In relation with Nation   </a:t>
            </a:r>
            <a:r>
              <a:rPr lang="ml-IN" dirty="0" smtClean="0"/>
              <a:t>ലോകരാഷ്ട്രങ്ങളോടുള്ള</a:t>
            </a:r>
            <a:r>
              <a:rPr lang="en-US" dirty="0" smtClean="0"/>
              <a:t> </a:t>
            </a:r>
            <a:r>
              <a:rPr lang="ml-IN" dirty="0" smtClean="0"/>
              <a:t>ബന്ധത്തിൽ</a:t>
            </a:r>
            <a:endParaRPr lang="en-US" dirty="0" smtClean="0"/>
          </a:p>
          <a:p>
            <a:r>
              <a:rPr lang="en-US" dirty="0" smtClean="0"/>
              <a:t>Dan 12:1, 10:21, 11:1, Revelation 8,9,16</a:t>
            </a:r>
          </a:p>
        </p:txBody>
      </p:sp>
    </p:spTree>
    <p:extLst>
      <p:ext uri="{BB962C8B-B14F-4D97-AF65-F5344CB8AC3E}">
        <p14:creationId xmlns:p14="http://schemas.microsoft.com/office/powerpoint/2010/main" val="323029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5186766"/>
          </a:xfrm>
        </p:spPr>
        <p:txBody>
          <a:bodyPr/>
          <a:lstStyle/>
          <a:p>
            <a:r>
              <a:rPr lang="en-US" dirty="0" smtClean="0"/>
              <a:t>Part 2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demonology </a:t>
            </a:r>
            <a:br>
              <a:rPr lang="en-US" dirty="0" smtClean="0"/>
            </a:br>
            <a:r>
              <a:rPr lang="ml-IN" dirty="0" smtClean="0"/>
              <a:t>ഭൂതശാസ്ത്ര൦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867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Demonology </a:t>
            </a:r>
            <a:r>
              <a:rPr lang="ml-IN" dirty="0"/>
              <a:t>ഭൂതശാസ്ത്ര൦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31248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Demonology : Study about Evil Spirits </a:t>
            </a:r>
          </a:p>
          <a:p>
            <a:r>
              <a:rPr lang="en-US" dirty="0" smtClean="0"/>
              <a:t>Evil Spirits are known as Demons : </a:t>
            </a:r>
            <a:r>
              <a:rPr lang="ml-IN" dirty="0" smtClean="0"/>
              <a:t>ഭൂതങ്ങൾ</a:t>
            </a:r>
            <a:endParaRPr lang="en-US" dirty="0" smtClean="0"/>
          </a:p>
          <a:p>
            <a:r>
              <a:rPr lang="en-US" dirty="0" err="1" smtClean="0"/>
              <a:t>Daimon</a:t>
            </a:r>
            <a:r>
              <a:rPr lang="en-US" dirty="0" smtClean="0"/>
              <a:t> (Greek) : </a:t>
            </a:r>
            <a:r>
              <a:rPr lang="ml-IN" dirty="0" smtClean="0"/>
              <a:t>ഭൂതങ്ങൾ</a:t>
            </a:r>
            <a:r>
              <a:rPr lang="en-US" dirty="0" smtClean="0"/>
              <a:t> </a:t>
            </a:r>
          </a:p>
          <a:p>
            <a:r>
              <a:rPr lang="en-US" dirty="0" smtClean="0"/>
              <a:t>The leader of Demons is Satan: </a:t>
            </a:r>
            <a:r>
              <a:rPr lang="ml-IN" dirty="0" smtClean="0"/>
              <a:t>ഭൂതങ്ങളുടെ</a:t>
            </a:r>
            <a:r>
              <a:rPr lang="en-US" dirty="0" smtClean="0"/>
              <a:t> </a:t>
            </a:r>
            <a:r>
              <a:rPr lang="ml-IN" dirty="0" smtClean="0"/>
              <a:t>തലവനാണ്</a:t>
            </a:r>
            <a:r>
              <a:rPr lang="en-US" dirty="0" smtClean="0"/>
              <a:t> </a:t>
            </a:r>
            <a:r>
              <a:rPr lang="ml-IN" dirty="0" smtClean="0"/>
              <a:t>സാത്താൻ</a:t>
            </a:r>
            <a:endParaRPr lang="en-US" dirty="0" smtClean="0"/>
          </a:p>
          <a:p>
            <a:r>
              <a:rPr lang="en-US" dirty="0" smtClean="0"/>
              <a:t>Terminology : </a:t>
            </a:r>
            <a:r>
              <a:rPr lang="ml-IN" dirty="0" smtClean="0"/>
              <a:t>മൂലപദങ്ങൾ</a:t>
            </a:r>
            <a:r>
              <a:rPr lang="en-US" dirty="0" smtClean="0"/>
              <a:t> : Satan (Hebrew) meaning Adversary </a:t>
            </a:r>
            <a:r>
              <a:rPr lang="ml-IN" dirty="0" smtClean="0"/>
              <a:t>എതിരാളി</a:t>
            </a:r>
            <a:endParaRPr lang="en-US" dirty="0" smtClean="0"/>
          </a:p>
          <a:p>
            <a:r>
              <a:rPr lang="en-US" dirty="0" smtClean="0"/>
              <a:t>Isaiah 14: 12-14, Ezekiel 28: 12-15</a:t>
            </a:r>
          </a:p>
          <a:p>
            <a:r>
              <a:rPr lang="en-US" dirty="0" smtClean="0"/>
              <a:t>Greek : </a:t>
            </a:r>
            <a:r>
              <a:rPr lang="en-US" dirty="0" err="1" smtClean="0"/>
              <a:t>Satanas</a:t>
            </a:r>
            <a:r>
              <a:rPr lang="en-US" dirty="0" smtClean="0"/>
              <a:t>, Diablos (</a:t>
            </a:r>
            <a:r>
              <a:rPr lang="ml-IN" dirty="0"/>
              <a:t>പിശാച്</a:t>
            </a:r>
            <a:r>
              <a:rPr lang="en-US" dirty="0" smtClean="0"/>
              <a:t>)</a:t>
            </a:r>
          </a:p>
          <a:p>
            <a:r>
              <a:rPr lang="en-US" dirty="0" smtClean="0"/>
              <a:t>God is the Source of </a:t>
            </a:r>
            <a:r>
              <a:rPr lang="en-US" dirty="0" err="1" smtClean="0"/>
              <a:t>all,But</a:t>
            </a:r>
            <a:r>
              <a:rPr lang="en-US" dirty="0" smtClean="0"/>
              <a:t> creativity of Sin is in Satan Isai45:5-7, Amos3:6, Pro16:4</a:t>
            </a:r>
          </a:p>
          <a:p>
            <a:r>
              <a:rPr lang="ml-IN" dirty="0" smtClean="0"/>
              <a:t>എല്ലാറ്റിന്റെയും ഉറവിടം</a:t>
            </a:r>
            <a:r>
              <a:rPr lang="en-US" dirty="0" smtClean="0"/>
              <a:t> </a:t>
            </a:r>
            <a:r>
              <a:rPr lang="ml-IN" dirty="0" smtClean="0"/>
              <a:t>ദൈവം</a:t>
            </a:r>
            <a:r>
              <a:rPr lang="ml-IN" dirty="0"/>
              <a:t>, എന്നാൽ തിൻമയുടെ ക്രിയാത്മകത്വ൦ സാത്താനും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81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Fallen Angels </a:t>
            </a:r>
            <a:br>
              <a:rPr lang="en-US" dirty="0" smtClean="0"/>
            </a:br>
            <a:r>
              <a:rPr lang="ml-IN" dirty="0" smtClean="0"/>
              <a:t>വീണുപോയ </a:t>
            </a:r>
            <a:r>
              <a:rPr lang="ml-IN" dirty="0"/>
              <a:t>ദൂതന്മാർ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983" y="2096064"/>
            <a:ext cx="11112574" cy="3695136"/>
          </a:xfrm>
        </p:spPr>
        <p:txBody>
          <a:bodyPr/>
          <a:lstStyle/>
          <a:p>
            <a:r>
              <a:rPr lang="en-US" dirty="0" smtClean="0"/>
              <a:t>The reason for fell</a:t>
            </a:r>
          </a:p>
          <a:p>
            <a:r>
              <a:rPr lang="en-US" dirty="0" err="1" smtClean="0"/>
              <a:t>Eze</a:t>
            </a:r>
            <a:r>
              <a:rPr lang="en-US" dirty="0" smtClean="0"/>
              <a:t> 28:11-19, 1Timothy 3:6, Isaiah 14:13,14 </a:t>
            </a:r>
            <a:r>
              <a:rPr lang="ml-IN" dirty="0" smtClean="0"/>
              <a:t>സ്വാർത്ഥത,</a:t>
            </a:r>
            <a:r>
              <a:rPr lang="en-US" dirty="0" smtClean="0"/>
              <a:t> </a:t>
            </a:r>
            <a:r>
              <a:rPr lang="ml-IN" dirty="0" smtClean="0"/>
              <a:t>നിഗള൦,</a:t>
            </a:r>
            <a:r>
              <a:rPr lang="en-US" dirty="0" smtClean="0"/>
              <a:t> </a:t>
            </a:r>
            <a:r>
              <a:rPr lang="ml-IN" dirty="0" smtClean="0"/>
              <a:t>അസംതൃപ്തി</a:t>
            </a:r>
            <a:endParaRPr lang="en-US" dirty="0" smtClean="0"/>
          </a:p>
          <a:p>
            <a:r>
              <a:rPr lang="en-US" dirty="0" smtClean="0"/>
              <a:t>The consequence of fell</a:t>
            </a:r>
          </a:p>
          <a:p>
            <a:pPr lvl="1"/>
            <a:r>
              <a:rPr lang="en-US" dirty="0" smtClean="0"/>
              <a:t>Ephesians 6:11,12</a:t>
            </a:r>
          </a:p>
          <a:p>
            <a:pPr lvl="1"/>
            <a:r>
              <a:rPr lang="en-US" dirty="0" smtClean="0"/>
              <a:t>2Peter 2:4, Jude 6</a:t>
            </a:r>
          </a:p>
          <a:p>
            <a:pPr lvl="1"/>
            <a:r>
              <a:rPr lang="en-US" dirty="0" smtClean="0"/>
              <a:t>Revelation 12:7-8, Daniel 10:12f</a:t>
            </a:r>
          </a:p>
          <a:p>
            <a:pPr lvl="1"/>
            <a:r>
              <a:rPr lang="en-US" dirty="0" smtClean="0"/>
              <a:t>Romans 8:19-22</a:t>
            </a:r>
          </a:p>
          <a:p>
            <a:pPr lvl="1"/>
            <a:r>
              <a:rPr lang="en-US" dirty="0" smtClean="0"/>
              <a:t>1Corinthians 6:3, Revelation 12: 8,9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221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Existence of </a:t>
            </a:r>
            <a:r>
              <a:rPr lang="en-US" dirty="0" err="1" smtClean="0"/>
              <a:t>satan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ml-IN" dirty="0" smtClean="0"/>
              <a:t>സാത്താന്റെ </a:t>
            </a:r>
            <a:r>
              <a:rPr lang="ml-IN" dirty="0"/>
              <a:t>അസ്തിത്വം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689315"/>
            <a:ext cx="10353762" cy="3941742"/>
          </a:xfrm>
        </p:spPr>
        <p:txBody>
          <a:bodyPr>
            <a:normAutofit/>
          </a:bodyPr>
          <a:lstStyle/>
          <a:p>
            <a:r>
              <a:rPr lang="en-US" dirty="0" smtClean="0"/>
              <a:t>Evidences from Bible</a:t>
            </a:r>
          </a:p>
          <a:p>
            <a:r>
              <a:rPr lang="en-US" dirty="0" smtClean="0"/>
              <a:t>Genesis 3, 3:15, </a:t>
            </a:r>
          </a:p>
          <a:p>
            <a:r>
              <a:rPr lang="en-US" dirty="0" smtClean="0"/>
              <a:t>1Chronicles 21:2, </a:t>
            </a:r>
          </a:p>
          <a:p>
            <a:r>
              <a:rPr lang="en-US" dirty="0" smtClean="0"/>
              <a:t>Job 2:1, </a:t>
            </a:r>
          </a:p>
          <a:p>
            <a:r>
              <a:rPr lang="en-US" dirty="0" smtClean="0"/>
              <a:t>Zechariah 3:1,2</a:t>
            </a:r>
          </a:p>
          <a:p>
            <a:r>
              <a:rPr lang="en-US" dirty="0" smtClean="0"/>
              <a:t>Psalm 106:36,37. 109:6</a:t>
            </a:r>
          </a:p>
          <a:p>
            <a:r>
              <a:rPr lang="en-US" dirty="0" smtClean="0"/>
              <a:t>Christ talk 25 times about </a:t>
            </a:r>
            <a:r>
              <a:rPr lang="en-US" dirty="0"/>
              <a:t>S</a:t>
            </a:r>
            <a:r>
              <a:rPr lang="en-US" dirty="0" smtClean="0"/>
              <a:t>atan  </a:t>
            </a:r>
          </a:p>
          <a:p>
            <a:r>
              <a:rPr lang="en-US" dirty="0" smtClean="0"/>
              <a:t>19 books of N.T are described about Satan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30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origin of </a:t>
            </a:r>
            <a:r>
              <a:rPr lang="en-US" dirty="0" err="1" smtClean="0"/>
              <a:t>satan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ml-IN" dirty="0" smtClean="0"/>
              <a:t>സാത്താന്റെ </a:t>
            </a:r>
            <a:r>
              <a:rPr lang="ml-IN" dirty="0"/>
              <a:t>ഉത്ഭവം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John 8:44, 1Timothy 3:6,1John 3:8 Compare with Isai 14:12-17, </a:t>
            </a:r>
            <a:r>
              <a:rPr lang="en-US" dirty="0" err="1" smtClean="0"/>
              <a:t>Eze</a:t>
            </a:r>
            <a:r>
              <a:rPr lang="en-US" dirty="0" smtClean="0"/>
              <a:t> 28:11-18</a:t>
            </a:r>
          </a:p>
          <a:p>
            <a:r>
              <a:rPr lang="ml-IN" dirty="0" smtClean="0"/>
              <a:t>സാത്താനാകുന്നതിന്</a:t>
            </a:r>
            <a:r>
              <a:rPr lang="en-US" dirty="0" smtClean="0"/>
              <a:t> </a:t>
            </a:r>
            <a:r>
              <a:rPr lang="ml-IN" dirty="0" smtClean="0"/>
              <a:t>മുമ്പുള്ള</a:t>
            </a:r>
            <a:r>
              <a:rPr lang="en-US" dirty="0" smtClean="0"/>
              <a:t> </a:t>
            </a:r>
            <a:r>
              <a:rPr lang="ml-IN" dirty="0" smtClean="0"/>
              <a:t>മഹിമ</a:t>
            </a:r>
            <a:endParaRPr lang="en-US" dirty="0" smtClean="0"/>
          </a:p>
          <a:p>
            <a:r>
              <a:rPr lang="en-US" dirty="0" smtClean="0"/>
              <a:t>1. </a:t>
            </a:r>
            <a:r>
              <a:rPr lang="ml-IN" dirty="0" smtClean="0"/>
              <a:t>രാജത്വമുള്ളവാനായിരുന്നു</a:t>
            </a:r>
            <a:r>
              <a:rPr lang="en-US" dirty="0" smtClean="0"/>
              <a:t>  2. </a:t>
            </a:r>
            <a:r>
              <a:rPr lang="ml-IN" dirty="0" smtClean="0"/>
              <a:t>മാതൃകാ</a:t>
            </a:r>
            <a:r>
              <a:rPr lang="en-US" dirty="0" smtClean="0"/>
              <a:t> </a:t>
            </a:r>
            <a:r>
              <a:rPr lang="ml-IN" dirty="0" smtClean="0"/>
              <a:t>മുദ്രയായിരുന്നു</a:t>
            </a:r>
            <a:endParaRPr lang="en-US" dirty="0" smtClean="0"/>
          </a:p>
          <a:p>
            <a:r>
              <a:rPr lang="en-US" dirty="0" smtClean="0"/>
              <a:t>3. </a:t>
            </a:r>
            <a:r>
              <a:rPr lang="ml-IN" dirty="0"/>
              <a:t>ജ്ഞാന </a:t>
            </a:r>
            <a:r>
              <a:rPr lang="ml-IN" dirty="0" smtClean="0"/>
              <a:t>സമ്പൂർണ്ണനായിരുന്നു</a:t>
            </a:r>
            <a:r>
              <a:rPr lang="en-US" dirty="0" smtClean="0"/>
              <a:t> 4. </a:t>
            </a:r>
            <a:r>
              <a:rPr lang="ml-IN" dirty="0" smtClean="0"/>
              <a:t>സൌന്ദര്യസമ്പൂർണ്ണനായിരുന്നു</a:t>
            </a:r>
            <a:endParaRPr lang="en-US" dirty="0" smtClean="0"/>
          </a:p>
          <a:p>
            <a:r>
              <a:rPr lang="en-US" dirty="0" smtClean="0"/>
              <a:t>5. </a:t>
            </a:r>
            <a:r>
              <a:rPr lang="ml-IN" dirty="0" smtClean="0"/>
              <a:t>ഏദെനിൽ</a:t>
            </a:r>
            <a:r>
              <a:rPr lang="en-US" dirty="0" smtClean="0"/>
              <a:t> </a:t>
            </a:r>
            <a:r>
              <a:rPr lang="ml-IN" dirty="0" smtClean="0"/>
              <a:t>ആയിരുന്നു</a:t>
            </a:r>
            <a:r>
              <a:rPr lang="en-US" dirty="0" smtClean="0"/>
              <a:t> 6. </a:t>
            </a:r>
            <a:r>
              <a:rPr lang="ml-IN" dirty="0" smtClean="0"/>
              <a:t>രത്നാവരണങ്ങളാൽ</a:t>
            </a:r>
            <a:r>
              <a:rPr lang="en-US" dirty="0" smtClean="0"/>
              <a:t> 7. </a:t>
            </a:r>
            <a:r>
              <a:rPr lang="ml-IN" dirty="0" smtClean="0"/>
              <a:t>അഗ്നിമയരഥങ്ങളിൽ </a:t>
            </a:r>
            <a:endParaRPr lang="en-US" dirty="0" smtClean="0"/>
          </a:p>
          <a:p>
            <a:r>
              <a:rPr lang="en-US" dirty="0" smtClean="0"/>
              <a:t>8. </a:t>
            </a:r>
            <a:r>
              <a:rPr lang="ml-IN" dirty="0" smtClean="0"/>
              <a:t>സംഗീതോപകരണങ്ങൾ</a:t>
            </a:r>
            <a:r>
              <a:rPr lang="en-US" dirty="0" smtClean="0"/>
              <a:t> 9. </a:t>
            </a:r>
            <a:r>
              <a:rPr lang="ml-IN" dirty="0" smtClean="0"/>
              <a:t>ചിറകുണ്ടായിരുന്നു</a:t>
            </a:r>
            <a:r>
              <a:rPr lang="en-US" dirty="0" smtClean="0"/>
              <a:t>  10. </a:t>
            </a:r>
            <a:r>
              <a:rPr lang="ml-IN" dirty="0" smtClean="0"/>
              <a:t>കെരൂബ്</a:t>
            </a:r>
            <a:r>
              <a:rPr lang="en-US" dirty="0" smtClean="0"/>
              <a:t> </a:t>
            </a:r>
            <a:r>
              <a:rPr lang="ml-IN" dirty="0" smtClean="0"/>
              <a:t> </a:t>
            </a:r>
            <a:endParaRPr lang="en-US" dirty="0" smtClean="0"/>
          </a:p>
          <a:p>
            <a:r>
              <a:rPr lang="en-US" dirty="0" smtClean="0"/>
              <a:t>11. </a:t>
            </a:r>
            <a:r>
              <a:rPr lang="ml-IN" dirty="0" smtClean="0"/>
              <a:t>ദൈവസൃഷ്ടി</a:t>
            </a:r>
            <a:r>
              <a:rPr lang="en-US" dirty="0" smtClean="0"/>
              <a:t> 12. </a:t>
            </a:r>
            <a:r>
              <a:rPr lang="ml-IN" dirty="0" smtClean="0"/>
              <a:t>നിഷ്കളങ്കനായിരുന്നു</a:t>
            </a:r>
            <a:r>
              <a:rPr lang="en-US" dirty="0" smtClean="0"/>
              <a:t> 13. </a:t>
            </a:r>
            <a:r>
              <a:rPr lang="ml-IN" dirty="0" smtClean="0"/>
              <a:t>വ്യാപാരപ്പെരുപ്പം</a:t>
            </a:r>
            <a:endParaRPr lang="en-US" dirty="0" smtClean="0"/>
          </a:p>
          <a:p>
            <a:r>
              <a:rPr lang="en-US" dirty="0" smtClean="0"/>
              <a:t>Lucifer became Satan </a:t>
            </a:r>
            <a:r>
              <a:rPr lang="ml-IN" dirty="0" smtClean="0"/>
              <a:t>ലൂസിഫർ</a:t>
            </a:r>
            <a:r>
              <a:rPr lang="en-US" dirty="0" smtClean="0"/>
              <a:t> </a:t>
            </a:r>
            <a:r>
              <a:rPr lang="ml-IN" dirty="0" smtClean="0"/>
              <a:t>നിഗളിച്ചിട്ടു</a:t>
            </a:r>
            <a:r>
              <a:rPr lang="en-US" dirty="0" smtClean="0"/>
              <a:t> </a:t>
            </a:r>
            <a:r>
              <a:rPr lang="ml-IN" dirty="0" smtClean="0"/>
              <a:t>സാത്താനായി</a:t>
            </a:r>
            <a:r>
              <a:rPr lang="en-US" dirty="0" smtClean="0"/>
              <a:t> </a:t>
            </a:r>
            <a:r>
              <a:rPr lang="ml-IN" dirty="0" smtClean="0"/>
              <a:t>മാറി</a:t>
            </a:r>
            <a:r>
              <a:rPr lang="ml-IN" dirty="0"/>
              <a:t>.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52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fall or demise of </a:t>
            </a:r>
            <a:r>
              <a:rPr lang="en-US" dirty="0" err="1" smtClean="0"/>
              <a:t>satan</a:t>
            </a:r>
            <a:r>
              <a:rPr lang="en-US" dirty="0" smtClean="0"/>
              <a:t> </a:t>
            </a:r>
            <a:r>
              <a:rPr lang="ml-IN" dirty="0"/>
              <a:t>സാത്താന്റെ അധഃപതന൦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Ezekiel 28:16, </a:t>
            </a:r>
          </a:p>
          <a:p>
            <a:r>
              <a:rPr lang="en-US" dirty="0" smtClean="0"/>
              <a:t>Isaiah 14:12,</a:t>
            </a:r>
          </a:p>
          <a:p>
            <a:r>
              <a:rPr lang="en-US" dirty="0" smtClean="0"/>
              <a:t> Luke 22: 31,32 </a:t>
            </a:r>
          </a:p>
          <a:p>
            <a:r>
              <a:rPr lang="en-US" dirty="0" smtClean="0"/>
              <a:t>Ephesians 6: 11,12,</a:t>
            </a:r>
          </a:p>
          <a:p>
            <a:r>
              <a:rPr lang="en-US" dirty="0" smtClean="0"/>
              <a:t> Revelation 12: 7-9, </a:t>
            </a:r>
          </a:p>
          <a:p>
            <a:r>
              <a:rPr lang="en-US" dirty="0" smtClean="0"/>
              <a:t>Luke 10:18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93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personality of </a:t>
            </a:r>
            <a:r>
              <a:rPr lang="en-US" dirty="0" err="1" smtClean="0"/>
              <a:t>satan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Isaiah 14: 12-17    </a:t>
            </a:r>
            <a:r>
              <a:rPr lang="ml-IN" dirty="0" smtClean="0"/>
              <a:t>വികാര൦</a:t>
            </a:r>
            <a:endParaRPr lang="en-US" dirty="0" smtClean="0"/>
          </a:p>
          <a:p>
            <a:r>
              <a:rPr lang="en-US" dirty="0" smtClean="0"/>
              <a:t>Luke 4: 1-12          </a:t>
            </a:r>
            <a:r>
              <a:rPr lang="ml-IN" dirty="0" smtClean="0"/>
              <a:t>സ൦സാര൦</a:t>
            </a:r>
            <a:endParaRPr lang="en-US" dirty="0" smtClean="0"/>
          </a:p>
          <a:p>
            <a:r>
              <a:rPr lang="en-US" dirty="0" smtClean="0"/>
              <a:t>2Corinthians 11:3 </a:t>
            </a:r>
            <a:r>
              <a:rPr lang="ml-IN" dirty="0"/>
              <a:t>വഞ്ചന</a:t>
            </a:r>
            <a:endParaRPr lang="en-US" dirty="0" smtClean="0"/>
          </a:p>
          <a:p>
            <a:r>
              <a:rPr lang="en-US" dirty="0" smtClean="0"/>
              <a:t>Revelation 20: 7-9 </a:t>
            </a:r>
            <a:r>
              <a:rPr lang="ml-IN" dirty="0"/>
              <a:t>മത്സര൦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38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names of </a:t>
            </a:r>
            <a:r>
              <a:rPr lang="en-US" dirty="0" err="1" smtClean="0"/>
              <a:t>satan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650569"/>
            <a:ext cx="10353762" cy="5153187"/>
          </a:xfrm>
        </p:spPr>
        <p:txBody>
          <a:bodyPr>
            <a:normAutofit fontScale="92500" lnSpcReduction="10000"/>
          </a:bodyPr>
          <a:lstStyle/>
          <a:p>
            <a:r>
              <a:rPr lang="en-US" b="1" i="1" u="sng" dirty="0" smtClean="0"/>
              <a:t>    </a:t>
            </a:r>
            <a:r>
              <a:rPr lang="ml-IN" b="1" i="1" u="sng" dirty="0" smtClean="0"/>
              <a:t>പാപത്തിനു</a:t>
            </a:r>
            <a:r>
              <a:rPr lang="en-US" b="1" i="1" u="sng" dirty="0" smtClean="0"/>
              <a:t> </a:t>
            </a:r>
            <a:r>
              <a:rPr lang="ml-IN" b="1" i="1" u="sng" dirty="0"/>
              <a:t>മുൻപുള്ള</a:t>
            </a:r>
            <a:r>
              <a:rPr lang="en-US" b="1" i="1" u="sng" dirty="0"/>
              <a:t> </a:t>
            </a:r>
            <a:r>
              <a:rPr lang="ml-IN" b="1" i="1" u="sng" dirty="0"/>
              <a:t>പേര്</a:t>
            </a:r>
            <a:r>
              <a:rPr lang="en-US" b="1" i="1" u="sng" dirty="0"/>
              <a:t>–</a:t>
            </a:r>
            <a:r>
              <a:rPr lang="ml-IN" b="1" i="1" u="sng" dirty="0"/>
              <a:t> അരുണോദയ</a:t>
            </a:r>
            <a:r>
              <a:rPr lang="en-US" b="1" i="1" u="sng" dirty="0"/>
              <a:t> </a:t>
            </a:r>
            <a:r>
              <a:rPr lang="ml-IN" b="1" i="1" u="sng" dirty="0"/>
              <a:t>പുത്രനായ</a:t>
            </a:r>
            <a:r>
              <a:rPr lang="en-US" b="1" i="1" u="sng" dirty="0"/>
              <a:t> </a:t>
            </a:r>
            <a:r>
              <a:rPr lang="ml-IN" b="1" i="1" u="sng" dirty="0" smtClean="0"/>
              <a:t>ശുക്രൻ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Mathew 4: 10 </a:t>
            </a:r>
            <a:r>
              <a:rPr lang="ml-IN" dirty="0" smtClean="0"/>
              <a:t>സാത്താൻ</a:t>
            </a:r>
            <a:r>
              <a:rPr lang="en-US" dirty="0" smtClean="0"/>
              <a:t> - </a:t>
            </a:r>
            <a:r>
              <a:rPr lang="ml-IN" dirty="0" smtClean="0"/>
              <a:t>എതിരാളി</a:t>
            </a:r>
            <a:r>
              <a:rPr lang="en-US" dirty="0"/>
              <a:t> </a:t>
            </a:r>
            <a:r>
              <a:rPr lang="en-US" dirty="0" smtClean="0"/>
              <a:t>2. Mathew 4:1 </a:t>
            </a:r>
            <a:r>
              <a:rPr lang="ml-IN" dirty="0" smtClean="0"/>
              <a:t>പിശാച്</a:t>
            </a:r>
            <a:r>
              <a:rPr lang="en-US" dirty="0" smtClean="0"/>
              <a:t> - </a:t>
            </a:r>
            <a:r>
              <a:rPr lang="ml-IN" dirty="0" smtClean="0"/>
              <a:t>വഞ്ചകൻ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 John 17:15 </a:t>
            </a:r>
            <a:r>
              <a:rPr lang="ml-IN" dirty="0" smtClean="0"/>
              <a:t>ദുഷ്ടൻ</a:t>
            </a:r>
            <a:r>
              <a:rPr lang="en-US" dirty="0"/>
              <a:t> </a:t>
            </a:r>
            <a:r>
              <a:rPr lang="en-US" dirty="0" smtClean="0"/>
              <a:t>4. Revelation 12: 3,7 </a:t>
            </a:r>
            <a:r>
              <a:rPr lang="ml-IN" dirty="0" smtClean="0"/>
              <a:t>തീനിറമുള്ളവൻ</a:t>
            </a:r>
            <a:r>
              <a:rPr lang="en-US" dirty="0" smtClean="0"/>
              <a:t>, </a:t>
            </a:r>
            <a:r>
              <a:rPr lang="ml-IN" dirty="0" smtClean="0"/>
              <a:t>മഹാസർപ്പം</a:t>
            </a:r>
            <a:endParaRPr lang="en-US" dirty="0" smtClean="0"/>
          </a:p>
          <a:p>
            <a:pPr marL="457200" indent="-457200">
              <a:buAutoNum type="arabicPeriod" startAt="5"/>
            </a:pPr>
            <a:r>
              <a:rPr lang="en-US" dirty="0" smtClean="0"/>
              <a:t>Revelation 12:9 </a:t>
            </a:r>
            <a:r>
              <a:rPr lang="ml-IN" dirty="0" smtClean="0"/>
              <a:t>പഴയ</a:t>
            </a:r>
            <a:r>
              <a:rPr lang="en-US" dirty="0" smtClean="0"/>
              <a:t> </a:t>
            </a:r>
            <a:r>
              <a:rPr lang="ml-IN" dirty="0" smtClean="0"/>
              <a:t>പാമ്പ്</a:t>
            </a:r>
            <a:r>
              <a:rPr lang="en-US" dirty="0" smtClean="0"/>
              <a:t>  6. Rev 9: 11 </a:t>
            </a:r>
            <a:r>
              <a:rPr lang="ml-IN" dirty="0" smtClean="0"/>
              <a:t>അഗാധ</a:t>
            </a:r>
            <a:r>
              <a:rPr lang="en-US" dirty="0" smtClean="0"/>
              <a:t> </a:t>
            </a:r>
            <a:r>
              <a:rPr lang="ml-IN" dirty="0" smtClean="0"/>
              <a:t>ദൂതൻ</a:t>
            </a:r>
            <a:r>
              <a:rPr lang="en-US" dirty="0" smtClean="0"/>
              <a:t> , </a:t>
            </a:r>
            <a:r>
              <a:rPr lang="ml-IN" dirty="0" smtClean="0"/>
              <a:t>അബദ്ദോൻ</a:t>
            </a:r>
            <a:r>
              <a:rPr lang="en-US" dirty="0" smtClean="0"/>
              <a:t>(</a:t>
            </a:r>
            <a:r>
              <a:rPr lang="en-US" dirty="0" err="1" smtClean="0"/>
              <a:t>Hb</a:t>
            </a:r>
            <a:r>
              <a:rPr lang="en-US" dirty="0" smtClean="0"/>
              <a:t>)</a:t>
            </a:r>
          </a:p>
          <a:p>
            <a:pPr marL="457200" indent="-457200">
              <a:buAutoNum type="arabicPeriod" startAt="5"/>
            </a:pPr>
            <a:r>
              <a:rPr lang="ml-IN" dirty="0" smtClean="0"/>
              <a:t>അപ്പല്ലുവൻ</a:t>
            </a:r>
            <a:r>
              <a:rPr lang="en-US" dirty="0" smtClean="0"/>
              <a:t>(</a:t>
            </a:r>
            <a:r>
              <a:rPr lang="en-US" dirty="0" err="1" smtClean="0"/>
              <a:t>Gk</a:t>
            </a:r>
            <a:r>
              <a:rPr lang="en-US" dirty="0" smtClean="0"/>
              <a:t>)  7. 1Peter 5:8 </a:t>
            </a:r>
            <a:r>
              <a:rPr lang="ml-IN" dirty="0" smtClean="0"/>
              <a:t>പ്രതിയോഗി</a:t>
            </a:r>
            <a:r>
              <a:rPr lang="en-US" dirty="0" smtClean="0"/>
              <a:t> 8. Mt 12:24 </a:t>
            </a:r>
            <a:r>
              <a:rPr lang="ml-IN" dirty="0" smtClean="0"/>
              <a:t>ബേൽസബൂൽ</a:t>
            </a:r>
            <a:endParaRPr lang="en-US" dirty="0" smtClean="0"/>
          </a:p>
          <a:p>
            <a:pPr marL="457200" indent="-457200">
              <a:buAutoNum type="arabicPeriod" startAt="9"/>
            </a:pPr>
            <a:r>
              <a:rPr lang="en-US" dirty="0" smtClean="0"/>
              <a:t>2Cor 6:15 </a:t>
            </a:r>
            <a:r>
              <a:rPr lang="ml-IN" dirty="0" smtClean="0"/>
              <a:t>ബെലിയാൽ</a:t>
            </a:r>
            <a:r>
              <a:rPr lang="en-US" dirty="0" smtClean="0"/>
              <a:t> 10. 2Cor 4:4 </a:t>
            </a:r>
            <a:r>
              <a:rPr lang="ml-IN" dirty="0" smtClean="0"/>
              <a:t>ഈ</a:t>
            </a:r>
            <a:r>
              <a:rPr lang="en-US" dirty="0" smtClean="0"/>
              <a:t> </a:t>
            </a:r>
            <a:r>
              <a:rPr lang="ml-IN" dirty="0" smtClean="0"/>
              <a:t>ലോകത്തിലെ</a:t>
            </a:r>
            <a:r>
              <a:rPr lang="en-US" dirty="0" smtClean="0"/>
              <a:t> </a:t>
            </a:r>
            <a:r>
              <a:rPr lang="ml-IN" dirty="0" smtClean="0"/>
              <a:t>ദൈവം</a:t>
            </a:r>
            <a:r>
              <a:rPr lang="en-US" dirty="0" smtClean="0"/>
              <a:t> </a:t>
            </a:r>
          </a:p>
          <a:p>
            <a:pPr marL="457200" indent="-457200">
              <a:buAutoNum type="arabicPeriod" startAt="11"/>
            </a:pPr>
            <a:r>
              <a:rPr lang="en-US" dirty="0" err="1" smtClean="0"/>
              <a:t>Jn</a:t>
            </a:r>
            <a:r>
              <a:rPr lang="en-US" dirty="0" smtClean="0"/>
              <a:t> 12:31 </a:t>
            </a:r>
            <a:r>
              <a:rPr lang="ml-IN" dirty="0" smtClean="0"/>
              <a:t>ഈ</a:t>
            </a:r>
            <a:r>
              <a:rPr lang="en-US" dirty="0" smtClean="0"/>
              <a:t> </a:t>
            </a:r>
            <a:r>
              <a:rPr lang="ml-IN" dirty="0" smtClean="0"/>
              <a:t>ലോകത്തിലെ</a:t>
            </a:r>
            <a:r>
              <a:rPr lang="en-US" dirty="0" smtClean="0"/>
              <a:t> </a:t>
            </a:r>
            <a:r>
              <a:rPr lang="ml-IN" dirty="0" smtClean="0"/>
              <a:t>പ്രഭു</a:t>
            </a:r>
            <a:r>
              <a:rPr lang="en-US" dirty="0" smtClean="0"/>
              <a:t> 12. Mt 4:3 </a:t>
            </a:r>
            <a:r>
              <a:rPr lang="ml-IN" dirty="0" smtClean="0"/>
              <a:t>പരീക്ഷകൻ</a:t>
            </a:r>
            <a:endParaRPr lang="en-US" dirty="0" smtClean="0"/>
          </a:p>
          <a:p>
            <a:pPr marL="457200" indent="-457200">
              <a:buAutoNum type="arabicPeriod" startAt="13"/>
            </a:pPr>
            <a:r>
              <a:rPr lang="en-US" dirty="0" err="1" smtClean="0"/>
              <a:t>Jn</a:t>
            </a:r>
            <a:r>
              <a:rPr lang="en-US" dirty="0" smtClean="0"/>
              <a:t> 8:44 </a:t>
            </a:r>
            <a:r>
              <a:rPr lang="ml-IN" dirty="0" smtClean="0"/>
              <a:t>കുലപാതകൻ</a:t>
            </a:r>
            <a:r>
              <a:rPr lang="en-US" dirty="0" smtClean="0"/>
              <a:t> 14. </a:t>
            </a:r>
            <a:r>
              <a:rPr lang="en-US" dirty="0" err="1" smtClean="0"/>
              <a:t>Jn</a:t>
            </a:r>
            <a:r>
              <a:rPr lang="en-US" dirty="0" smtClean="0"/>
              <a:t> 8:44 </a:t>
            </a:r>
            <a:r>
              <a:rPr lang="ml-IN" dirty="0" smtClean="0"/>
              <a:t>ഭോഷ്ക്</a:t>
            </a:r>
            <a:r>
              <a:rPr lang="en-US" dirty="0" smtClean="0"/>
              <a:t> </a:t>
            </a:r>
            <a:r>
              <a:rPr lang="ml-IN" dirty="0" smtClean="0"/>
              <a:t>പറയുന്നവൻ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15. Mt 13:28 </a:t>
            </a:r>
            <a:r>
              <a:rPr lang="ml-IN" dirty="0" smtClean="0"/>
              <a:t>ശത്രു</a:t>
            </a:r>
            <a:r>
              <a:rPr lang="en-US" dirty="0" smtClean="0"/>
              <a:t> 16. Rev 12:10 </a:t>
            </a:r>
            <a:r>
              <a:rPr lang="ml-IN" dirty="0" smtClean="0"/>
              <a:t>അപവാദി</a:t>
            </a:r>
            <a:r>
              <a:rPr lang="en-US" dirty="0" smtClean="0"/>
              <a:t> 17. Rev 20:3 </a:t>
            </a:r>
            <a:r>
              <a:rPr lang="ml-IN" dirty="0" smtClean="0"/>
              <a:t>വഞ്ചകൻ</a:t>
            </a:r>
            <a:endParaRPr lang="en-US" dirty="0" smtClean="0"/>
          </a:p>
          <a:p>
            <a:pPr marL="457200" indent="-457200">
              <a:buAutoNum type="arabicPeriod" startAt="18"/>
            </a:pPr>
            <a:r>
              <a:rPr lang="en-US" dirty="0" err="1" smtClean="0"/>
              <a:t>Eph</a:t>
            </a:r>
            <a:r>
              <a:rPr lang="en-US" dirty="0" smtClean="0"/>
              <a:t> 2:2 </a:t>
            </a:r>
            <a:r>
              <a:rPr lang="ml-IN" dirty="0" smtClean="0"/>
              <a:t>ആകാശത്തിലെ</a:t>
            </a:r>
            <a:r>
              <a:rPr lang="en-US" dirty="0" smtClean="0"/>
              <a:t> </a:t>
            </a:r>
            <a:r>
              <a:rPr lang="ml-IN" dirty="0" smtClean="0"/>
              <a:t>അധികാര൦</a:t>
            </a:r>
            <a:r>
              <a:rPr lang="en-US" dirty="0" smtClean="0"/>
              <a:t> 19. </a:t>
            </a:r>
            <a:r>
              <a:rPr lang="en-US" dirty="0" err="1" smtClean="0"/>
              <a:t>Jn</a:t>
            </a:r>
            <a:r>
              <a:rPr lang="en-US" dirty="0" smtClean="0"/>
              <a:t> 8:44 </a:t>
            </a:r>
            <a:r>
              <a:rPr lang="ml-IN" dirty="0" smtClean="0"/>
              <a:t>ഭോഷ്കിന്റെ</a:t>
            </a:r>
            <a:r>
              <a:rPr lang="en-US" dirty="0" smtClean="0"/>
              <a:t> </a:t>
            </a:r>
            <a:r>
              <a:rPr lang="ml-IN" dirty="0" smtClean="0"/>
              <a:t>പിതാവ്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20. Mt 12:24 </a:t>
            </a:r>
            <a:r>
              <a:rPr lang="ml-IN" dirty="0" smtClean="0"/>
              <a:t>ഭൂതങ്ങളുടെ</a:t>
            </a:r>
            <a:r>
              <a:rPr lang="en-US" dirty="0" smtClean="0"/>
              <a:t> </a:t>
            </a:r>
            <a:r>
              <a:rPr lang="ml-IN" dirty="0" smtClean="0"/>
              <a:t>തലവൻ</a:t>
            </a:r>
            <a:r>
              <a:rPr lang="en-US" dirty="0" smtClean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4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works of </a:t>
            </a:r>
            <a:r>
              <a:rPr lang="en-US" dirty="0" err="1" smtClean="0"/>
              <a:t>satan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ml-IN" dirty="0" smtClean="0"/>
              <a:t>സാത്താന്റെ </a:t>
            </a:r>
            <a:r>
              <a:rPr lang="ml-IN" dirty="0"/>
              <a:t>പ്രവൃത്തികൾ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32023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Mathew 25: 41 Ephesians 6:12</a:t>
            </a:r>
          </a:p>
          <a:p>
            <a:r>
              <a:rPr lang="en-US" dirty="0" smtClean="0"/>
              <a:t>Romans 8: 38,  Daniel 10: 12,13</a:t>
            </a:r>
          </a:p>
          <a:p>
            <a:r>
              <a:rPr lang="en-US" dirty="0" smtClean="0"/>
              <a:t>Mathew 13:19, 25 – 30,   2Corinthians 4:4 1John 2: 15,16 1Timothy 3:7</a:t>
            </a:r>
          </a:p>
          <a:p>
            <a:r>
              <a:rPr lang="en-US" dirty="0" smtClean="0"/>
              <a:t>Acts 5:3 John 13:2  2Corinthians 2:11, 1Cor 7:s5, 1John 2: 15- 17</a:t>
            </a:r>
          </a:p>
          <a:p>
            <a:r>
              <a:rPr lang="en-US" dirty="0" smtClean="0"/>
              <a:t>2Timithy 4:10 James 4:1-7 1John 5:19  2Chronicles 21:1-8</a:t>
            </a:r>
          </a:p>
          <a:p>
            <a:r>
              <a:rPr lang="en-US" dirty="0" smtClean="0"/>
              <a:t>1Timothy 3:6 Revelation 2:10  2Cor 2:10 1Cor 1:10,11</a:t>
            </a:r>
          </a:p>
          <a:p>
            <a:r>
              <a:rPr lang="en-US" dirty="0" smtClean="0"/>
              <a:t>Mystery of Satan  - 2Thesselonians 2:7, 1Corinthians 10:20</a:t>
            </a:r>
          </a:p>
          <a:p>
            <a:r>
              <a:rPr lang="en-US" dirty="0" smtClean="0"/>
              <a:t>Trinity Of Satan – Rev 16:13, 12: 1-12, 19:19,20 20:1,2,10.    </a:t>
            </a:r>
          </a:p>
          <a:p>
            <a:r>
              <a:rPr lang="en-US" dirty="0" smtClean="0"/>
              <a:t>End of Satan -   Revelation 20: 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19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Overcoming Satan </a:t>
            </a:r>
            <a:br>
              <a:rPr lang="en-US" sz="4400" dirty="0" smtClean="0"/>
            </a:br>
            <a:r>
              <a:rPr lang="ml-IN" sz="4000" dirty="0" smtClean="0"/>
              <a:t>സാത്താനെ </a:t>
            </a:r>
            <a:r>
              <a:rPr lang="ml-IN" sz="4000" dirty="0"/>
              <a:t>ജയിക്കുന്ന വിധ൦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4" y="2894226"/>
            <a:ext cx="10353762" cy="2630920"/>
          </a:xfrm>
        </p:spPr>
        <p:txBody>
          <a:bodyPr/>
          <a:lstStyle/>
          <a:p>
            <a:r>
              <a:rPr lang="en-US" dirty="0" smtClean="0"/>
              <a:t>Colossians 2:9-15, Hebrew 2: 14,15 Ephesians 1:21,22 2:6</a:t>
            </a:r>
          </a:p>
          <a:p>
            <a:r>
              <a:rPr lang="en-US" dirty="0" smtClean="0"/>
              <a:t>James 4:7 John 2:15</a:t>
            </a:r>
          </a:p>
          <a:p>
            <a:r>
              <a:rPr lang="en-US" dirty="0" smtClean="0"/>
              <a:t>Ephesians 6:10-18</a:t>
            </a:r>
          </a:p>
          <a:p>
            <a:r>
              <a:rPr lang="en-US" dirty="0" smtClean="0"/>
              <a:t>Mathew 28:18, Ephesians 1:20-23, 6: 10-11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27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   </a:t>
            </a:r>
            <a:r>
              <a:rPr lang="ml-IN" dirty="0" smtClean="0"/>
              <a:t>ഭൂതങ്ങൾ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Terminology : </a:t>
            </a:r>
            <a:r>
              <a:rPr lang="en-US" dirty="0" err="1" smtClean="0"/>
              <a:t>Daimon</a:t>
            </a:r>
            <a:r>
              <a:rPr lang="en-US" dirty="0" smtClean="0"/>
              <a:t> (Greek) Demon (English) </a:t>
            </a:r>
            <a:r>
              <a:rPr lang="ml-IN" dirty="0" smtClean="0"/>
              <a:t>ദുരാത്മാക്കൾ</a:t>
            </a:r>
            <a:endParaRPr lang="en-US" dirty="0" smtClean="0"/>
          </a:p>
          <a:p>
            <a:r>
              <a:rPr lang="en-US" dirty="0" smtClean="0"/>
              <a:t>Introduction : 1.Luke 6: 19 – 26 </a:t>
            </a:r>
            <a:r>
              <a:rPr lang="ml-IN" dirty="0" smtClean="0"/>
              <a:t>മരിച്ചുപോയ</a:t>
            </a:r>
            <a:r>
              <a:rPr lang="en-US" dirty="0" smtClean="0"/>
              <a:t> </a:t>
            </a:r>
            <a:r>
              <a:rPr lang="ml-IN" dirty="0" smtClean="0"/>
              <a:t>ദുഷ്ടന്മാരുട</a:t>
            </a:r>
            <a:r>
              <a:rPr lang="en-US" dirty="0" smtClean="0"/>
              <a:t> </a:t>
            </a:r>
            <a:r>
              <a:rPr lang="ml-IN" dirty="0" smtClean="0"/>
              <a:t>ആത്മാക്കളാണ്</a:t>
            </a:r>
            <a:endParaRPr lang="en-US" dirty="0" smtClean="0"/>
          </a:p>
          <a:p>
            <a:r>
              <a:rPr lang="en-US" dirty="0" smtClean="0"/>
              <a:t>2. Pre- </a:t>
            </a:r>
            <a:r>
              <a:rPr lang="en-US" dirty="0" err="1" smtClean="0"/>
              <a:t>Adamites</a:t>
            </a:r>
            <a:r>
              <a:rPr lang="en-US" dirty="0" smtClean="0"/>
              <a:t> humans </a:t>
            </a:r>
            <a:r>
              <a:rPr lang="ml-IN" dirty="0" smtClean="0"/>
              <a:t>ആദമിന്</a:t>
            </a:r>
            <a:r>
              <a:rPr lang="en-US" dirty="0" smtClean="0"/>
              <a:t> </a:t>
            </a:r>
            <a:r>
              <a:rPr lang="ml-IN" dirty="0" smtClean="0"/>
              <a:t>മുൻപുള്ളവരാണ്</a:t>
            </a:r>
            <a:endParaRPr lang="en-US" dirty="0" smtClean="0"/>
          </a:p>
          <a:p>
            <a:r>
              <a:rPr lang="en-US" dirty="0" smtClean="0"/>
              <a:t>3. Genesis 6: 2  </a:t>
            </a:r>
            <a:r>
              <a:rPr lang="ml-IN" dirty="0"/>
              <a:t>ദൈവദൂതന്മാരുടെ വേഴ്ചയുടെ ഫലമാണ്</a:t>
            </a:r>
            <a:endParaRPr lang="en-US" dirty="0" smtClean="0"/>
          </a:p>
          <a:p>
            <a:r>
              <a:rPr lang="en-US" dirty="0" smtClean="0"/>
              <a:t>4. </a:t>
            </a:r>
            <a:r>
              <a:rPr lang="ml-IN" dirty="0"/>
              <a:t>സൃഷ്ടികളിൽ </a:t>
            </a:r>
            <a:r>
              <a:rPr lang="ml-IN" dirty="0" smtClean="0"/>
              <a:t>അവസാനത്തേത്</a:t>
            </a:r>
            <a:endParaRPr lang="en-US" dirty="0" smtClean="0"/>
          </a:p>
          <a:p>
            <a:r>
              <a:rPr lang="en-US" dirty="0" smtClean="0"/>
              <a:t>5. Mathew 25:41, Revelation 12:4 </a:t>
            </a:r>
            <a:r>
              <a:rPr lang="ml-IN" dirty="0"/>
              <a:t>ലൂസിഫറിന്റെ കൂട്ടത്തിൽ 1/3 ദൂതൻ മാർ കൂടി സ്വർഗ്ഗത്തിൽ നിന്നു പോയവരാണ്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8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Existence of demons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O.T Judges 9:23, 1Samuel16:14,18</a:t>
            </a:r>
          </a:p>
          <a:p>
            <a:r>
              <a:rPr lang="en-US" i="1" dirty="0" smtClean="0"/>
              <a:t>In N.T More than 100times Mt8:16 12:27</a:t>
            </a:r>
          </a:p>
          <a:p>
            <a:r>
              <a:rPr lang="en-US" i="1" dirty="0" smtClean="0"/>
              <a:t>Nature of Demons : </a:t>
            </a:r>
            <a:r>
              <a:rPr lang="ml-IN" i="1" dirty="0" smtClean="0"/>
              <a:t>ആത്മാക്കളാണ്</a:t>
            </a:r>
            <a:r>
              <a:rPr lang="en-US" i="1" dirty="0" smtClean="0"/>
              <a:t> Spirit beings</a:t>
            </a:r>
          </a:p>
          <a:p>
            <a:r>
              <a:rPr lang="en-US" i="1" dirty="0" smtClean="0"/>
              <a:t>2. </a:t>
            </a:r>
            <a:r>
              <a:rPr lang="ml-IN" i="1" dirty="0"/>
              <a:t>സർവ്വ സാന്നിധ്യം </a:t>
            </a:r>
            <a:r>
              <a:rPr lang="ml-IN" i="1" dirty="0" smtClean="0"/>
              <a:t>ഇല്ല</a:t>
            </a:r>
            <a:r>
              <a:rPr lang="en-US" i="1" dirty="0" smtClean="0"/>
              <a:t>  Demons are not Omnipresence</a:t>
            </a:r>
          </a:p>
          <a:p>
            <a:r>
              <a:rPr lang="en-US" i="1" dirty="0" smtClean="0"/>
              <a:t>3. </a:t>
            </a:r>
            <a:r>
              <a:rPr lang="ml-IN" i="1" dirty="0" smtClean="0"/>
              <a:t>സർവ്വശക്തിയില്ല</a:t>
            </a:r>
            <a:r>
              <a:rPr lang="en-US" i="1" dirty="0" smtClean="0"/>
              <a:t>             Demons are not Omnipotent</a:t>
            </a:r>
          </a:p>
          <a:p>
            <a:r>
              <a:rPr lang="en-US" i="1" dirty="0" smtClean="0"/>
              <a:t>4. </a:t>
            </a:r>
            <a:r>
              <a:rPr lang="ml-IN" i="1" dirty="0"/>
              <a:t>സർവ്വജ്ഞാന൦ </a:t>
            </a:r>
            <a:r>
              <a:rPr lang="ml-IN" i="1" dirty="0" smtClean="0"/>
              <a:t>ഇല്ല</a:t>
            </a:r>
            <a:r>
              <a:rPr lang="en-US" i="1" dirty="0" smtClean="0"/>
              <a:t>        Demons are not Omniscient  </a:t>
            </a:r>
          </a:p>
          <a:p>
            <a:r>
              <a:rPr lang="en-US" i="1" dirty="0" smtClean="0"/>
              <a:t>5. </a:t>
            </a:r>
            <a:r>
              <a:rPr lang="ml-IN" i="1" dirty="0"/>
              <a:t>സാത്താന്റെ </a:t>
            </a:r>
            <a:r>
              <a:rPr lang="ml-IN" i="1" dirty="0" smtClean="0"/>
              <a:t>ദൂതൻമാരാണ്</a:t>
            </a:r>
            <a:r>
              <a:rPr lang="en-US" i="1" dirty="0" smtClean="0"/>
              <a:t>  Angels of Satan</a:t>
            </a:r>
          </a:p>
          <a:p>
            <a:r>
              <a:rPr lang="en-US" i="1" dirty="0" smtClean="0"/>
              <a:t>6. </a:t>
            </a:r>
            <a:r>
              <a:rPr lang="ml-IN" i="1" dirty="0"/>
              <a:t>യാഥാർത്ഥ്യം </a:t>
            </a:r>
            <a:r>
              <a:rPr lang="ml-IN" i="1" dirty="0" smtClean="0"/>
              <a:t>ആണ്</a:t>
            </a:r>
            <a:r>
              <a:rPr lang="en-US" i="1" dirty="0" smtClean="0"/>
              <a:t>        Demons are real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92371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Works of demons  </a:t>
            </a:r>
            <a:br>
              <a:rPr lang="en-US" dirty="0" smtClean="0"/>
            </a:br>
            <a:r>
              <a:rPr lang="ml-IN" dirty="0" smtClean="0"/>
              <a:t>ഭൂതങ്ങളുടെ </a:t>
            </a:r>
            <a:r>
              <a:rPr lang="ml-IN" dirty="0"/>
              <a:t>പ്രവർത്തികൾ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397726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ml-IN" dirty="0"/>
              <a:t>സാത്താന്റെ പ്രവർത്തികളെ </a:t>
            </a:r>
            <a:r>
              <a:rPr lang="ml-IN" dirty="0" smtClean="0"/>
              <a:t>നടപ്പാക്കുക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സാത്താന്റെ ശക്തിയുടെ </a:t>
            </a:r>
            <a:r>
              <a:rPr lang="ml-IN" dirty="0" smtClean="0"/>
              <a:t>പൂരകങ്ങളാണ്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സാത്താന്യ തത്വ ശാസ്ത്രങ്ങളുടെ </a:t>
            </a:r>
            <a:r>
              <a:rPr lang="ml-IN" dirty="0" smtClean="0"/>
              <a:t>പ്രദർശനങ്ങളാണ്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ദൈവത്തെ </a:t>
            </a:r>
            <a:r>
              <a:rPr lang="ml-IN" dirty="0" smtClean="0"/>
              <a:t>എതിർക്കുന്നു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ദൈവീക പദ്ധതികളെ </a:t>
            </a:r>
            <a:r>
              <a:rPr lang="ml-IN" dirty="0" smtClean="0"/>
              <a:t>എതിർക്കുന്നു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വിഗ്രഹാരാധനയെ </a:t>
            </a:r>
            <a:r>
              <a:rPr lang="ml-IN" dirty="0" smtClean="0"/>
              <a:t>പ്രോത്സാഹിപ്പിക്കുന്നു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ദുരുപദേശങ്ങൾ </a:t>
            </a:r>
            <a:r>
              <a:rPr lang="ml-IN" dirty="0" smtClean="0"/>
              <a:t>പ്രചരിപ്പിക്കുന്നു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വിശ്വാസികളോട് </a:t>
            </a:r>
            <a:r>
              <a:rPr lang="ml-IN" dirty="0" smtClean="0"/>
              <a:t>പോരാടുന്നു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പൈശാചിക ജ്ഞാനമായ ഈർഷ്യ, ശാഠ്യം എന്നീ ദുർഗുണങ്ങൾ </a:t>
            </a:r>
            <a:r>
              <a:rPr lang="ml-IN" dirty="0" smtClean="0"/>
              <a:t>ഉണ്ടാക്കുന്നു</a:t>
            </a:r>
            <a:r>
              <a:rPr lang="en-US" dirty="0" smtClean="0"/>
              <a:t> . </a:t>
            </a:r>
          </a:p>
        </p:txBody>
      </p:sp>
    </p:spTree>
    <p:extLst>
      <p:ext uri="{BB962C8B-B14F-4D97-AF65-F5344CB8AC3E}">
        <p14:creationId xmlns:p14="http://schemas.microsoft.com/office/powerpoint/2010/main" val="423298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end of demons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John 5:22,</a:t>
            </a:r>
          </a:p>
          <a:p>
            <a:r>
              <a:rPr lang="en-US" dirty="0" smtClean="0"/>
              <a:t> Jude6 </a:t>
            </a:r>
          </a:p>
          <a:p>
            <a:r>
              <a:rPr lang="en-US" dirty="0" smtClean="0"/>
              <a:t>2Peter 2: 4,</a:t>
            </a:r>
          </a:p>
          <a:p>
            <a:r>
              <a:rPr lang="en-US" dirty="0" smtClean="0"/>
              <a:t> Luke 8: 28-31</a:t>
            </a:r>
            <a:r>
              <a:rPr lang="en-IN" dirty="0" smtClean="0"/>
              <a:t> </a:t>
            </a:r>
          </a:p>
          <a:p>
            <a:r>
              <a:rPr lang="en-IN" dirty="0" smtClean="0"/>
              <a:t>Revelation 20:10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308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dirty="0"/>
              <a:t>ഭൂതബാധ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2134973"/>
          </a:xfrm>
        </p:spPr>
        <p:txBody>
          <a:bodyPr/>
          <a:lstStyle/>
          <a:p>
            <a:r>
              <a:rPr lang="en-US" dirty="0" smtClean="0"/>
              <a:t>Demonic Oppression  </a:t>
            </a:r>
            <a:r>
              <a:rPr lang="ml-IN" dirty="0" smtClean="0"/>
              <a:t>ഭൂതപീഢ</a:t>
            </a:r>
            <a:endParaRPr lang="en-US" dirty="0" smtClean="0"/>
          </a:p>
          <a:p>
            <a:r>
              <a:rPr lang="en-US" dirty="0" smtClean="0"/>
              <a:t>Demonic Operation     </a:t>
            </a:r>
            <a:r>
              <a:rPr lang="ml-IN" dirty="0" smtClean="0"/>
              <a:t>ഭൂത സ്വാധീനം</a:t>
            </a:r>
            <a:endParaRPr lang="en-US" dirty="0" smtClean="0"/>
          </a:p>
          <a:p>
            <a:r>
              <a:rPr lang="en-US" dirty="0" smtClean="0"/>
              <a:t>Demonic Possession    </a:t>
            </a:r>
            <a:r>
              <a:rPr lang="ml-IN" dirty="0" smtClean="0"/>
              <a:t>ഭൂതബാധ</a:t>
            </a:r>
            <a:r>
              <a:rPr lang="en-US" dirty="0" smtClean="0"/>
              <a:t>  (</a:t>
            </a:r>
            <a:r>
              <a:rPr lang="ml-IN" dirty="0" smtClean="0"/>
              <a:t>ദുരാത്മ ബാധ</a:t>
            </a:r>
            <a:r>
              <a:rPr lang="en-US" dirty="0" smtClean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3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overcome demons possession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Mathew 17 : 14 – 21  Fasting &amp; Prayer </a:t>
            </a:r>
            <a:r>
              <a:rPr lang="ml-IN" dirty="0"/>
              <a:t>ഉപവാസവും </a:t>
            </a:r>
            <a:r>
              <a:rPr lang="ml-IN" dirty="0" smtClean="0"/>
              <a:t>പ്രാർത്ഥനയും</a:t>
            </a:r>
            <a:endParaRPr lang="en-US" dirty="0" smtClean="0"/>
          </a:p>
          <a:p>
            <a:pPr lvl="1"/>
            <a:r>
              <a:rPr lang="en-US" dirty="0" smtClean="0"/>
              <a:t>Acts 19: 13 – 16   </a:t>
            </a:r>
            <a:r>
              <a:rPr lang="ml-IN" dirty="0"/>
              <a:t>കായിക ബലം കൊണ്ടു പ്രയോജനം </a:t>
            </a:r>
            <a:r>
              <a:rPr lang="ml-IN" dirty="0" smtClean="0"/>
              <a:t>ഇല്ല</a:t>
            </a:r>
            <a:endParaRPr lang="en-US" dirty="0" smtClean="0"/>
          </a:p>
          <a:p>
            <a:r>
              <a:rPr lang="en-US" dirty="0" smtClean="0"/>
              <a:t>Ephesians 6:10 – 18 Put on the armor of God </a:t>
            </a:r>
            <a:r>
              <a:rPr lang="ml-IN" dirty="0"/>
              <a:t>ദൈവത്തിന്റെ സർവ്വായുധവർഗ്ഗം </a:t>
            </a:r>
            <a:r>
              <a:rPr lang="ml-IN" dirty="0" smtClean="0"/>
              <a:t>ധരിക്കുക</a:t>
            </a:r>
            <a:endParaRPr lang="en-US" dirty="0" smtClean="0"/>
          </a:p>
          <a:p>
            <a:r>
              <a:rPr lang="en-US" dirty="0" smtClean="0"/>
              <a:t>Acts 16:18 To command them in the name of Jesus Christ </a:t>
            </a:r>
            <a:r>
              <a:rPr lang="ml-IN" dirty="0"/>
              <a:t>യേശുക്രിസ്തുവിന്റെ നാമത്തിൽ അധികാരത്തോടെ </a:t>
            </a:r>
            <a:r>
              <a:rPr lang="ml-IN" dirty="0" smtClean="0"/>
              <a:t>കല്പിക്കുക</a:t>
            </a:r>
            <a:endParaRPr lang="en-US" dirty="0" smtClean="0"/>
          </a:p>
          <a:p>
            <a:r>
              <a:rPr lang="en-US" dirty="0" smtClean="0"/>
              <a:t>Revelation 12: 11 Blood of Christ , Word of God, and good testimony</a:t>
            </a:r>
          </a:p>
          <a:p>
            <a:r>
              <a:rPr lang="en-US" dirty="0" smtClean="0"/>
              <a:t>1Corinthians 10: 21 </a:t>
            </a:r>
            <a:r>
              <a:rPr lang="ml-IN" dirty="0"/>
              <a:t>കർതൃമേശയിൽ ശരിയായി പങ്കെടുക്കുക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856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6619</TotalTime>
  <Words>1454</Words>
  <Application>Microsoft Office PowerPoint</Application>
  <PresentationFormat>Widescreen</PresentationFormat>
  <Paragraphs>225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Bookman Old Style</vt:lpstr>
      <vt:lpstr>Kartika</vt:lpstr>
      <vt:lpstr>Mangal</vt:lpstr>
      <vt:lpstr>Rockwell</vt:lpstr>
      <vt:lpstr>Wingdings 3</vt:lpstr>
      <vt:lpstr>Damask</vt:lpstr>
      <vt:lpstr>ANGELOLOGY    ദൂത ശാസ്ത്ര൦</vt:lpstr>
      <vt:lpstr>PowerPoint Presentation</vt:lpstr>
      <vt:lpstr>Angelology</vt:lpstr>
      <vt:lpstr>Different Religion Views  വിവിധ മത വീക്ഷണ൦</vt:lpstr>
      <vt:lpstr>Bible Says About Angels</vt:lpstr>
      <vt:lpstr>The Nature of Angels  ദൂതന്മാരുടെ പ്രകൃതി</vt:lpstr>
      <vt:lpstr>Host of Angels ദൂത സമൂഹ൦</vt:lpstr>
      <vt:lpstr>Disposition or Arrangement of Angels ദൂതന്മാരുടെ വിന്യാസം</vt:lpstr>
      <vt:lpstr>ദൂതന്മാരുടെ സ്വഭാവ൦ Character of angels</vt:lpstr>
      <vt:lpstr>The Ministry of Angels   ദൂതൻ മാരുടെ സേവനങ്ങൾ</vt:lpstr>
      <vt:lpstr>Part 2    demonology  ഭൂതശാസ്ത്ര൦</vt:lpstr>
      <vt:lpstr>Demonology ഭൂതശാസ്ത്ര൦</vt:lpstr>
      <vt:lpstr>The Fallen Angels  വീണുപോയ ദൂതന്മാർ</vt:lpstr>
      <vt:lpstr>Existence of satan  സാത്താന്റെ അസ്തിത്വം</vt:lpstr>
      <vt:lpstr>The origin of satan  സാത്താന്റെ ഉത്ഭവം</vt:lpstr>
      <vt:lpstr>The fall or demise of satan സാത്താന്റെ അധഃപതന൦</vt:lpstr>
      <vt:lpstr>The personality of satan</vt:lpstr>
      <vt:lpstr>The names of satan</vt:lpstr>
      <vt:lpstr>The works of satan സാത്താന്റെ പ്രവൃത്തികൾ</vt:lpstr>
      <vt:lpstr>Overcoming Satan  സാത്താനെ ജയിക്കുന്ന വിധ൦</vt:lpstr>
      <vt:lpstr>Demons   ഭൂതങ്ങൾ</vt:lpstr>
      <vt:lpstr>Existence of demons</vt:lpstr>
      <vt:lpstr>Works of demons   ഭൂതങ്ങളുടെ പ്രവർത്തികൾ</vt:lpstr>
      <vt:lpstr>The end of demons</vt:lpstr>
      <vt:lpstr>ഭൂതബാധ</vt:lpstr>
      <vt:lpstr>How to overcome demons possession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ANGELOLOGY   ദൂത ശാസ്ത്ര൦</dc:title>
  <dc:creator>DELL</dc:creator>
  <cp:lastModifiedBy>DELL</cp:lastModifiedBy>
  <cp:revision>82</cp:revision>
  <dcterms:created xsi:type="dcterms:W3CDTF">2025-12-27T06:06:17Z</dcterms:created>
  <dcterms:modified xsi:type="dcterms:W3CDTF">2026-01-21T16:38:59Z</dcterms:modified>
</cp:coreProperties>
</file>