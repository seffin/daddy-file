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59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5094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0339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1241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1169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3965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654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4270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5164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643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7399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8505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234295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54307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46000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97077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3074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4345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F067D83-0307-4ADA-B60C-DAA7030A631E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EBD721-E424-40A0-B49B-FA04A07E4F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33335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 smtClean="0"/>
              <a:t>BOOK OF DANIEL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1954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5462" y="14855"/>
            <a:ext cx="4508626" cy="6843145"/>
          </a:xfrm>
        </p:spPr>
      </p:pic>
    </p:spTree>
    <p:extLst>
      <p:ext uri="{BB962C8B-B14F-4D97-AF65-F5344CB8AC3E}">
        <p14:creationId xmlns:p14="http://schemas.microsoft.com/office/powerpoint/2010/main" val="1761938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8424" y="0"/>
            <a:ext cx="51876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351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BABYLON EMPIRE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000" dirty="0" smtClean="0"/>
              <a:t>   KINGS B.C. 625 – 538</a:t>
            </a:r>
          </a:p>
          <a:p>
            <a:r>
              <a:rPr lang="en-US" dirty="0" smtClean="0"/>
              <a:t>1. NEBOPOLUZER             625 – 605</a:t>
            </a:r>
          </a:p>
          <a:p>
            <a:r>
              <a:rPr lang="en-US" dirty="0" smtClean="0"/>
              <a:t>2. NEBUKKADNEZAR        605 – 562</a:t>
            </a:r>
          </a:p>
          <a:p>
            <a:r>
              <a:rPr lang="en-US" dirty="0" smtClean="0"/>
              <a:t>3. EVIL- MERODECK        562 – 559</a:t>
            </a:r>
          </a:p>
          <a:p>
            <a:r>
              <a:rPr lang="en-US" dirty="0" smtClean="0"/>
              <a:t>4. NERIGLISSAR               559 – 556</a:t>
            </a:r>
          </a:p>
          <a:p>
            <a:r>
              <a:rPr lang="en-US" dirty="0" smtClean="0"/>
              <a:t>5. LABHASHI- MARDUK  556 – 540</a:t>
            </a:r>
          </a:p>
          <a:p>
            <a:r>
              <a:rPr lang="en-US" dirty="0" smtClean="0"/>
              <a:t>6. NEBONIDAS – BELSASSAR 540 - 538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476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MEDO- PERSIAN EMPIRE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77638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106</TotalTime>
  <Words>55</Words>
  <Application>Microsoft Office PowerPoint</Application>
  <PresentationFormat>Widescreen</PresentationFormat>
  <Paragraphs>10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Ion</vt:lpstr>
      <vt:lpstr>BOOK OF DANIEL</vt:lpstr>
      <vt:lpstr>PowerPoint Presentation</vt:lpstr>
      <vt:lpstr>PowerPoint Presentation</vt:lpstr>
      <vt:lpstr>BABYLON EMPIRE</vt:lpstr>
      <vt:lpstr>MEDO- PERSIAN EMPIRE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7</cp:revision>
  <dcterms:created xsi:type="dcterms:W3CDTF">2026-10-06T15:16:19Z</dcterms:created>
  <dcterms:modified xsi:type="dcterms:W3CDTF">2026-10-06T17:02:54Z</dcterms:modified>
</cp:coreProperties>
</file>