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0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33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24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6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96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27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16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43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399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505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3429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430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60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707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074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34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F067D83-0307-4ADA-B60C-DAA7030A631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BD721-E424-40A0-B49B-FA04A07E4F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333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BOOK OF DANIEL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95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462" y="14855"/>
            <a:ext cx="4508626" cy="6843145"/>
          </a:xfrm>
        </p:spPr>
      </p:pic>
    </p:spTree>
    <p:extLst>
      <p:ext uri="{BB962C8B-B14F-4D97-AF65-F5344CB8AC3E}">
        <p14:creationId xmlns:p14="http://schemas.microsoft.com/office/powerpoint/2010/main" val="176193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424" y="0"/>
            <a:ext cx="5187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5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BABYLON EMPIRE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dirty="0" smtClean="0"/>
              <a:t>   KINGS B.C. 625 – 538</a:t>
            </a:r>
          </a:p>
          <a:p>
            <a:r>
              <a:rPr lang="en-US" dirty="0" smtClean="0"/>
              <a:t>1. NEBOPOLUZER             625 – 605</a:t>
            </a:r>
          </a:p>
          <a:p>
            <a:r>
              <a:rPr lang="en-US" dirty="0" smtClean="0"/>
              <a:t>2. NEBUKKADNEZAR        605 – 562</a:t>
            </a:r>
          </a:p>
          <a:p>
            <a:r>
              <a:rPr lang="en-US" dirty="0" smtClean="0"/>
              <a:t>3. EVIL- MERODECK        562 – 559</a:t>
            </a:r>
          </a:p>
          <a:p>
            <a:r>
              <a:rPr lang="en-US" dirty="0" smtClean="0"/>
              <a:t>4. NERIGLISSAR               559 – 556</a:t>
            </a:r>
          </a:p>
          <a:p>
            <a:r>
              <a:rPr lang="en-US" dirty="0" smtClean="0"/>
              <a:t>5. LABHASHI- MARDUK  556 – 540</a:t>
            </a:r>
          </a:p>
          <a:p>
            <a:r>
              <a:rPr lang="en-US" dirty="0" smtClean="0"/>
              <a:t>6. NEBONIDAS – BELSASSAR 540 - 538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7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MEDO- PERSIAN EMPIRE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Cyrus        B C  538 – 529</a:t>
            </a:r>
          </a:p>
          <a:p>
            <a:r>
              <a:rPr lang="en-US" smtClean="0"/>
              <a:t>CAMPYSIS B C 529 - 522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763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110</TotalTime>
  <Words>67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BOOK OF DANIEL</vt:lpstr>
      <vt:lpstr>PowerPoint Presentation</vt:lpstr>
      <vt:lpstr>PowerPoint Presentation</vt:lpstr>
      <vt:lpstr>BABYLON EMPIRE</vt:lpstr>
      <vt:lpstr>MEDO- PERSIAN EMPIRE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</cp:revision>
  <dcterms:created xsi:type="dcterms:W3CDTF">2026-10-06T15:16:19Z</dcterms:created>
  <dcterms:modified xsi:type="dcterms:W3CDTF">2026-10-20T15:25:01Z</dcterms:modified>
</cp:coreProperties>
</file>