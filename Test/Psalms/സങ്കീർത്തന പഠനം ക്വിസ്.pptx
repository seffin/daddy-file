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</ns0:sldIdLst>
  <ns0:sldSz cx="12192000" cy="6858000" type="screen4x3"/>
  <ns0:notesSz cx="6858000" cy="9144000"/>
  <ns0:embeddedFontLst>
    <ns0:embeddedFont>
      <ns0:font typeface="Noto Sans Malayalam"/>
      <ns0:bold ns1:id="rIdFont34"/>
      <ns0:regular ns1:id="rIdFont3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Font34" Type="http://schemas.openxmlformats.org/officeDocument/2006/relationships/font" Target="fonts/7ded8d99-0475-4d2c-b40e-d6dce60c94b6.fntdata" /><ns0:Relationship Id="rIdFont35" Type="http://schemas.openxmlformats.org/officeDocument/2006/relationships/font" Target="fonts/a63698ed-4972-4e78-b52f-739e867ff1c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225004"/>
            <a:ext cx="1143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37" y="1529804"/>
            <a:ext cx="466725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07656" y="2749004"/>
            <a:ext cx="3976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818CF8"/>
                </a:solidFill>
                <a:latin typeface="Noto Sans Malayalam"/>
              </a:rPr>
              <a:t>വിശുദ്ധ ബൈബിൾ പഠനം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3187154"/>
            <a:ext cx="11251406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b="1" sz="5400" i="0" u="none">
                <a:solidFill>
                  <a:srgbClr val="FFFFFF"/>
                </a:solidFill>
                <a:latin typeface="Noto Sans Malayalam"/>
              </a:rPr>
              <a:t>സങ്കീർത്തന പഠനം ക്വിസ്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5061495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BD5E1"/>
                </a:solidFill>
                <a:latin typeface="Noto Sans Malayalam"/>
              </a:rPr>
              <a:t>25 ചോദ്യങ്ങളും ഉത്തരങ്ങളും ഉൾക്കൊള്ളുന്ന പ്രസന്റേഷൻ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വിശുദ്ധ ബൈബിളിൽ കാവ്യപുസ്തകങ്ങൾ എന്നറിയപ്പെടുന്ന പുസ്തകങ്ങളുടെ എണ്ണം എത്ര?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257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400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43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686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485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4914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36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24162"/>
            <a:ext cx="475512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ദൈവ വചനത്തിന്റെ ശരിയായ വിവരണം ഏതാണ്?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485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553467"/>
            <a:ext cx="378618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ദൈവം എഴുതിയതാണ്.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696467"/>
            <a:ext cx="3964781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മനുഷ്യർ എഴുതിയതാണ്.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839467"/>
            <a:ext cx="335756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യേശുക്രിസ്തുവാണ്.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4914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4982467"/>
            <a:ext cx="4964906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യേശുക്രിസ്തു എഴുതിയതാണ്.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സങ്കീർത്തനം എന്നതിന്റെ Hebrew പേരെന്താണ്?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2964656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പാപ്പിറസ് - Papyrus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3012281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എലോഹിം - Elohim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2476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ബിബ്ലിയ - Biblia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302418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തെഹില്ലിം - Tehillim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സങ്കീർത്തനം എന്നതിന്റെ ഗ്രീക്ക് പദമേത്?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245268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ആൽഫ - Alpha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350043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സാൽമോസ് - Psalmos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2714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തിയോസ് - Theos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38457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സിദെക്കേനു - Tsidekenu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5861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5861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8053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8053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814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814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50339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50339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382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28762"/>
            <a:ext cx="1098137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റോമൻ കത്തോലിക്കാ ബൈബിളിൽ 135-ാം സങ്കീർത്തനം പ്രൊട്ടസ്റ്റന്റ് ബൈബിളിൽ എത്രാമത്തേതാണ്?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814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8823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814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8823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5033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51015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5033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51015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126033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356544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87055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730055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39838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81565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50024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69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7462"/>
            <a:ext cx="4755125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 പഠനത്തിന്റെ ആവശ്യകത എന്താണ്?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398389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354633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എല്ലാ ഞായറാഴ്ചയും പ്രസംഗിക്കേണ്ടതിന്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585144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യേശുക്രിസ്തു സങ്കീർത്തന പ്രാധാന്യം നല്കിയിട്ടുള്ളതുകൊണ്ട്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81565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908077"/>
            <a:ext cx="4369593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വ്യക്തികളുടെ വിടുതലിന് വേണ്ടി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500241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4958655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ഇത് കഴിവുള്ളവർ പറയുന്ന ചടങ്ങായതുകൊണ്ട്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സങ്കീർത്തനങ്ങളുടെ രചയിതാക്കൾ എത്രപേർ?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082278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312789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43300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773810"/>
            <a:ext cx="5320158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35463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5851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81565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504616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69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7462"/>
            <a:ext cx="4755125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ശീർഷകങ്ങൾ അംഗീകരിക്കേണ്ട എന്നതിന്റെ കാരണം?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354633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310878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മനുഷ്യർ പിന്നീട് ചേർത്തതായതുകൊണ്ട്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585144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541389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ശീർഷകങ്ങളും സങ്കീർത്തനങ്ങളും തമ്മിൽ ബന്ധമില്ലാത്തതുകൊണ്ട്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81565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771900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ശീർഷകങ്ങൾ ദൈവശ്വാസീയമല്ലാത്തതുകൊണ്ട്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5046166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5002410"/>
            <a:ext cx="4120008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ശീർഷകങ്ങൾ ദൈവവചനമല്ലാത്തതിനാൽ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09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ആരോഹണ ഗീതങ്ങൾ എത്ര എണ്ണം ഉണ്ട്?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571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571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571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571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 പുസ്തകത്തിൽ രചയിതാവിന്റെ പേരുള്ള ആദ്യ സങ്കീർത്തനം?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42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1163984"/>
            <a:ext cx="4981575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2306984"/>
            <a:ext cx="4981575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449984"/>
            <a:ext cx="4981575" cy="1101030"/>
          </a:xfrm>
          <a:prstGeom prst="roundRect">
            <a:avLst>
              <a:gd name="adj" fmla="val 138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6025" y="4779615"/>
            <a:ext cx="4981575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0825" y="1392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00825" y="2535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0825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00825" y="50082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3637"/>
            <a:ext cx="59650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24162"/>
            <a:ext cx="511063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സ്തുതിഗീതങ്ങളിലുള്ള അനുഭവം എന്തായിരിക്കും?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1392584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6625" y="1460152"/>
            <a:ext cx="392906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ദൈവം ചെയ്ത നന്മകൾ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2535584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5" y="2603152"/>
            <a:ext cx="35718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ദൈവത്തിന്റെ മഹത്വം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625" y="3678584"/>
            <a:ext cx="3781425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സ്തുതിക്കുവേണ്ടിയുള്ള ആഹ്വാനം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50082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625" y="5075783"/>
            <a:ext cx="259556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ശാപവാക്കുകൾ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വിലാപ കീർത്തനങ്ങളിൽ അവശ്യം ഉണ്ടായിരിക്കേണ്ട ഘടകങ്ങളിൽ ഒന്നേത്?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12954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സ്തുതി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1476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ആശ്രയം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1333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വിലാപം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17383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സന്തോഷം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5861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5861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8053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8053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814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814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50339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50339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382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28762"/>
            <a:ext cx="1098137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ദൈവീക പ്രവർത്തികളെക്കുറിച്ച് മാത്രം വർണ്ണിച്ചിരിക്കുന്ന സങ്കീർത്തനം ഏതു ഗ്രൂപ്പിൽ പെടുത്താം?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814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882330"/>
            <a:ext cx="222646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സ്തുതി ഗീതം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8147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882330"/>
            <a:ext cx="21193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വിലാപ ഗീതം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5033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5101530"/>
            <a:ext cx="245268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രാജകീയ ഗീതം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50339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5101530"/>
            <a:ext cx="22860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ആശ്രയ ഗീതം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96050" y="1213544"/>
            <a:ext cx="4781550" cy="1001910"/>
          </a:xfrm>
          <a:prstGeom prst="roundRect">
            <a:avLst>
              <a:gd name="adj" fmla="val 15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96050" y="2444055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6050" y="3587055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6050" y="4730055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00850" y="1485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00850" y="267265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00850" y="381565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00850" y="495865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33537"/>
            <a:ext cx="6215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4062"/>
            <a:ext cx="5320665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നന്ദിപ്രകാശനഗീതങ്ങൾ പൊതുവെ ഏറ്റവും കൂടുതലായി ബന്ധപ്പെട്ടു കിടക്കുന്നത് താഴെ പറയുന്നവയിൽ ഏതുമായിട്ടാണ്?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1485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6650" y="1442144"/>
            <a:ext cx="3581400" cy="544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ദൈവം ചെയ്ത നന്മകളുമായിട്ടാണ്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267265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650" y="2765077"/>
            <a:ext cx="2845593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ആശ്രയവുമായിട്ടാണ്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81565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650" y="3908077"/>
            <a:ext cx="3893343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സ്തുതി ഗീതങ്ങളുമായിട്ടാണ്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95865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650" y="5051077"/>
            <a:ext cx="2702718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Noto Sans Malayalam"/>
              </a:rPr>
              <a:t>വിലാപവുമായിട്ടാണ്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ആശ്രയ കീർത്തനങ്ങളിലെ പ്രധാന ഘടകം ഏതാണ്?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15597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വിശ്വാസം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1333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പ്രത്യാശ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1440656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സ്നേഹം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1476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ആശ്രയം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രാജകീയ കീർത്തനങ്ങളിലെ പ്രധാനപ്പെട്ട വ്യക്തി ആരാണ്?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12192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ദൈവം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12477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രാജാവ്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12954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രാജ്ഞി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150018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സേവകർ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സ്ഥാനാരോഹണം എന്നാൽ എന്താണ്?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2178843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സ്ഥാനലബ്ധി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240506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അവരോഹണം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21312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ആരോഹണം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2274093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പുറത്താക്കൽ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സീയോൻ ഗീതങ്ങളിലെ പ്രധാന ഘടകം?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108585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ദാവീദ്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15478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സീയോൻ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139065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സീനായി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222646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അബീമേലക്ക്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257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400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43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686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485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4914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36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19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24162"/>
            <a:ext cx="475512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മശിഹാ സങ്കീർത്തനങ്ങൾ എന്നാൽ എന്ത്?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485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553467"/>
            <a:ext cx="298846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പിശാചിന്റെ വാഴ്ച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696467"/>
            <a:ext cx="28098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മനുഷ്യന്റെ വാഴ്ച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839467"/>
            <a:ext cx="451246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യേശുക്രിസ്തുവിനെക്കുറിച്ച്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4914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4982467"/>
            <a:ext cx="423862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ദൈവരാജ്യത്തിനെക്കുറിച്ച്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27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2719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2813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5005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16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2162"/>
            <a:ext cx="112776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ന്യായപ്രമാണ സങ്കീർത്തനം ഏതാണ്?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3489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1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3489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5681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5005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568130"/>
            <a:ext cx="7143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107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257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400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43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686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485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4914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69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7462"/>
            <a:ext cx="4755125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ശവസംസ്കാരത്തിന് ഉപയോഗിക്കുവാൻ പറ്റിയ ഗീതം ഏതാണ്?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485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553467"/>
            <a:ext cx="3690937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രാജകീയ സങ്കീർത്തനം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696467"/>
            <a:ext cx="295275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വിലാപ കീർത്തനം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839467"/>
            <a:ext cx="2476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സ്തോത്ര ഗീതം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4914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4982467"/>
            <a:ext cx="36433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സ്ഥാനാരോഹണ ഗീതം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257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400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543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686300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485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4914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36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24162"/>
            <a:ext cx="475512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ഗൃഹപ്രവേശന സമയത്ത് ഏത് ഗീതം പാടുവാൻ കഴിയും?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485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553467"/>
            <a:ext cx="42148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പശ്ചാത്താപ സങ്കീർത്തനം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696467"/>
            <a:ext cx="295275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വിലാപ കീർത്തനം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839467"/>
            <a:ext cx="25122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സീയോൻ ഗീതം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4914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4982467"/>
            <a:ext cx="2476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സ്തോത്ര ഗീതം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1163984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306984"/>
            <a:ext cx="5320158" cy="1101030"/>
          </a:xfrm>
          <a:prstGeom prst="roundRect">
            <a:avLst>
              <a:gd name="adj" fmla="val 138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636615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779615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392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628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8652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50082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69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7462"/>
            <a:ext cx="4755125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 വ്യാഖ്യാനത്തിലെ 4 കാര്യങ്ങളിൽ ഒന്നേത്?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392584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460152"/>
            <a:ext cx="28932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പശ്ചാത്തല പഠനം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628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535584"/>
            <a:ext cx="4120008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മുൻധാരണകൾ ഉപയോഗിക്കുക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8652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932783"/>
            <a:ext cx="4786312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വാക്യം ഉദ്ധരിച്ച് പ്രസംഗിക്കുക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50082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5075783"/>
            <a:ext cx="49530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ശബ്ദമുയർത്തി പ്രസംഗിക്കുക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3194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538662"/>
            <a:ext cx="5029200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35480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200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04937"/>
            <a:ext cx="11277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95462"/>
            <a:ext cx="10981372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പഴയനിയമത്തിലെ മൂന്നു വിഭാഗങ്ങളിൽ 'സങ്കീർത്തനം' ഏതു ഗ്രൂപ്പിലായിരുന്നു?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615630"/>
            <a:ext cx="10191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തോറ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548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615630"/>
            <a:ext cx="1057275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നബീം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834830"/>
            <a:ext cx="1940718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കെത്തൂബീം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7672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834830"/>
            <a:ext cx="108585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മിഷ്ന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57441" y="977354"/>
            <a:ext cx="5320158" cy="9144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7441" y="2120354"/>
            <a:ext cx="5320158" cy="1101030"/>
          </a:xfrm>
          <a:prstGeom prst="roundRect">
            <a:avLst>
              <a:gd name="adj" fmla="val 138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57441" y="3449984"/>
            <a:ext cx="5320158" cy="1101030"/>
          </a:xfrm>
          <a:prstGeom prst="roundRect">
            <a:avLst>
              <a:gd name="adj" fmla="val 138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57441" y="4779615"/>
            <a:ext cx="5320158" cy="1101030"/>
          </a:xfrm>
          <a:prstGeom prst="roundRect">
            <a:avLst>
              <a:gd name="adj" fmla="val 138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2241" y="120595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2241" y="244226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2241" y="377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2241" y="51015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6937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338CA"/>
                </a:solidFill>
                <a:latin typeface="Noto Sans Malayalam"/>
              </a:rPr>
              <a:t>ചോദ്യം 25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7462"/>
            <a:ext cx="4755125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3000" i="0" u="none">
                <a:solidFill>
                  <a:srgbClr val="0F172A"/>
                </a:solidFill>
                <a:latin typeface="Noto Sans Malayalam"/>
              </a:rPr>
              <a:t>സങ്കീർത്തന പഠനം നിങ്ങളെ സ്വാധീനിച്ചുവോ? എങ്കിൽ കാരണം?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366" y="1205954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41" y="1273522"/>
            <a:ext cx="4381500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പുതിയ അറിവുകൾ ലഭിച്ചു.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366" y="2442269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41" y="2348954"/>
            <a:ext cx="4120008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ശരിയായി വ്യാഖ്യാനിക്കുവാൻ പഠിച്ചു.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9366" y="37719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8041" y="3678584"/>
            <a:ext cx="4120008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ഒരു അവലോകനം എനിക്ക് ലഭിച്ചു.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9366" y="510153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Noto Sans Malayalam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8041" y="5008215"/>
            <a:ext cx="4120008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334155"/>
                </a:solidFill>
                <a:latin typeface="Noto Sans Malayalam"/>
              </a:rPr>
              <a:t>ഒന്നും മനസ്സിലാക്കാൻ സാധിച്ചില്ല.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2124075"/>
            <a:ext cx="952500" cy="95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2371725"/>
            <a:ext cx="40005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14614" y="3457575"/>
            <a:ext cx="216277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Noto Sans Malayalam"/>
              </a:rPr>
              <a:t>നന്ദി!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4031" y="4448175"/>
            <a:ext cx="8643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BD5E1"/>
                </a:solidFill>
                <a:latin typeface="Noto Sans Malayalam"/>
              </a:rPr>
              <a:t>സങ്കീർത്തന പഠനം ക്വിസ് പ്രസന്റേഷൻ പൂർത്തിയായിരിക്കുന്നു.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