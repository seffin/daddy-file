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91" r:id="rId5"/>
    <p:sldId id="315" r:id="rId6"/>
    <p:sldId id="316" r:id="rId7"/>
    <p:sldId id="31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60" userDrawn="1">
          <p15:clr>
            <a:srgbClr val="A4A3A4"/>
          </p15:clr>
        </p15:guide>
        <p15:guide id="4" pos="7320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1296" userDrawn="1">
          <p15:clr>
            <a:srgbClr val="A4A3A4"/>
          </p15:clr>
        </p15:guide>
        <p15:guide id="7" orient="horz" pos="3408" userDrawn="1">
          <p15:clr>
            <a:srgbClr val="A4A3A4"/>
          </p15:clr>
        </p15:guide>
        <p15:guide id="8" orient="horz" pos="3600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3936" userDrawn="1">
          <p15:clr>
            <a:srgbClr val="A4A3A4"/>
          </p15:clr>
        </p15:guide>
        <p15:guide id="11" orient="horz" pos="4080" userDrawn="1">
          <p15:clr>
            <a:srgbClr val="A4A3A4"/>
          </p15:clr>
        </p15:guide>
        <p15:guide id="12" orient="horz" pos="1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2EB"/>
    <a:srgbClr val="F4F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2838BEF-8BB2-4498-84A7-C5851F593DF1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208"/>
        <p:guide pos="3840"/>
        <p:guide pos="360"/>
        <p:guide pos="7320"/>
        <p:guide orient="horz" pos="648"/>
        <p:guide orient="horz" pos="1296"/>
        <p:guide orient="horz" pos="3408"/>
        <p:guide orient="horz" pos="3600"/>
        <p:guide orient="horz" pos="2352"/>
        <p:guide orient="horz" pos="3936"/>
        <p:guide orient="horz" pos="4080"/>
        <p:guide orient="horz" pos="1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5" d="100"/>
        <a:sy n="5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D62D9B-342B-0F6F-95A2-BC0A60BE1B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6CD1D-F25A-470D-0E44-E59ED13385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9BD15-EBD2-4D6E-A385-EB8CF4A6720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9B365-F1DA-9739-052F-3E51D38B9F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D471A-DE7F-C916-1D17-13EBD27B73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CC14B-BCB7-42B9-9A42-7743F68E1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64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87914-B979-D441-9584-07C203378D42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8216B-BE00-0B44-858C-A4D22CFBA30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552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flamingo feathers">
            <a:extLst>
              <a:ext uri="{FF2B5EF4-FFF2-40B4-BE49-F238E27FC236}">
                <a16:creationId xmlns:a16="http://schemas.microsoft.com/office/drawing/2014/main" id="{84224156-DF97-27B4-F5A6-C479644E99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5000"/>
          </a:blip>
          <a:srcRect b="1485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CE22C9A-30B6-12EB-423C-34454BE2D734}"/>
              </a:ext>
            </a:extLst>
          </p:cNvPr>
          <p:cNvSpPr/>
          <p:nvPr userDrawn="1"/>
        </p:nvSpPr>
        <p:spPr>
          <a:xfrm rot="16200000">
            <a:off x="3838487" y="-1434547"/>
            <a:ext cx="4515026" cy="972709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42636-F625-5B2A-E7CC-9D70418A2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5688" y="1510442"/>
            <a:ext cx="8037576" cy="3837115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C8CEB3A4-8583-3114-2BDD-D7AE1CABCD1D}"/>
              </a:ext>
            </a:extLst>
          </p:cNvPr>
          <p:cNvSpPr/>
          <p:nvPr userDrawn="1"/>
        </p:nvSpPr>
        <p:spPr>
          <a:xfrm rot="16200000">
            <a:off x="4177443" y="-1088756"/>
            <a:ext cx="3837115" cy="903551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8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D5913B7-7EE8-A67C-928F-0117A5BBB2F9}"/>
              </a:ext>
            </a:extLst>
          </p:cNvPr>
          <p:cNvSpPr/>
          <p:nvPr userDrawn="1"/>
        </p:nvSpPr>
        <p:spPr>
          <a:xfrm rot="5400000">
            <a:off x="9434872" y="-1570777"/>
            <a:ext cx="1312335" cy="4372608"/>
          </a:xfrm>
          <a:custGeom>
            <a:avLst/>
            <a:gdLst>
              <a:gd name="connsiteX0" fmla="*/ 0 w 1312335"/>
              <a:gd name="connsiteY0" fmla="*/ 4345730 h 4372608"/>
              <a:gd name="connsiteX1" fmla="*/ 0 w 1312335"/>
              <a:gd name="connsiteY1" fmla="*/ 0 h 4372608"/>
              <a:gd name="connsiteX2" fmla="*/ 1312335 w 1312335"/>
              <a:gd name="connsiteY2" fmla="*/ 0 h 4372608"/>
              <a:gd name="connsiteX3" fmla="*/ 1312334 w 1312335"/>
              <a:gd name="connsiteY3" fmla="*/ 3293684 h 4372608"/>
              <a:gd name="connsiteX4" fmla="*/ 233409 w 1312335"/>
              <a:gd name="connsiteY4" fmla="*/ 4372608 h 4372608"/>
              <a:gd name="connsiteX5" fmla="*/ 233410 w 1312335"/>
              <a:gd name="connsiteY5" fmla="*/ 4372607 h 4372608"/>
              <a:gd name="connsiteX6" fmla="*/ 15969 w 1312335"/>
              <a:gd name="connsiteY6" fmla="*/ 4350687 h 437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12335" h="4372608">
                <a:moveTo>
                  <a:pt x="0" y="4345730"/>
                </a:moveTo>
                <a:lnTo>
                  <a:pt x="0" y="0"/>
                </a:lnTo>
                <a:lnTo>
                  <a:pt x="1312335" y="0"/>
                </a:lnTo>
                <a:lnTo>
                  <a:pt x="1312334" y="3293684"/>
                </a:lnTo>
                <a:cubicBezTo>
                  <a:pt x="1312334" y="3889557"/>
                  <a:pt x="829283" y="4372608"/>
                  <a:pt x="233409" y="4372608"/>
                </a:cubicBezTo>
                <a:lnTo>
                  <a:pt x="233410" y="4372607"/>
                </a:lnTo>
                <a:cubicBezTo>
                  <a:pt x="158926" y="4372607"/>
                  <a:pt x="86204" y="4365059"/>
                  <a:pt x="15969" y="4350687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D905E1-DD26-B51A-8140-2DF28080849B}"/>
              </a:ext>
            </a:extLst>
          </p:cNvPr>
          <p:cNvSpPr/>
          <p:nvPr userDrawn="1"/>
        </p:nvSpPr>
        <p:spPr>
          <a:xfrm rot="5400000">
            <a:off x="9590019" y="-1557294"/>
            <a:ext cx="1170671" cy="4203978"/>
          </a:xfrm>
          <a:custGeom>
            <a:avLst/>
            <a:gdLst>
              <a:gd name="connsiteX0" fmla="*/ 0 w 1170671"/>
              <a:gd name="connsiteY0" fmla="*/ 4171116 h 4203978"/>
              <a:gd name="connsiteX1" fmla="*/ 0 w 1170671"/>
              <a:gd name="connsiteY1" fmla="*/ 0 h 4203978"/>
              <a:gd name="connsiteX2" fmla="*/ 1170671 w 1170671"/>
              <a:gd name="connsiteY2" fmla="*/ 0 h 4203978"/>
              <a:gd name="connsiteX3" fmla="*/ 1170670 w 1170671"/>
              <a:gd name="connsiteY3" fmla="*/ 3266718 h 4203978"/>
              <a:gd name="connsiteX4" fmla="*/ 233410 w 1170671"/>
              <a:gd name="connsiteY4" fmla="*/ 4203978 h 4203978"/>
              <a:gd name="connsiteX5" fmla="*/ 233411 w 1170671"/>
              <a:gd name="connsiteY5" fmla="*/ 4203977 h 4203978"/>
              <a:gd name="connsiteX6" fmla="*/ 44521 w 1170671"/>
              <a:gd name="connsiteY6" fmla="*/ 4184935 h 420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0671" h="4203978">
                <a:moveTo>
                  <a:pt x="0" y="4171116"/>
                </a:moveTo>
                <a:lnTo>
                  <a:pt x="0" y="0"/>
                </a:lnTo>
                <a:lnTo>
                  <a:pt x="1170671" y="0"/>
                </a:lnTo>
                <a:lnTo>
                  <a:pt x="1170670" y="3266718"/>
                </a:lnTo>
                <a:cubicBezTo>
                  <a:pt x="1170670" y="3784352"/>
                  <a:pt x="751044" y="4203978"/>
                  <a:pt x="233410" y="4203978"/>
                </a:cubicBezTo>
                <a:lnTo>
                  <a:pt x="233411" y="4203977"/>
                </a:lnTo>
                <a:cubicBezTo>
                  <a:pt x="168707" y="4203977"/>
                  <a:pt x="105534" y="4197420"/>
                  <a:pt x="44521" y="4184935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B966588-24CA-0EF2-37F4-14AC72EB1306}"/>
              </a:ext>
            </a:extLst>
          </p:cNvPr>
          <p:cNvSpPr/>
          <p:nvPr userDrawn="1"/>
        </p:nvSpPr>
        <p:spPr>
          <a:xfrm rot="5400000">
            <a:off x="9012114" y="165991"/>
            <a:ext cx="2157850" cy="4372608"/>
          </a:xfrm>
          <a:custGeom>
            <a:avLst/>
            <a:gdLst>
              <a:gd name="connsiteX0" fmla="*/ 0 w 2157850"/>
              <a:gd name="connsiteY0" fmla="*/ 3293682 h 4372608"/>
              <a:gd name="connsiteX1" fmla="*/ 0 w 2157850"/>
              <a:gd name="connsiteY1" fmla="*/ 0 h 4372608"/>
              <a:gd name="connsiteX2" fmla="*/ 2157850 w 2157850"/>
              <a:gd name="connsiteY2" fmla="*/ 0 h 4372608"/>
              <a:gd name="connsiteX3" fmla="*/ 2157849 w 2157850"/>
              <a:gd name="connsiteY3" fmla="*/ 3293683 h 4372608"/>
              <a:gd name="connsiteX4" fmla="*/ 1078924 w 2157850"/>
              <a:gd name="connsiteY4" fmla="*/ 4372608 h 4372608"/>
              <a:gd name="connsiteX5" fmla="*/ 1078925 w 2157850"/>
              <a:gd name="connsiteY5" fmla="*/ 4372607 h 4372608"/>
              <a:gd name="connsiteX6" fmla="*/ 0 w 2157850"/>
              <a:gd name="connsiteY6" fmla="*/ 3293682 h 437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7850" h="4372608">
                <a:moveTo>
                  <a:pt x="0" y="3293682"/>
                </a:moveTo>
                <a:lnTo>
                  <a:pt x="0" y="0"/>
                </a:lnTo>
                <a:lnTo>
                  <a:pt x="2157850" y="0"/>
                </a:lnTo>
                <a:lnTo>
                  <a:pt x="2157849" y="3293683"/>
                </a:lnTo>
                <a:cubicBezTo>
                  <a:pt x="2157849" y="3889557"/>
                  <a:pt x="1674798" y="4372608"/>
                  <a:pt x="1078924" y="4372608"/>
                </a:cubicBezTo>
                <a:lnTo>
                  <a:pt x="1078925" y="4372607"/>
                </a:lnTo>
                <a:cubicBezTo>
                  <a:pt x="483051" y="4372607"/>
                  <a:pt x="0" y="3889556"/>
                  <a:pt x="0" y="3293682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04C538B-EF4C-760B-09A7-8C0A6F456BEA}"/>
              </a:ext>
            </a:extLst>
          </p:cNvPr>
          <p:cNvSpPr/>
          <p:nvPr userDrawn="1"/>
        </p:nvSpPr>
        <p:spPr>
          <a:xfrm rot="5400000">
            <a:off x="9245715" y="257928"/>
            <a:ext cx="1874520" cy="4188737"/>
          </a:xfrm>
          <a:custGeom>
            <a:avLst/>
            <a:gdLst>
              <a:gd name="connsiteX0" fmla="*/ 0 w 1874520"/>
              <a:gd name="connsiteY0" fmla="*/ 3251476 h 4188737"/>
              <a:gd name="connsiteX1" fmla="*/ 0 w 1874520"/>
              <a:gd name="connsiteY1" fmla="*/ 0 h 4188737"/>
              <a:gd name="connsiteX2" fmla="*/ 1874520 w 1874520"/>
              <a:gd name="connsiteY2" fmla="*/ 0 h 4188737"/>
              <a:gd name="connsiteX3" fmla="*/ 1874519 w 1874520"/>
              <a:gd name="connsiteY3" fmla="*/ 3251478 h 4188737"/>
              <a:gd name="connsiteX4" fmla="*/ 937259 w 1874520"/>
              <a:gd name="connsiteY4" fmla="*/ 4188737 h 4188737"/>
              <a:gd name="connsiteX5" fmla="*/ 937260 w 1874520"/>
              <a:gd name="connsiteY5" fmla="*/ 4188736 h 4188737"/>
              <a:gd name="connsiteX6" fmla="*/ 0 w 1874520"/>
              <a:gd name="connsiteY6" fmla="*/ 3251476 h 418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4520" h="4188737">
                <a:moveTo>
                  <a:pt x="0" y="3251476"/>
                </a:moveTo>
                <a:lnTo>
                  <a:pt x="0" y="0"/>
                </a:lnTo>
                <a:lnTo>
                  <a:pt x="1874520" y="0"/>
                </a:lnTo>
                <a:lnTo>
                  <a:pt x="1874519" y="3251478"/>
                </a:lnTo>
                <a:cubicBezTo>
                  <a:pt x="1874519" y="3769112"/>
                  <a:pt x="1454893" y="4188737"/>
                  <a:pt x="937259" y="4188737"/>
                </a:cubicBezTo>
                <a:lnTo>
                  <a:pt x="937260" y="4188736"/>
                </a:lnTo>
                <a:cubicBezTo>
                  <a:pt x="419626" y="4188736"/>
                  <a:pt x="0" y="3769110"/>
                  <a:pt x="0" y="3251476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CE95796-8135-4C87-0115-AD68ACF7C0D8}"/>
              </a:ext>
            </a:extLst>
          </p:cNvPr>
          <p:cNvSpPr/>
          <p:nvPr userDrawn="1"/>
        </p:nvSpPr>
        <p:spPr>
          <a:xfrm rot="5400000">
            <a:off x="9012115" y="2325516"/>
            <a:ext cx="2157850" cy="4372607"/>
          </a:xfrm>
          <a:custGeom>
            <a:avLst/>
            <a:gdLst>
              <a:gd name="connsiteX0" fmla="*/ 0 w 2157850"/>
              <a:gd name="connsiteY0" fmla="*/ 3293681 h 4372607"/>
              <a:gd name="connsiteX1" fmla="*/ 0 w 2157850"/>
              <a:gd name="connsiteY1" fmla="*/ 0 h 4372607"/>
              <a:gd name="connsiteX2" fmla="*/ 2157850 w 2157850"/>
              <a:gd name="connsiteY2" fmla="*/ 0 h 4372607"/>
              <a:gd name="connsiteX3" fmla="*/ 2157849 w 2157850"/>
              <a:gd name="connsiteY3" fmla="*/ 3293682 h 4372607"/>
              <a:gd name="connsiteX4" fmla="*/ 1078924 w 2157850"/>
              <a:gd name="connsiteY4" fmla="*/ 4372607 h 4372607"/>
              <a:gd name="connsiteX5" fmla="*/ 1078925 w 2157850"/>
              <a:gd name="connsiteY5" fmla="*/ 4372606 h 4372607"/>
              <a:gd name="connsiteX6" fmla="*/ 0 w 2157850"/>
              <a:gd name="connsiteY6" fmla="*/ 3293681 h 437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7850" h="4372607">
                <a:moveTo>
                  <a:pt x="0" y="3293681"/>
                </a:moveTo>
                <a:lnTo>
                  <a:pt x="0" y="0"/>
                </a:lnTo>
                <a:lnTo>
                  <a:pt x="2157850" y="0"/>
                </a:lnTo>
                <a:lnTo>
                  <a:pt x="2157849" y="3293682"/>
                </a:lnTo>
                <a:cubicBezTo>
                  <a:pt x="2157849" y="3889556"/>
                  <a:pt x="1674798" y="4372607"/>
                  <a:pt x="1078924" y="4372607"/>
                </a:cubicBezTo>
                <a:lnTo>
                  <a:pt x="1078925" y="4372606"/>
                </a:lnTo>
                <a:cubicBezTo>
                  <a:pt x="483051" y="4372606"/>
                  <a:pt x="0" y="3889555"/>
                  <a:pt x="0" y="3293681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CBEB880-D0F0-4109-B930-8923AB0C9645}"/>
              </a:ext>
            </a:extLst>
          </p:cNvPr>
          <p:cNvSpPr/>
          <p:nvPr userDrawn="1"/>
        </p:nvSpPr>
        <p:spPr>
          <a:xfrm rot="5400000">
            <a:off x="9245715" y="2417452"/>
            <a:ext cx="1874520" cy="4188736"/>
          </a:xfrm>
          <a:custGeom>
            <a:avLst/>
            <a:gdLst>
              <a:gd name="connsiteX0" fmla="*/ 0 w 1874520"/>
              <a:gd name="connsiteY0" fmla="*/ 3251476 h 4188736"/>
              <a:gd name="connsiteX1" fmla="*/ 0 w 1874520"/>
              <a:gd name="connsiteY1" fmla="*/ 0 h 4188736"/>
              <a:gd name="connsiteX2" fmla="*/ 1874520 w 1874520"/>
              <a:gd name="connsiteY2" fmla="*/ 0 h 4188736"/>
              <a:gd name="connsiteX3" fmla="*/ 1874519 w 1874520"/>
              <a:gd name="connsiteY3" fmla="*/ 3251476 h 4188736"/>
              <a:gd name="connsiteX4" fmla="*/ 937259 w 1874520"/>
              <a:gd name="connsiteY4" fmla="*/ 4188736 h 4188736"/>
              <a:gd name="connsiteX5" fmla="*/ 937260 w 1874520"/>
              <a:gd name="connsiteY5" fmla="*/ 4188735 h 4188736"/>
              <a:gd name="connsiteX6" fmla="*/ 0 w 1874520"/>
              <a:gd name="connsiteY6" fmla="*/ 3251476 h 418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4520" h="4188736">
                <a:moveTo>
                  <a:pt x="0" y="3251476"/>
                </a:moveTo>
                <a:lnTo>
                  <a:pt x="0" y="0"/>
                </a:lnTo>
                <a:lnTo>
                  <a:pt x="1874520" y="0"/>
                </a:lnTo>
                <a:lnTo>
                  <a:pt x="1874519" y="3251476"/>
                </a:lnTo>
                <a:cubicBezTo>
                  <a:pt x="1874519" y="3769110"/>
                  <a:pt x="1454893" y="4188736"/>
                  <a:pt x="937259" y="4188736"/>
                </a:cubicBezTo>
                <a:lnTo>
                  <a:pt x="937260" y="4188735"/>
                </a:lnTo>
                <a:cubicBezTo>
                  <a:pt x="419626" y="4188735"/>
                  <a:pt x="0" y="3769110"/>
                  <a:pt x="0" y="325147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90E4F1C-1E7D-5E23-95B6-B6F0E0E833C6}"/>
              </a:ext>
            </a:extLst>
          </p:cNvPr>
          <p:cNvSpPr/>
          <p:nvPr userDrawn="1"/>
        </p:nvSpPr>
        <p:spPr>
          <a:xfrm rot="5400000">
            <a:off x="9438566" y="4058828"/>
            <a:ext cx="1304948" cy="4372607"/>
          </a:xfrm>
          <a:custGeom>
            <a:avLst/>
            <a:gdLst>
              <a:gd name="connsiteX0" fmla="*/ 0 w 1304948"/>
              <a:gd name="connsiteY0" fmla="*/ 3293681 h 4372607"/>
              <a:gd name="connsiteX1" fmla="*/ 0 w 1304948"/>
              <a:gd name="connsiteY1" fmla="*/ 0 h 4372607"/>
              <a:gd name="connsiteX2" fmla="*/ 1304948 w 1304948"/>
              <a:gd name="connsiteY2" fmla="*/ 0 h 4372607"/>
              <a:gd name="connsiteX3" fmla="*/ 1304948 w 1304948"/>
              <a:gd name="connsiteY3" fmla="*/ 4348023 h 4372607"/>
              <a:gd name="connsiteX4" fmla="*/ 1296365 w 1304948"/>
              <a:gd name="connsiteY4" fmla="*/ 4350687 h 4372607"/>
              <a:gd name="connsiteX5" fmla="*/ 1078924 w 1304948"/>
              <a:gd name="connsiteY5" fmla="*/ 4372607 h 4372607"/>
              <a:gd name="connsiteX6" fmla="*/ 1078925 w 1304948"/>
              <a:gd name="connsiteY6" fmla="*/ 4372606 h 4372607"/>
              <a:gd name="connsiteX7" fmla="*/ 0 w 1304948"/>
              <a:gd name="connsiteY7" fmla="*/ 3293681 h 437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4948" h="4372607">
                <a:moveTo>
                  <a:pt x="0" y="3293681"/>
                </a:moveTo>
                <a:lnTo>
                  <a:pt x="0" y="0"/>
                </a:lnTo>
                <a:lnTo>
                  <a:pt x="1304948" y="0"/>
                </a:lnTo>
                <a:lnTo>
                  <a:pt x="1304948" y="4348023"/>
                </a:lnTo>
                <a:lnTo>
                  <a:pt x="1296365" y="4350687"/>
                </a:lnTo>
                <a:cubicBezTo>
                  <a:pt x="1226130" y="4365059"/>
                  <a:pt x="1153409" y="4372607"/>
                  <a:pt x="1078924" y="4372607"/>
                </a:cubicBezTo>
                <a:lnTo>
                  <a:pt x="1078925" y="4372606"/>
                </a:lnTo>
                <a:cubicBezTo>
                  <a:pt x="483051" y="4372606"/>
                  <a:pt x="0" y="3889555"/>
                  <a:pt x="0" y="3293681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B94BDFD-7EA4-0673-E1B4-E20807210502}"/>
              </a:ext>
            </a:extLst>
          </p:cNvPr>
          <p:cNvSpPr/>
          <p:nvPr userDrawn="1"/>
        </p:nvSpPr>
        <p:spPr>
          <a:xfrm rot="5400000">
            <a:off x="9601334" y="4221596"/>
            <a:ext cx="1163283" cy="4188736"/>
          </a:xfrm>
          <a:custGeom>
            <a:avLst/>
            <a:gdLst>
              <a:gd name="connsiteX0" fmla="*/ 0 w 1163283"/>
              <a:gd name="connsiteY0" fmla="*/ 3251476 h 4188736"/>
              <a:gd name="connsiteX1" fmla="*/ 0 w 1163283"/>
              <a:gd name="connsiteY1" fmla="*/ 0 h 4188736"/>
              <a:gd name="connsiteX2" fmla="*/ 1163283 w 1163283"/>
              <a:gd name="connsiteY2" fmla="*/ 0 h 4188736"/>
              <a:gd name="connsiteX3" fmla="*/ 1163283 w 1163283"/>
              <a:gd name="connsiteY3" fmla="*/ 4158168 h 4188736"/>
              <a:gd name="connsiteX4" fmla="*/ 1126150 w 1163283"/>
              <a:gd name="connsiteY4" fmla="*/ 4169694 h 4188736"/>
              <a:gd name="connsiteX5" fmla="*/ 937259 w 1163283"/>
              <a:gd name="connsiteY5" fmla="*/ 4188736 h 4188736"/>
              <a:gd name="connsiteX6" fmla="*/ 937260 w 1163283"/>
              <a:gd name="connsiteY6" fmla="*/ 4188735 h 4188736"/>
              <a:gd name="connsiteX7" fmla="*/ 0 w 1163283"/>
              <a:gd name="connsiteY7" fmla="*/ 3251476 h 418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3283" h="4188736">
                <a:moveTo>
                  <a:pt x="0" y="3251476"/>
                </a:moveTo>
                <a:lnTo>
                  <a:pt x="0" y="0"/>
                </a:lnTo>
                <a:lnTo>
                  <a:pt x="1163283" y="0"/>
                </a:lnTo>
                <a:lnTo>
                  <a:pt x="1163283" y="4158168"/>
                </a:lnTo>
                <a:lnTo>
                  <a:pt x="1126150" y="4169694"/>
                </a:lnTo>
                <a:cubicBezTo>
                  <a:pt x="1065136" y="4182180"/>
                  <a:pt x="1001964" y="4188736"/>
                  <a:pt x="937259" y="4188736"/>
                </a:cubicBezTo>
                <a:lnTo>
                  <a:pt x="937260" y="4188735"/>
                </a:lnTo>
                <a:cubicBezTo>
                  <a:pt x="419626" y="4188735"/>
                  <a:pt x="0" y="3769110"/>
                  <a:pt x="0" y="3251476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75F4CF-DC43-BF88-A4AB-76AC7171D62A}"/>
              </a:ext>
            </a:extLst>
          </p:cNvPr>
          <p:cNvGrpSpPr/>
          <p:nvPr userDrawn="1"/>
        </p:nvGrpSpPr>
        <p:grpSpPr>
          <a:xfrm>
            <a:off x="6132575" y="1705337"/>
            <a:ext cx="3494544" cy="3494544"/>
            <a:chOff x="6132575" y="1705337"/>
            <a:chExt cx="3494544" cy="349454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786FFFE-5A89-4D14-F5F8-16FD636A0ECD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0DEB5F-39A6-1FCF-86AA-08D5559AB102}"/>
                </a:ext>
              </a:extLst>
            </p:cNvPr>
            <p:cNvSpPr/>
            <p:nvPr userDrawn="1"/>
          </p:nvSpPr>
          <p:spPr>
            <a:xfrm>
              <a:off x="6334511" y="1907273"/>
              <a:ext cx="3090672" cy="30906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9">
            <a:extLst>
              <a:ext uri="{FF2B5EF4-FFF2-40B4-BE49-F238E27FC236}">
                <a16:creationId xmlns:a16="http://schemas.microsoft.com/office/drawing/2014/main" id="{F758A95E-8882-B1A2-0A8D-7F34A35AAF6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84632" y="539494"/>
            <a:ext cx="5647943" cy="2157849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EE226B7-1450-52A1-D0F2-90B821F8913B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484632" y="2964180"/>
            <a:ext cx="5647943" cy="3181196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43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DAFD34-8B3E-5999-6911-7AF71ADD2545}"/>
              </a:ext>
            </a:extLst>
          </p:cNvPr>
          <p:cNvSpPr/>
          <p:nvPr userDrawn="1"/>
        </p:nvSpPr>
        <p:spPr>
          <a:xfrm>
            <a:off x="1" y="0"/>
            <a:ext cx="6102349" cy="6858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C8BA8-2082-EEAD-7670-E3C6FB475885}"/>
              </a:ext>
            </a:extLst>
          </p:cNvPr>
          <p:cNvSpPr/>
          <p:nvPr userDrawn="1"/>
        </p:nvSpPr>
        <p:spPr>
          <a:xfrm>
            <a:off x="355751" y="357199"/>
            <a:ext cx="5387912" cy="61421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D5EC2-0037-064B-0676-7354391A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51" y="717550"/>
            <a:ext cx="5387912" cy="3432198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AFF85-BA63-AEEF-8DF0-E072A5197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616" y="4356100"/>
            <a:ext cx="4140182" cy="1781198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5426760-3515-EC04-29AA-1F4EB27EBC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02350" y="0"/>
            <a:ext cx="6089649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8601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Image Placeholder 34" descr="Close-up of flamingo feathers">
            <a:extLst>
              <a:ext uri="{FF2B5EF4-FFF2-40B4-BE49-F238E27FC236}">
                <a16:creationId xmlns:a16="http://schemas.microsoft.com/office/drawing/2014/main" id="{A1B57CAB-4F00-153C-58D0-072C8CCFFC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D4A631-0C9D-1751-49E2-ED23EE2FD54C}"/>
              </a:ext>
            </a:extLst>
          </p:cNvPr>
          <p:cNvSpPr/>
          <p:nvPr userDrawn="1"/>
        </p:nvSpPr>
        <p:spPr>
          <a:xfrm>
            <a:off x="1434154" y="5224465"/>
            <a:ext cx="9323693" cy="6484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AFD34-8B3E-5999-6911-7AF71ADD2545}"/>
              </a:ext>
            </a:extLst>
          </p:cNvPr>
          <p:cNvSpPr/>
          <p:nvPr userDrawn="1"/>
        </p:nvSpPr>
        <p:spPr>
          <a:xfrm>
            <a:off x="1434154" y="1141401"/>
            <a:ext cx="9323693" cy="3687417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390130-2A06-F9EE-2060-953B27394103}"/>
              </a:ext>
            </a:extLst>
          </p:cNvPr>
          <p:cNvCxnSpPr>
            <a:cxnSpLocks/>
          </p:cNvCxnSpPr>
          <p:nvPr userDrawn="1"/>
        </p:nvCxnSpPr>
        <p:spPr>
          <a:xfrm>
            <a:off x="1789176" y="5562197"/>
            <a:ext cx="8613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C8BA8-2082-EEAD-7670-E3C6FB475885}"/>
              </a:ext>
            </a:extLst>
          </p:cNvPr>
          <p:cNvSpPr/>
          <p:nvPr userDrawn="1"/>
        </p:nvSpPr>
        <p:spPr>
          <a:xfrm>
            <a:off x="1789904" y="1498600"/>
            <a:ext cx="8612192" cy="29730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D5EC2-0037-064B-0676-7354391A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212" y="1766421"/>
            <a:ext cx="8037576" cy="2433046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AFF85-BA63-AEEF-8DF0-E072A5197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344" y="5294376"/>
            <a:ext cx="6941313" cy="521208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388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F884772E-D40F-9CFA-F6FE-511BE148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539494"/>
            <a:ext cx="6347968" cy="216560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0AE591E-6385-A4C3-C827-5EDF6623C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884714"/>
            <a:ext cx="6347967" cy="2891246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E059605-FAEB-7A32-6A4B-5B6AF9804C93}"/>
              </a:ext>
            </a:extLst>
          </p:cNvPr>
          <p:cNvSpPr/>
          <p:nvPr userDrawn="1"/>
        </p:nvSpPr>
        <p:spPr>
          <a:xfrm>
            <a:off x="431292" y="6176964"/>
            <a:ext cx="11329416" cy="3383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4E7E40A4-D9E9-D565-00C7-4E54CCFD2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131E91C5-5390-1792-6072-7CD301DAE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Date Placeholder 3">
            <a:extLst>
              <a:ext uri="{FF2B5EF4-FFF2-40B4-BE49-F238E27FC236}">
                <a16:creationId xmlns:a16="http://schemas.microsoft.com/office/drawing/2014/main" id="{3A0B5CF5-883E-297C-22B2-50EB5E77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31C862-A50D-F361-F967-AEBEAF3D6F73}"/>
              </a:ext>
            </a:extLst>
          </p:cNvPr>
          <p:cNvSpPr/>
          <p:nvPr userDrawn="1"/>
        </p:nvSpPr>
        <p:spPr>
          <a:xfrm>
            <a:off x="7389995" y="-100665"/>
            <a:ext cx="2157850" cy="3865309"/>
          </a:xfrm>
          <a:custGeom>
            <a:avLst/>
            <a:gdLst>
              <a:gd name="connsiteX0" fmla="*/ 0 w 2157850"/>
              <a:gd name="connsiteY0" fmla="*/ 0 h 3865309"/>
              <a:gd name="connsiteX1" fmla="*/ 2157850 w 2157850"/>
              <a:gd name="connsiteY1" fmla="*/ 0 h 3865309"/>
              <a:gd name="connsiteX2" fmla="*/ 2157849 w 2157850"/>
              <a:gd name="connsiteY2" fmla="*/ 2786384 h 3865309"/>
              <a:gd name="connsiteX3" fmla="*/ 1078924 w 2157850"/>
              <a:gd name="connsiteY3" fmla="*/ 3865309 h 3865309"/>
              <a:gd name="connsiteX4" fmla="*/ 1078925 w 2157850"/>
              <a:gd name="connsiteY4" fmla="*/ 3865308 h 3865309"/>
              <a:gd name="connsiteX5" fmla="*/ 0 w 2157850"/>
              <a:gd name="connsiteY5" fmla="*/ 2786383 h 386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850" h="3865309">
                <a:moveTo>
                  <a:pt x="0" y="0"/>
                </a:moveTo>
                <a:lnTo>
                  <a:pt x="2157850" y="0"/>
                </a:lnTo>
                <a:lnTo>
                  <a:pt x="2157849" y="2786384"/>
                </a:lnTo>
                <a:cubicBezTo>
                  <a:pt x="2157849" y="3382258"/>
                  <a:pt x="1674798" y="3865309"/>
                  <a:pt x="1078924" y="3865309"/>
                </a:cubicBezTo>
                <a:lnTo>
                  <a:pt x="1078925" y="3865308"/>
                </a:lnTo>
                <a:cubicBezTo>
                  <a:pt x="483051" y="3865308"/>
                  <a:pt x="0" y="3382257"/>
                  <a:pt x="0" y="2786383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951A618-B156-5909-FFBA-FCE7715433BB}"/>
              </a:ext>
            </a:extLst>
          </p:cNvPr>
          <p:cNvSpPr/>
          <p:nvPr userDrawn="1"/>
        </p:nvSpPr>
        <p:spPr>
          <a:xfrm>
            <a:off x="7531661" y="-100665"/>
            <a:ext cx="1874520" cy="3681439"/>
          </a:xfrm>
          <a:custGeom>
            <a:avLst/>
            <a:gdLst>
              <a:gd name="connsiteX0" fmla="*/ 0 w 1874520"/>
              <a:gd name="connsiteY0" fmla="*/ 0 h 3681439"/>
              <a:gd name="connsiteX1" fmla="*/ 1874520 w 1874520"/>
              <a:gd name="connsiteY1" fmla="*/ 0 h 3681439"/>
              <a:gd name="connsiteX2" fmla="*/ 1874519 w 1874520"/>
              <a:gd name="connsiteY2" fmla="*/ 2744179 h 3681439"/>
              <a:gd name="connsiteX3" fmla="*/ 937259 w 1874520"/>
              <a:gd name="connsiteY3" fmla="*/ 3681439 h 3681439"/>
              <a:gd name="connsiteX4" fmla="*/ 937260 w 1874520"/>
              <a:gd name="connsiteY4" fmla="*/ 3681438 h 3681439"/>
              <a:gd name="connsiteX5" fmla="*/ 0 w 1874520"/>
              <a:gd name="connsiteY5" fmla="*/ 2744178 h 368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520" h="3681439">
                <a:moveTo>
                  <a:pt x="0" y="0"/>
                </a:moveTo>
                <a:lnTo>
                  <a:pt x="1874520" y="0"/>
                </a:lnTo>
                <a:lnTo>
                  <a:pt x="1874519" y="2744179"/>
                </a:lnTo>
                <a:cubicBezTo>
                  <a:pt x="1874519" y="3261813"/>
                  <a:pt x="1454893" y="3681439"/>
                  <a:pt x="937259" y="3681439"/>
                </a:cubicBezTo>
                <a:lnTo>
                  <a:pt x="937260" y="3681438"/>
                </a:lnTo>
                <a:cubicBezTo>
                  <a:pt x="419626" y="3681438"/>
                  <a:pt x="0" y="3261812"/>
                  <a:pt x="0" y="2744178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005D8A-0870-CF63-98B0-445C601449E7}"/>
              </a:ext>
            </a:extLst>
          </p:cNvPr>
          <p:cNvSpPr/>
          <p:nvPr userDrawn="1"/>
        </p:nvSpPr>
        <p:spPr>
          <a:xfrm>
            <a:off x="9549519" y="-100665"/>
            <a:ext cx="2157850" cy="3865308"/>
          </a:xfrm>
          <a:custGeom>
            <a:avLst/>
            <a:gdLst>
              <a:gd name="connsiteX0" fmla="*/ 0 w 2157850"/>
              <a:gd name="connsiteY0" fmla="*/ 0 h 3865308"/>
              <a:gd name="connsiteX1" fmla="*/ 2157850 w 2157850"/>
              <a:gd name="connsiteY1" fmla="*/ 0 h 3865308"/>
              <a:gd name="connsiteX2" fmla="*/ 2157849 w 2157850"/>
              <a:gd name="connsiteY2" fmla="*/ 2786383 h 3865308"/>
              <a:gd name="connsiteX3" fmla="*/ 1078924 w 2157850"/>
              <a:gd name="connsiteY3" fmla="*/ 3865308 h 3865308"/>
              <a:gd name="connsiteX4" fmla="*/ 1078925 w 2157850"/>
              <a:gd name="connsiteY4" fmla="*/ 3865307 h 3865308"/>
              <a:gd name="connsiteX5" fmla="*/ 0 w 2157850"/>
              <a:gd name="connsiteY5" fmla="*/ 2786382 h 386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850" h="3865308">
                <a:moveTo>
                  <a:pt x="0" y="0"/>
                </a:moveTo>
                <a:lnTo>
                  <a:pt x="2157850" y="0"/>
                </a:lnTo>
                <a:lnTo>
                  <a:pt x="2157849" y="2786383"/>
                </a:lnTo>
                <a:cubicBezTo>
                  <a:pt x="2157849" y="3382257"/>
                  <a:pt x="1674798" y="3865308"/>
                  <a:pt x="1078924" y="3865308"/>
                </a:cubicBezTo>
                <a:lnTo>
                  <a:pt x="1078925" y="3865307"/>
                </a:lnTo>
                <a:cubicBezTo>
                  <a:pt x="483051" y="3865307"/>
                  <a:pt x="0" y="3382256"/>
                  <a:pt x="0" y="2786382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295B51-CE81-445D-5063-9C860CE8D42C}"/>
              </a:ext>
            </a:extLst>
          </p:cNvPr>
          <p:cNvSpPr/>
          <p:nvPr userDrawn="1"/>
        </p:nvSpPr>
        <p:spPr>
          <a:xfrm>
            <a:off x="9691185" y="-100665"/>
            <a:ext cx="1874520" cy="3681438"/>
          </a:xfrm>
          <a:custGeom>
            <a:avLst/>
            <a:gdLst>
              <a:gd name="connsiteX0" fmla="*/ 0 w 1874520"/>
              <a:gd name="connsiteY0" fmla="*/ 0 h 3681438"/>
              <a:gd name="connsiteX1" fmla="*/ 1874520 w 1874520"/>
              <a:gd name="connsiteY1" fmla="*/ 0 h 3681438"/>
              <a:gd name="connsiteX2" fmla="*/ 1874519 w 1874520"/>
              <a:gd name="connsiteY2" fmla="*/ 2744178 h 3681438"/>
              <a:gd name="connsiteX3" fmla="*/ 937259 w 1874520"/>
              <a:gd name="connsiteY3" fmla="*/ 3681438 h 3681438"/>
              <a:gd name="connsiteX4" fmla="*/ 937260 w 1874520"/>
              <a:gd name="connsiteY4" fmla="*/ 3681437 h 3681438"/>
              <a:gd name="connsiteX5" fmla="*/ 0 w 1874520"/>
              <a:gd name="connsiteY5" fmla="*/ 2744177 h 368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520" h="3681438">
                <a:moveTo>
                  <a:pt x="0" y="0"/>
                </a:moveTo>
                <a:lnTo>
                  <a:pt x="1874520" y="0"/>
                </a:lnTo>
                <a:lnTo>
                  <a:pt x="1874519" y="2744178"/>
                </a:lnTo>
                <a:cubicBezTo>
                  <a:pt x="1874519" y="3261812"/>
                  <a:pt x="1454893" y="3681438"/>
                  <a:pt x="937259" y="3681438"/>
                </a:cubicBezTo>
                <a:lnTo>
                  <a:pt x="937260" y="3681437"/>
                </a:lnTo>
                <a:cubicBezTo>
                  <a:pt x="419626" y="3681437"/>
                  <a:pt x="0" y="3261811"/>
                  <a:pt x="0" y="2744177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8E45536-73D8-D06A-6D35-1CC880972F77}"/>
              </a:ext>
            </a:extLst>
          </p:cNvPr>
          <p:cNvSpPr/>
          <p:nvPr userDrawn="1"/>
        </p:nvSpPr>
        <p:spPr>
          <a:xfrm rot="16200000">
            <a:off x="7821962" y="2042261"/>
            <a:ext cx="3494544" cy="34945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8964CE-A473-F515-4038-DCAE58E98AD4}"/>
              </a:ext>
            </a:extLst>
          </p:cNvPr>
          <p:cNvSpPr/>
          <p:nvPr userDrawn="1"/>
        </p:nvSpPr>
        <p:spPr>
          <a:xfrm rot="16200000">
            <a:off x="8023898" y="2244197"/>
            <a:ext cx="3090672" cy="30906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8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DAFD34-8B3E-5999-6911-7AF71ADD2545}"/>
              </a:ext>
            </a:extLst>
          </p:cNvPr>
          <p:cNvSpPr/>
          <p:nvPr userDrawn="1"/>
        </p:nvSpPr>
        <p:spPr>
          <a:xfrm>
            <a:off x="1" y="0"/>
            <a:ext cx="6102349" cy="6858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C8BA8-2082-EEAD-7670-E3C6FB475885}"/>
              </a:ext>
            </a:extLst>
          </p:cNvPr>
          <p:cNvSpPr/>
          <p:nvPr userDrawn="1"/>
        </p:nvSpPr>
        <p:spPr>
          <a:xfrm>
            <a:off x="355751" y="357199"/>
            <a:ext cx="5387912" cy="61421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D5EC2-0037-064B-0676-7354391A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51" y="1155700"/>
            <a:ext cx="5387912" cy="4546601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03423FED-92A2-EB7B-8F03-0ADE2B87C5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02350" y="0"/>
            <a:ext cx="6089649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28696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F7DD41-68BA-5ED4-4C63-7E8F329A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539494"/>
            <a:ext cx="5647944" cy="216560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6393B-EA4C-7241-94FA-169F6C1D5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884714"/>
            <a:ext cx="5647943" cy="3061164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6CCDC84-83F6-B856-CA69-D2E450017E1B}"/>
              </a:ext>
            </a:extLst>
          </p:cNvPr>
          <p:cNvSpPr/>
          <p:nvPr userDrawn="1"/>
        </p:nvSpPr>
        <p:spPr>
          <a:xfrm>
            <a:off x="6377951" y="461519"/>
            <a:ext cx="5071099" cy="5715256"/>
          </a:xfrm>
          <a:custGeom>
            <a:avLst/>
            <a:gdLst>
              <a:gd name="connsiteX0" fmla="*/ 1737360 w 3474720"/>
              <a:gd name="connsiteY0" fmla="*/ 0 h 3739650"/>
              <a:gd name="connsiteX1" fmla="*/ 3474720 w 3474720"/>
              <a:gd name="connsiteY1" fmla="*/ 1737360 h 3739650"/>
              <a:gd name="connsiteX2" fmla="*/ 3474720 w 3474720"/>
              <a:gd name="connsiteY2" fmla="*/ 3657600 h 3739650"/>
              <a:gd name="connsiteX3" fmla="*/ 3470577 w 3474720"/>
              <a:gd name="connsiteY3" fmla="*/ 3739650 h 3739650"/>
              <a:gd name="connsiteX4" fmla="*/ 3333186 w 3474720"/>
              <a:gd name="connsiteY4" fmla="*/ 3739650 h 3739650"/>
              <a:gd name="connsiteX5" fmla="*/ 3337560 w 3474720"/>
              <a:gd name="connsiteY5" fmla="*/ 3653028 h 3739650"/>
              <a:gd name="connsiteX6" fmla="*/ 3337560 w 3474720"/>
              <a:gd name="connsiteY6" fmla="*/ 1741932 h 3739650"/>
              <a:gd name="connsiteX7" fmla="*/ 1737360 w 3474720"/>
              <a:gd name="connsiteY7" fmla="*/ 141732 h 3739650"/>
              <a:gd name="connsiteX8" fmla="*/ 137160 w 3474720"/>
              <a:gd name="connsiteY8" fmla="*/ 1741932 h 3739650"/>
              <a:gd name="connsiteX9" fmla="*/ 137160 w 3474720"/>
              <a:gd name="connsiteY9" fmla="*/ 3653028 h 3739650"/>
              <a:gd name="connsiteX10" fmla="*/ 141534 w 3474720"/>
              <a:gd name="connsiteY10" fmla="*/ 3739650 h 3739650"/>
              <a:gd name="connsiteX11" fmla="*/ 4144 w 3474720"/>
              <a:gd name="connsiteY11" fmla="*/ 3739650 h 3739650"/>
              <a:gd name="connsiteX12" fmla="*/ 0 w 3474720"/>
              <a:gd name="connsiteY12" fmla="*/ 3657600 h 3739650"/>
              <a:gd name="connsiteX13" fmla="*/ 0 w 3474720"/>
              <a:gd name="connsiteY13" fmla="*/ 1737360 h 3739650"/>
              <a:gd name="connsiteX14" fmla="*/ 1737360 w 3474720"/>
              <a:gd name="connsiteY14" fmla="*/ 0 h 373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74720" h="3739650">
                <a:moveTo>
                  <a:pt x="1737360" y="0"/>
                </a:moveTo>
                <a:cubicBezTo>
                  <a:pt x="2696877" y="0"/>
                  <a:pt x="3474720" y="777843"/>
                  <a:pt x="3474720" y="1737360"/>
                </a:cubicBezTo>
                <a:lnTo>
                  <a:pt x="3474720" y="3657600"/>
                </a:lnTo>
                <a:lnTo>
                  <a:pt x="3470577" y="3739650"/>
                </a:lnTo>
                <a:lnTo>
                  <a:pt x="3333186" y="3739650"/>
                </a:lnTo>
                <a:lnTo>
                  <a:pt x="3337560" y="3653028"/>
                </a:lnTo>
                <a:lnTo>
                  <a:pt x="3337560" y="1741932"/>
                </a:lnTo>
                <a:cubicBezTo>
                  <a:pt x="3337560" y="858166"/>
                  <a:pt x="2621126" y="141732"/>
                  <a:pt x="1737360" y="141732"/>
                </a:cubicBezTo>
                <a:cubicBezTo>
                  <a:pt x="853594" y="141732"/>
                  <a:pt x="137160" y="858166"/>
                  <a:pt x="137160" y="1741932"/>
                </a:cubicBezTo>
                <a:lnTo>
                  <a:pt x="137160" y="3653028"/>
                </a:lnTo>
                <a:lnTo>
                  <a:pt x="141534" y="3739650"/>
                </a:lnTo>
                <a:lnTo>
                  <a:pt x="4144" y="3739650"/>
                </a:lnTo>
                <a:lnTo>
                  <a:pt x="0" y="3657600"/>
                </a:lnTo>
                <a:lnTo>
                  <a:pt x="0" y="1737360"/>
                </a:lnTo>
                <a:cubicBezTo>
                  <a:pt x="0" y="777843"/>
                  <a:pt x="777843" y="0"/>
                  <a:pt x="1737360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49C84CC-2E83-4E90-02B6-E64026D4C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1E4088B-DD79-A278-AF3F-1749486DA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8C9F96A2-B778-F360-4A81-BF3137E3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7F65244-9AFF-8C9D-7C80-96817E383B8B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2796643-62C8-7A51-417A-B69EB15A8748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BC1AA77-084C-DAB2-FD5B-5D12C52D4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7709" y="678128"/>
            <a:ext cx="4670749" cy="5498645"/>
          </a:xfrm>
          <a:custGeom>
            <a:avLst/>
            <a:gdLst>
              <a:gd name="connsiteX0" fmla="*/ 2335375 w 4670749"/>
              <a:gd name="connsiteY0" fmla="*/ 0 h 5498649"/>
              <a:gd name="connsiteX1" fmla="*/ 4670749 w 4670749"/>
              <a:gd name="connsiteY1" fmla="*/ 2445564 h 5498649"/>
              <a:gd name="connsiteX2" fmla="*/ 4670749 w 4670749"/>
              <a:gd name="connsiteY2" fmla="*/ 5366266 h 5498649"/>
              <a:gd name="connsiteX3" fmla="*/ 4664366 w 4670749"/>
              <a:gd name="connsiteY3" fmla="*/ 5498649 h 5498649"/>
              <a:gd name="connsiteX4" fmla="*/ 6384 w 4670749"/>
              <a:gd name="connsiteY4" fmla="*/ 5498649 h 5498649"/>
              <a:gd name="connsiteX5" fmla="*/ 0 w 4670749"/>
              <a:gd name="connsiteY5" fmla="*/ 5366266 h 5498649"/>
              <a:gd name="connsiteX6" fmla="*/ 0 w 4670749"/>
              <a:gd name="connsiteY6" fmla="*/ 2445564 h 5498649"/>
              <a:gd name="connsiteX7" fmla="*/ 2335375 w 4670749"/>
              <a:gd name="connsiteY7" fmla="*/ 0 h 549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70749" h="5498649">
                <a:moveTo>
                  <a:pt x="2335375" y="0"/>
                </a:moveTo>
                <a:cubicBezTo>
                  <a:pt x="3625166" y="0"/>
                  <a:pt x="4670749" y="1094916"/>
                  <a:pt x="4670749" y="2445564"/>
                </a:cubicBezTo>
                <a:lnTo>
                  <a:pt x="4670749" y="5366266"/>
                </a:lnTo>
                <a:lnTo>
                  <a:pt x="4664366" y="5498649"/>
                </a:lnTo>
                <a:lnTo>
                  <a:pt x="6384" y="5498649"/>
                </a:lnTo>
                <a:lnTo>
                  <a:pt x="0" y="5366266"/>
                </a:lnTo>
                <a:lnTo>
                  <a:pt x="0" y="2445564"/>
                </a:lnTo>
                <a:cubicBezTo>
                  <a:pt x="0" y="1094916"/>
                  <a:pt x="1045583" y="0"/>
                  <a:pt x="2335375" y="0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noAutofit/>
          </a:bodyPr>
          <a:lstStyle>
            <a:lvl1pPr marL="0" indent="0" algn="ctr">
              <a:buNone/>
              <a:defRPr lang="en-US" sz="1800" dirty="0"/>
            </a:lvl1pPr>
          </a:lstStyle>
          <a:p>
            <a:pPr marL="228600" lvl="0" indent="-228600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5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AA50A4E3-644C-01D8-9092-98F968B4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295888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E1AAC-83D5-49DF-1D19-3AF780429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2351314"/>
            <a:ext cx="5212080" cy="3424648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383E6-EAF2-263B-77AD-5CFFF848D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31864" y="2351314"/>
            <a:ext cx="5212080" cy="3424648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B3D3116-0C8C-274D-4EE0-4A69A1B74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876BEC-38E9-5C79-531D-A7E26500C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CABF619-7CE2-E731-E157-AC494166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D9E238-00F7-033B-1C16-5D32185987D7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4E3BC2-BAA6-66B2-C408-040233EB6A7D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878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9">
            <a:extLst>
              <a:ext uri="{FF2B5EF4-FFF2-40B4-BE49-F238E27FC236}">
                <a16:creationId xmlns:a16="http://schemas.microsoft.com/office/drawing/2014/main" id="{E42B8F75-1DF8-D619-3C00-0677DD14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295236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06FB1AE-D376-49A5-971A-C323D010D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336074"/>
            <a:ext cx="3937363" cy="3439887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F41ADF1-6CB4-DE9B-95D0-3FD96606F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66142" y="2336074"/>
            <a:ext cx="6577149" cy="3439887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8A85807-012C-732D-B2D1-383E5F6BD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E3D430F-9D92-F5E6-831E-F7D7FBED98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6636E46C-CCEF-9B83-EE69-704BCC0A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7F3C090-A373-682E-F697-12E875152AF3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208CFC-B070-287A-D412-8398A58AC718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189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349D3036-0C80-4AD3-3BC3-9C6EE7B6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312651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0066730-3720-E869-7A99-A302706F4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3" y="2336074"/>
            <a:ext cx="3907754" cy="3439886"/>
          </a:xfrm>
        </p:spPr>
        <p:txBody>
          <a:bodyPr/>
          <a:lstStyle>
            <a:lvl1pPr marL="0" indent="0">
              <a:lnSpc>
                <a:spcPct val="100000"/>
              </a:lnSpc>
              <a:buFont typeface="Courier New" panose="02070309020205020404" pitchFamily="49" charset="0"/>
              <a:buNone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E2CCA-57E1-3CD5-CB3A-4E88546B5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14" y="2336074"/>
            <a:ext cx="7029778" cy="3439886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18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800"/>
            </a:lvl4pPr>
            <a:lvl5pPr marL="2114550" indent="-228600"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D94CB9C-5720-92BD-FCC1-416FF4D82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E94C6A6-7C64-F697-386B-0F022141D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BD9B339D-688D-32D9-2CB6-87EC9E01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4C34B41-BD58-1B57-8598-72769BB244CA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47A825-AF1A-AFB7-6E4C-50F4FDEAD513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504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349D3036-0C80-4AD3-3BC3-9C6EE7B6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295236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C9F7D4-FF78-4949-43F9-8196BE602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336074"/>
            <a:ext cx="11295236" cy="3439886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18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800"/>
            </a:lvl4pPr>
            <a:lvl5pPr marL="2114550" indent="-228600"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0A44E95-6BA3-CFE6-A814-6E775C496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1508BAE-F55D-657D-0B22-B4D7A4276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684C0E93-58D2-9758-23DA-D9735D2B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07277D-E632-EFB0-60CE-D1B1A05CE7AA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40FB0A-01A8-7946-3722-71B8B5DBDAA0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1419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F7DD41-68BA-5ED4-4C63-7E8F329A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39496"/>
            <a:ext cx="11295237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6393B-EA4C-7241-94FA-169F6C1D5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351314"/>
            <a:ext cx="7533566" cy="3424647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BBA64-3944-C0BE-4D5F-2745DA48B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25771" y="2351314"/>
            <a:ext cx="3017521" cy="3424647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2CFE474-CD49-418F-C6AA-C3B2122F3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B721FAD-ADA4-942C-4F82-F19927F061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CDF2413-A614-052C-5C1C-DB1A0FE7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A518BD-EEB3-0925-5423-003BA3727457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C594DB-EFD9-29BB-06AC-C734457EE1BE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6745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2636-F625-5B2A-E7CC-9D70418A2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4551" y="754380"/>
            <a:ext cx="6342896" cy="253517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tabLst/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BA890-FB69-E772-1383-035C2A82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4438" y="3565035"/>
            <a:ext cx="5183124" cy="2011747"/>
          </a:xfrm>
          <a:noFill/>
        </p:spPr>
        <p:txBody>
          <a:bodyPr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Georgia Pro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E065840-95FE-BED2-B104-471CC3A74C6A}"/>
              </a:ext>
            </a:extLst>
          </p:cNvPr>
          <p:cNvSpPr/>
          <p:nvPr userDrawn="1"/>
        </p:nvSpPr>
        <p:spPr>
          <a:xfrm rot="5400000">
            <a:off x="419012" y="-693331"/>
            <a:ext cx="1401446" cy="2513791"/>
          </a:xfrm>
          <a:custGeom>
            <a:avLst/>
            <a:gdLst>
              <a:gd name="connsiteX0" fmla="*/ 0 w 1401446"/>
              <a:gd name="connsiteY0" fmla="*/ 2513791 h 2513791"/>
              <a:gd name="connsiteX1" fmla="*/ 0 w 1401446"/>
              <a:gd name="connsiteY1" fmla="*/ 54539 h 2513791"/>
              <a:gd name="connsiteX2" fmla="*/ 105080 w 1401446"/>
              <a:gd name="connsiteY2" fmla="*/ 21920 h 2513791"/>
              <a:gd name="connsiteX3" fmla="*/ 322521 w 1401446"/>
              <a:gd name="connsiteY3" fmla="*/ 0 h 2513791"/>
              <a:gd name="connsiteX4" fmla="*/ 1401446 w 1401446"/>
              <a:gd name="connsiteY4" fmla="*/ 1078925 h 2513791"/>
              <a:gd name="connsiteX5" fmla="*/ 1401446 w 1401446"/>
              <a:gd name="connsiteY5" fmla="*/ 2513791 h 2513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1446" h="2513791">
                <a:moveTo>
                  <a:pt x="0" y="2513791"/>
                </a:moveTo>
                <a:lnTo>
                  <a:pt x="0" y="54539"/>
                </a:lnTo>
                <a:lnTo>
                  <a:pt x="105080" y="21920"/>
                </a:lnTo>
                <a:cubicBezTo>
                  <a:pt x="175315" y="7548"/>
                  <a:pt x="248037" y="0"/>
                  <a:pt x="322521" y="0"/>
                </a:cubicBezTo>
                <a:cubicBezTo>
                  <a:pt x="918395" y="0"/>
                  <a:pt x="1401446" y="483051"/>
                  <a:pt x="1401446" y="1078925"/>
                </a:cubicBezTo>
                <a:lnTo>
                  <a:pt x="1401446" y="251379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594094C-C13C-1BA9-3168-3B72C86B1036}"/>
              </a:ext>
            </a:extLst>
          </p:cNvPr>
          <p:cNvSpPr/>
          <p:nvPr userDrawn="1"/>
        </p:nvSpPr>
        <p:spPr>
          <a:xfrm rot="5400000">
            <a:off x="397909" y="-672228"/>
            <a:ext cx="1259782" cy="2329920"/>
          </a:xfrm>
          <a:custGeom>
            <a:avLst/>
            <a:gdLst>
              <a:gd name="connsiteX0" fmla="*/ 0 w 1259782"/>
              <a:gd name="connsiteY0" fmla="*/ 2329920 h 2329920"/>
              <a:gd name="connsiteX1" fmla="*/ 0 w 1259782"/>
              <a:gd name="connsiteY1" fmla="*/ 60523 h 2329920"/>
              <a:gd name="connsiteX2" fmla="*/ 133632 w 1259782"/>
              <a:gd name="connsiteY2" fmla="*/ 19042 h 2329920"/>
              <a:gd name="connsiteX3" fmla="*/ 322522 w 1259782"/>
              <a:gd name="connsiteY3" fmla="*/ 0 h 2329920"/>
              <a:gd name="connsiteX4" fmla="*/ 1259782 w 1259782"/>
              <a:gd name="connsiteY4" fmla="*/ 937260 h 2329920"/>
              <a:gd name="connsiteX5" fmla="*/ 1259782 w 1259782"/>
              <a:gd name="connsiteY5" fmla="*/ 2329920 h 232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9782" h="2329920">
                <a:moveTo>
                  <a:pt x="0" y="2329920"/>
                </a:moveTo>
                <a:lnTo>
                  <a:pt x="0" y="60523"/>
                </a:lnTo>
                <a:lnTo>
                  <a:pt x="133632" y="19042"/>
                </a:lnTo>
                <a:cubicBezTo>
                  <a:pt x="194645" y="6557"/>
                  <a:pt x="257818" y="0"/>
                  <a:pt x="322522" y="0"/>
                </a:cubicBezTo>
                <a:cubicBezTo>
                  <a:pt x="840156" y="0"/>
                  <a:pt x="1259782" y="419626"/>
                  <a:pt x="1259782" y="937260"/>
                </a:cubicBezTo>
                <a:lnTo>
                  <a:pt x="1259782" y="232992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BD0BF3F-32DB-645E-94BC-A9E15FA5F2FB}"/>
              </a:ext>
            </a:extLst>
          </p:cNvPr>
          <p:cNvSpPr/>
          <p:nvPr userDrawn="1"/>
        </p:nvSpPr>
        <p:spPr>
          <a:xfrm rot="5400000">
            <a:off x="40810" y="1091166"/>
            <a:ext cx="2157850" cy="2513792"/>
          </a:xfrm>
          <a:custGeom>
            <a:avLst/>
            <a:gdLst>
              <a:gd name="connsiteX0" fmla="*/ 0 w 2157850"/>
              <a:gd name="connsiteY0" fmla="*/ 2513792 h 2513792"/>
              <a:gd name="connsiteX1" fmla="*/ 0 w 2157850"/>
              <a:gd name="connsiteY1" fmla="*/ 1078925 h 2513792"/>
              <a:gd name="connsiteX2" fmla="*/ 1078925 w 2157850"/>
              <a:gd name="connsiteY2" fmla="*/ 0 h 2513792"/>
              <a:gd name="connsiteX3" fmla="*/ 2157850 w 2157850"/>
              <a:gd name="connsiteY3" fmla="*/ 1078925 h 2513792"/>
              <a:gd name="connsiteX4" fmla="*/ 2157850 w 2157850"/>
              <a:gd name="connsiteY4" fmla="*/ 2513792 h 251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850" h="2513792">
                <a:moveTo>
                  <a:pt x="0" y="2513792"/>
                </a:moveTo>
                <a:lnTo>
                  <a:pt x="0" y="1078925"/>
                </a:lnTo>
                <a:cubicBezTo>
                  <a:pt x="0" y="483051"/>
                  <a:pt x="483051" y="0"/>
                  <a:pt x="1078925" y="0"/>
                </a:cubicBezTo>
                <a:cubicBezTo>
                  <a:pt x="1674799" y="0"/>
                  <a:pt x="2157850" y="483051"/>
                  <a:pt x="2157850" y="1078925"/>
                </a:cubicBezTo>
                <a:lnTo>
                  <a:pt x="2157850" y="2513792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A6F927F-3AF1-2680-0064-8DB1DB4E2BCE}"/>
              </a:ext>
            </a:extLst>
          </p:cNvPr>
          <p:cNvSpPr/>
          <p:nvPr userDrawn="1"/>
        </p:nvSpPr>
        <p:spPr>
          <a:xfrm rot="5400000">
            <a:off x="90540" y="1183102"/>
            <a:ext cx="1874520" cy="2329922"/>
          </a:xfrm>
          <a:custGeom>
            <a:avLst/>
            <a:gdLst>
              <a:gd name="connsiteX0" fmla="*/ 0 w 1874520"/>
              <a:gd name="connsiteY0" fmla="*/ 2329922 h 2329922"/>
              <a:gd name="connsiteX1" fmla="*/ 0 w 1874520"/>
              <a:gd name="connsiteY1" fmla="*/ 937260 h 2329922"/>
              <a:gd name="connsiteX2" fmla="*/ 937260 w 1874520"/>
              <a:gd name="connsiteY2" fmla="*/ 0 h 2329922"/>
              <a:gd name="connsiteX3" fmla="*/ 1874520 w 1874520"/>
              <a:gd name="connsiteY3" fmla="*/ 937260 h 2329922"/>
              <a:gd name="connsiteX4" fmla="*/ 1874520 w 1874520"/>
              <a:gd name="connsiteY4" fmla="*/ 2329922 h 232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329922">
                <a:moveTo>
                  <a:pt x="0" y="2329922"/>
                </a:moveTo>
                <a:lnTo>
                  <a:pt x="0" y="937260"/>
                </a:lnTo>
                <a:cubicBezTo>
                  <a:pt x="0" y="419626"/>
                  <a:pt x="419626" y="0"/>
                  <a:pt x="937260" y="0"/>
                </a:cubicBezTo>
                <a:cubicBezTo>
                  <a:pt x="1454894" y="0"/>
                  <a:pt x="1874520" y="419626"/>
                  <a:pt x="1874520" y="937260"/>
                </a:cubicBezTo>
                <a:lnTo>
                  <a:pt x="1874520" y="2329922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C6A74FB-8CFB-6ED7-F013-F8A20115E95B}"/>
              </a:ext>
            </a:extLst>
          </p:cNvPr>
          <p:cNvSpPr/>
          <p:nvPr userDrawn="1"/>
        </p:nvSpPr>
        <p:spPr>
          <a:xfrm rot="5400000">
            <a:off x="40811" y="3253864"/>
            <a:ext cx="2157850" cy="2513793"/>
          </a:xfrm>
          <a:custGeom>
            <a:avLst/>
            <a:gdLst>
              <a:gd name="connsiteX0" fmla="*/ 0 w 2157850"/>
              <a:gd name="connsiteY0" fmla="*/ 2513793 h 2513793"/>
              <a:gd name="connsiteX1" fmla="*/ 0 w 2157850"/>
              <a:gd name="connsiteY1" fmla="*/ 1078925 h 2513793"/>
              <a:gd name="connsiteX2" fmla="*/ 1078925 w 2157850"/>
              <a:gd name="connsiteY2" fmla="*/ 0 h 2513793"/>
              <a:gd name="connsiteX3" fmla="*/ 2157850 w 2157850"/>
              <a:gd name="connsiteY3" fmla="*/ 1078925 h 2513793"/>
              <a:gd name="connsiteX4" fmla="*/ 2157850 w 2157850"/>
              <a:gd name="connsiteY4" fmla="*/ 2513793 h 25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850" h="2513793">
                <a:moveTo>
                  <a:pt x="0" y="2513793"/>
                </a:moveTo>
                <a:lnTo>
                  <a:pt x="0" y="1078925"/>
                </a:lnTo>
                <a:cubicBezTo>
                  <a:pt x="0" y="483051"/>
                  <a:pt x="483051" y="0"/>
                  <a:pt x="1078925" y="0"/>
                </a:cubicBezTo>
                <a:cubicBezTo>
                  <a:pt x="1674799" y="0"/>
                  <a:pt x="2157850" y="483051"/>
                  <a:pt x="2157850" y="1078925"/>
                </a:cubicBezTo>
                <a:lnTo>
                  <a:pt x="2157850" y="2513793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1E58F2-94F5-FBD0-F2F4-8247FD99B419}"/>
              </a:ext>
            </a:extLst>
          </p:cNvPr>
          <p:cNvSpPr/>
          <p:nvPr userDrawn="1"/>
        </p:nvSpPr>
        <p:spPr>
          <a:xfrm rot="5400000">
            <a:off x="90541" y="3345800"/>
            <a:ext cx="1874520" cy="2329923"/>
          </a:xfrm>
          <a:custGeom>
            <a:avLst/>
            <a:gdLst>
              <a:gd name="connsiteX0" fmla="*/ 0 w 1874520"/>
              <a:gd name="connsiteY0" fmla="*/ 2329923 h 2329923"/>
              <a:gd name="connsiteX1" fmla="*/ 0 w 1874520"/>
              <a:gd name="connsiteY1" fmla="*/ 937260 h 2329923"/>
              <a:gd name="connsiteX2" fmla="*/ 937260 w 1874520"/>
              <a:gd name="connsiteY2" fmla="*/ 0 h 2329923"/>
              <a:gd name="connsiteX3" fmla="*/ 1874520 w 1874520"/>
              <a:gd name="connsiteY3" fmla="*/ 937260 h 2329923"/>
              <a:gd name="connsiteX4" fmla="*/ 1874520 w 1874520"/>
              <a:gd name="connsiteY4" fmla="*/ 2329923 h 2329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329923">
                <a:moveTo>
                  <a:pt x="0" y="2329923"/>
                </a:moveTo>
                <a:lnTo>
                  <a:pt x="0" y="937260"/>
                </a:lnTo>
                <a:cubicBezTo>
                  <a:pt x="0" y="419626"/>
                  <a:pt x="419626" y="0"/>
                  <a:pt x="937260" y="0"/>
                </a:cubicBezTo>
                <a:cubicBezTo>
                  <a:pt x="1454894" y="0"/>
                  <a:pt x="1874520" y="419626"/>
                  <a:pt x="1874520" y="937260"/>
                </a:cubicBezTo>
                <a:lnTo>
                  <a:pt x="1874520" y="2329923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6A6C5A6A-1602-7B2F-E9C7-0A8D0162B007}"/>
              </a:ext>
            </a:extLst>
          </p:cNvPr>
          <p:cNvSpPr/>
          <p:nvPr userDrawn="1"/>
        </p:nvSpPr>
        <p:spPr>
          <a:xfrm rot="5400000">
            <a:off x="441311" y="5015242"/>
            <a:ext cx="1356850" cy="2513793"/>
          </a:xfrm>
          <a:custGeom>
            <a:avLst/>
            <a:gdLst>
              <a:gd name="connsiteX0" fmla="*/ 0 w 1356850"/>
              <a:gd name="connsiteY0" fmla="*/ 2513793 h 2513793"/>
              <a:gd name="connsiteX1" fmla="*/ 0 w 1356850"/>
              <a:gd name="connsiteY1" fmla="*/ 1078925 h 2513793"/>
              <a:gd name="connsiteX2" fmla="*/ 1078925 w 1356850"/>
              <a:gd name="connsiteY2" fmla="*/ 0 h 2513793"/>
              <a:gd name="connsiteX3" fmla="*/ 1296366 w 1356850"/>
              <a:gd name="connsiteY3" fmla="*/ 21920 h 2513793"/>
              <a:gd name="connsiteX4" fmla="*/ 1356850 w 1356850"/>
              <a:gd name="connsiteY4" fmla="*/ 40695 h 2513793"/>
              <a:gd name="connsiteX5" fmla="*/ 1356850 w 1356850"/>
              <a:gd name="connsiteY5" fmla="*/ 2513793 h 25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6850" h="2513793">
                <a:moveTo>
                  <a:pt x="0" y="2513793"/>
                </a:moveTo>
                <a:lnTo>
                  <a:pt x="0" y="1078925"/>
                </a:lnTo>
                <a:cubicBezTo>
                  <a:pt x="0" y="483051"/>
                  <a:pt x="483051" y="0"/>
                  <a:pt x="1078925" y="0"/>
                </a:cubicBezTo>
                <a:cubicBezTo>
                  <a:pt x="1153410" y="0"/>
                  <a:pt x="1226131" y="7548"/>
                  <a:pt x="1296366" y="21920"/>
                </a:cubicBezTo>
                <a:lnTo>
                  <a:pt x="1356850" y="40695"/>
                </a:lnTo>
                <a:lnTo>
                  <a:pt x="1356850" y="2513793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A5050E4A-F632-0641-6CC9-C929FD0CCE99}"/>
              </a:ext>
            </a:extLst>
          </p:cNvPr>
          <p:cNvSpPr/>
          <p:nvPr userDrawn="1"/>
        </p:nvSpPr>
        <p:spPr>
          <a:xfrm rot="5400000">
            <a:off x="420209" y="5178010"/>
            <a:ext cx="1215184" cy="2329923"/>
          </a:xfrm>
          <a:custGeom>
            <a:avLst/>
            <a:gdLst>
              <a:gd name="connsiteX0" fmla="*/ 0 w 1215184"/>
              <a:gd name="connsiteY0" fmla="*/ 2329923 h 2329923"/>
              <a:gd name="connsiteX1" fmla="*/ 0 w 1215184"/>
              <a:gd name="connsiteY1" fmla="*/ 937260 h 2329923"/>
              <a:gd name="connsiteX2" fmla="*/ 937260 w 1215184"/>
              <a:gd name="connsiteY2" fmla="*/ 0 h 2329923"/>
              <a:gd name="connsiteX3" fmla="*/ 1126151 w 1215184"/>
              <a:gd name="connsiteY3" fmla="*/ 19042 h 2329923"/>
              <a:gd name="connsiteX4" fmla="*/ 1215184 w 1215184"/>
              <a:gd name="connsiteY4" fmla="*/ 46679 h 2329923"/>
              <a:gd name="connsiteX5" fmla="*/ 1215184 w 1215184"/>
              <a:gd name="connsiteY5" fmla="*/ 2329923 h 2329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184" h="2329923">
                <a:moveTo>
                  <a:pt x="0" y="2329923"/>
                </a:moveTo>
                <a:lnTo>
                  <a:pt x="0" y="937260"/>
                </a:lnTo>
                <a:cubicBezTo>
                  <a:pt x="0" y="419626"/>
                  <a:pt x="419626" y="0"/>
                  <a:pt x="937260" y="0"/>
                </a:cubicBezTo>
                <a:cubicBezTo>
                  <a:pt x="1001965" y="0"/>
                  <a:pt x="1065137" y="6557"/>
                  <a:pt x="1126151" y="19042"/>
                </a:cubicBezTo>
                <a:lnTo>
                  <a:pt x="1215184" y="46679"/>
                </a:lnTo>
                <a:lnTo>
                  <a:pt x="1215184" y="2329923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917ADA6-C4E9-C316-8CFB-EFD1C20D3AD4}"/>
              </a:ext>
            </a:extLst>
          </p:cNvPr>
          <p:cNvGrpSpPr/>
          <p:nvPr userDrawn="1"/>
        </p:nvGrpSpPr>
        <p:grpSpPr>
          <a:xfrm>
            <a:off x="1460974" y="1614260"/>
            <a:ext cx="1463578" cy="1463578"/>
            <a:chOff x="6132575" y="1705337"/>
            <a:chExt cx="3494544" cy="3494544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DB3442B-C5CD-B39F-5F03-E534C2AA767D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B8DA441-CD35-30CC-3EC2-2C86B412249B}"/>
                </a:ext>
              </a:extLst>
            </p:cNvPr>
            <p:cNvSpPr/>
            <p:nvPr userDrawn="1"/>
          </p:nvSpPr>
          <p:spPr>
            <a:xfrm>
              <a:off x="6484955" y="2057719"/>
              <a:ext cx="2789784" cy="27897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BC7DDE63-00F9-BCDE-28E4-BAF22FE18F62}"/>
              </a:ext>
            </a:extLst>
          </p:cNvPr>
          <p:cNvSpPr/>
          <p:nvPr userDrawn="1"/>
        </p:nvSpPr>
        <p:spPr>
          <a:xfrm>
            <a:off x="1460974" y="-137158"/>
            <a:ext cx="1463578" cy="1052297"/>
          </a:xfrm>
          <a:custGeom>
            <a:avLst/>
            <a:gdLst>
              <a:gd name="connsiteX0" fmla="*/ 76865 w 1463578"/>
              <a:gd name="connsiteY0" fmla="*/ 0 h 1052297"/>
              <a:gd name="connsiteX1" fmla="*/ 1386714 w 1463578"/>
              <a:gd name="connsiteY1" fmla="*/ 0 h 1052297"/>
              <a:gd name="connsiteX2" fmla="*/ 1406071 w 1463578"/>
              <a:gd name="connsiteY2" fmla="*/ 35663 h 1052297"/>
              <a:gd name="connsiteX3" fmla="*/ 1463578 w 1463578"/>
              <a:gd name="connsiteY3" fmla="*/ 320508 h 1052297"/>
              <a:gd name="connsiteX4" fmla="*/ 731789 w 1463578"/>
              <a:gd name="connsiteY4" fmla="*/ 1052297 h 1052297"/>
              <a:gd name="connsiteX5" fmla="*/ 0 w 1463578"/>
              <a:gd name="connsiteY5" fmla="*/ 320508 h 1052297"/>
              <a:gd name="connsiteX6" fmla="*/ 57508 w 1463578"/>
              <a:gd name="connsiteY6" fmla="*/ 35663 h 1052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3578" h="1052297">
                <a:moveTo>
                  <a:pt x="76865" y="0"/>
                </a:moveTo>
                <a:lnTo>
                  <a:pt x="1386714" y="0"/>
                </a:lnTo>
                <a:lnTo>
                  <a:pt x="1406071" y="35663"/>
                </a:lnTo>
                <a:cubicBezTo>
                  <a:pt x="1443101" y="123213"/>
                  <a:pt x="1463578" y="219469"/>
                  <a:pt x="1463578" y="320508"/>
                </a:cubicBezTo>
                <a:cubicBezTo>
                  <a:pt x="1463578" y="724664"/>
                  <a:pt x="1135945" y="1052297"/>
                  <a:pt x="731789" y="1052297"/>
                </a:cubicBezTo>
                <a:cubicBezTo>
                  <a:pt x="327633" y="1052297"/>
                  <a:pt x="0" y="724664"/>
                  <a:pt x="0" y="320508"/>
                </a:cubicBezTo>
                <a:cubicBezTo>
                  <a:pt x="0" y="219469"/>
                  <a:pt x="20477" y="123213"/>
                  <a:pt x="57508" y="35663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FE89CF2E-712D-A19D-7BC8-A13A88630A2C}"/>
              </a:ext>
            </a:extLst>
          </p:cNvPr>
          <p:cNvSpPr/>
          <p:nvPr userDrawn="1"/>
        </p:nvSpPr>
        <p:spPr>
          <a:xfrm>
            <a:off x="1608557" y="-137158"/>
            <a:ext cx="1168412" cy="904713"/>
          </a:xfrm>
          <a:custGeom>
            <a:avLst/>
            <a:gdLst>
              <a:gd name="connsiteX0" fmla="*/ 96448 w 1168412"/>
              <a:gd name="connsiteY0" fmla="*/ 0 h 904713"/>
              <a:gd name="connsiteX1" fmla="*/ 1071965 w 1168412"/>
              <a:gd name="connsiteY1" fmla="*/ 0 h 904713"/>
              <a:gd name="connsiteX2" fmla="*/ 1122503 w 1168412"/>
              <a:gd name="connsiteY2" fmla="*/ 93109 h 904713"/>
              <a:gd name="connsiteX3" fmla="*/ 1168412 w 1168412"/>
              <a:gd name="connsiteY3" fmla="*/ 320508 h 904713"/>
              <a:gd name="connsiteX4" fmla="*/ 584206 w 1168412"/>
              <a:gd name="connsiteY4" fmla="*/ 904713 h 904713"/>
              <a:gd name="connsiteX5" fmla="*/ 0 w 1168412"/>
              <a:gd name="connsiteY5" fmla="*/ 320508 h 904713"/>
              <a:gd name="connsiteX6" fmla="*/ 45910 w 1168412"/>
              <a:gd name="connsiteY6" fmla="*/ 93109 h 90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412" h="904713">
                <a:moveTo>
                  <a:pt x="96448" y="0"/>
                </a:moveTo>
                <a:lnTo>
                  <a:pt x="1071965" y="0"/>
                </a:lnTo>
                <a:lnTo>
                  <a:pt x="1122503" y="93109"/>
                </a:lnTo>
                <a:cubicBezTo>
                  <a:pt x="1152065" y="163002"/>
                  <a:pt x="1168412" y="239846"/>
                  <a:pt x="1168412" y="320508"/>
                </a:cubicBezTo>
                <a:cubicBezTo>
                  <a:pt x="1168412" y="643156"/>
                  <a:pt x="906854" y="904713"/>
                  <a:pt x="584206" y="904713"/>
                </a:cubicBezTo>
                <a:cubicBezTo>
                  <a:pt x="261558" y="904713"/>
                  <a:pt x="0" y="643156"/>
                  <a:pt x="0" y="320508"/>
                </a:cubicBezTo>
                <a:cubicBezTo>
                  <a:pt x="0" y="239846"/>
                  <a:pt x="16348" y="163002"/>
                  <a:pt x="45910" y="93109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B5FF04A-0026-ACF5-DE1A-21D25F8E14E0}"/>
              </a:ext>
            </a:extLst>
          </p:cNvPr>
          <p:cNvGrpSpPr/>
          <p:nvPr userDrawn="1"/>
        </p:nvGrpSpPr>
        <p:grpSpPr>
          <a:xfrm>
            <a:off x="1460974" y="3776958"/>
            <a:ext cx="1463578" cy="1463578"/>
            <a:chOff x="6132575" y="1705337"/>
            <a:chExt cx="3494544" cy="3494544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13E8005-4979-2E58-EF0F-2884BD18E8FB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4F56F4D-480D-0467-9060-DD2DD7DBC507}"/>
                </a:ext>
              </a:extLst>
            </p:cNvPr>
            <p:cNvSpPr/>
            <p:nvPr userDrawn="1"/>
          </p:nvSpPr>
          <p:spPr>
            <a:xfrm>
              <a:off x="6484955" y="2057719"/>
              <a:ext cx="2789784" cy="27897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64ADFBAC-BB4D-CB9D-2854-B7BB00D0AF1D}"/>
              </a:ext>
            </a:extLst>
          </p:cNvPr>
          <p:cNvSpPr/>
          <p:nvPr userDrawn="1"/>
        </p:nvSpPr>
        <p:spPr>
          <a:xfrm>
            <a:off x="1460974" y="5943683"/>
            <a:ext cx="1463578" cy="1006880"/>
          </a:xfrm>
          <a:custGeom>
            <a:avLst/>
            <a:gdLst>
              <a:gd name="connsiteX0" fmla="*/ 731789 w 1463578"/>
              <a:gd name="connsiteY0" fmla="*/ 0 h 1006880"/>
              <a:gd name="connsiteX1" fmla="*/ 1463578 w 1463578"/>
              <a:gd name="connsiteY1" fmla="*/ 731789 h 1006880"/>
              <a:gd name="connsiteX2" fmla="*/ 1448711 w 1463578"/>
              <a:gd name="connsiteY2" fmla="*/ 879270 h 1006880"/>
              <a:gd name="connsiteX3" fmla="*/ 1409099 w 1463578"/>
              <a:gd name="connsiteY3" fmla="*/ 1006880 h 1006880"/>
              <a:gd name="connsiteX4" fmla="*/ 54480 w 1463578"/>
              <a:gd name="connsiteY4" fmla="*/ 1006880 h 1006880"/>
              <a:gd name="connsiteX5" fmla="*/ 14867 w 1463578"/>
              <a:gd name="connsiteY5" fmla="*/ 879270 h 1006880"/>
              <a:gd name="connsiteX6" fmla="*/ 0 w 1463578"/>
              <a:gd name="connsiteY6" fmla="*/ 731789 h 1006880"/>
              <a:gd name="connsiteX7" fmla="*/ 731789 w 1463578"/>
              <a:gd name="connsiteY7" fmla="*/ 0 h 100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3578" h="1006880">
                <a:moveTo>
                  <a:pt x="731789" y="0"/>
                </a:moveTo>
                <a:cubicBezTo>
                  <a:pt x="1135945" y="0"/>
                  <a:pt x="1463578" y="327633"/>
                  <a:pt x="1463578" y="731789"/>
                </a:cubicBezTo>
                <a:cubicBezTo>
                  <a:pt x="1463578" y="782309"/>
                  <a:pt x="1458459" y="831633"/>
                  <a:pt x="1448711" y="879270"/>
                </a:cubicBezTo>
                <a:lnTo>
                  <a:pt x="1409099" y="1006880"/>
                </a:lnTo>
                <a:lnTo>
                  <a:pt x="54480" y="1006880"/>
                </a:lnTo>
                <a:lnTo>
                  <a:pt x="14867" y="879270"/>
                </a:lnTo>
                <a:cubicBezTo>
                  <a:pt x="5120" y="831633"/>
                  <a:pt x="0" y="782309"/>
                  <a:pt x="0" y="731789"/>
                </a:cubicBezTo>
                <a:cubicBezTo>
                  <a:pt x="0" y="327633"/>
                  <a:pt x="327633" y="0"/>
                  <a:pt x="731789" y="0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226E99D2-72E9-F2AA-BEC7-9EB175EEC3F5}"/>
              </a:ext>
            </a:extLst>
          </p:cNvPr>
          <p:cNvSpPr/>
          <p:nvPr userDrawn="1"/>
        </p:nvSpPr>
        <p:spPr>
          <a:xfrm>
            <a:off x="1608557" y="6091267"/>
            <a:ext cx="1168412" cy="859296"/>
          </a:xfrm>
          <a:custGeom>
            <a:avLst/>
            <a:gdLst>
              <a:gd name="connsiteX0" fmla="*/ 584206 w 1168412"/>
              <a:gd name="connsiteY0" fmla="*/ 0 h 859296"/>
              <a:gd name="connsiteX1" fmla="*/ 1168412 w 1168412"/>
              <a:gd name="connsiteY1" fmla="*/ 584205 h 859296"/>
              <a:gd name="connsiteX2" fmla="*/ 1122503 w 1168412"/>
              <a:gd name="connsiteY2" fmla="*/ 811604 h 859296"/>
              <a:gd name="connsiteX3" fmla="*/ 1096616 w 1168412"/>
              <a:gd name="connsiteY3" fmla="*/ 859296 h 859296"/>
              <a:gd name="connsiteX4" fmla="*/ 71796 w 1168412"/>
              <a:gd name="connsiteY4" fmla="*/ 859296 h 859296"/>
              <a:gd name="connsiteX5" fmla="*/ 45910 w 1168412"/>
              <a:gd name="connsiteY5" fmla="*/ 811604 h 859296"/>
              <a:gd name="connsiteX6" fmla="*/ 0 w 1168412"/>
              <a:gd name="connsiteY6" fmla="*/ 584205 h 859296"/>
              <a:gd name="connsiteX7" fmla="*/ 584206 w 1168412"/>
              <a:gd name="connsiteY7" fmla="*/ 0 h 85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8412" h="859296">
                <a:moveTo>
                  <a:pt x="584206" y="0"/>
                </a:moveTo>
                <a:cubicBezTo>
                  <a:pt x="906854" y="0"/>
                  <a:pt x="1168412" y="261557"/>
                  <a:pt x="1168412" y="584205"/>
                </a:cubicBezTo>
                <a:cubicBezTo>
                  <a:pt x="1168412" y="664867"/>
                  <a:pt x="1152065" y="741711"/>
                  <a:pt x="1122503" y="811604"/>
                </a:cubicBezTo>
                <a:lnTo>
                  <a:pt x="1096616" y="859296"/>
                </a:lnTo>
                <a:lnTo>
                  <a:pt x="71796" y="859296"/>
                </a:lnTo>
                <a:lnTo>
                  <a:pt x="45910" y="811604"/>
                </a:lnTo>
                <a:cubicBezTo>
                  <a:pt x="16348" y="741711"/>
                  <a:pt x="0" y="664867"/>
                  <a:pt x="0" y="584205"/>
                </a:cubicBezTo>
                <a:cubicBezTo>
                  <a:pt x="0" y="261557"/>
                  <a:pt x="261558" y="0"/>
                  <a:pt x="584206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99B4C011-18FF-3091-7E1E-F43B5AAA826E}"/>
              </a:ext>
            </a:extLst>
          </p:cNvPr>
          <p:cNvSpPr/>
          <p:nvPr userDrawn="1"/>
        </p:nvSpPr>
        <p:spPr>
          <a:xfrm rot="16200000" flipH="1">
            <a:off x="10371539" y="-693331"/>
            <a:ext cx="1401449" cy="2513791"/>
          </a:xfrm>
          <a:custGeom>
            <a:avLst/>
            <a:gdLst>
              <a:gd name="connsiteX0" fmla="*/ 0 w 1401449"/>
              <a:gd name="connsiteY0" fmla="*/ 54540 h 2513791"/>
              <a:gd name="connsiteX1" fmla="*/ 1 w 1401449"/>
              <a:gd name="connsiteY1" fmla="*/ 2513791 h 2513791"/>
              <a:gd name="connsiteX2" fmla="*/ 1401449 w 1401449"/>
              <a:gd name="connsiteY2" fmla="*/ 2513791 h 2513791"/>
              <a:gd name="connsiteX3" fmla="*/ 1401449 w 1401449"/>
              <a:gd name="connsiteY3" fmla="*/ 1078927 h 2513791"/>
              <a:gd name="connsiteX4" fmla="*/ 322524 w 1401449"/>
              <a:gd name="connsiteY4" fmla="*/ 0 h 2513791"/>
              <a:gd name="connsiteX5" fmla="*/ 105083 w 1401449"/>
              <a:gd name="connsiteY5" fmla="*/ 21921 h 2513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1449" h="2513791">
                <a:moveTo>
                  <a:pt x="0" y="54540"/>
                </a:moveTo>
                <a:lnTo>
                  <a:pt x="1" y="2513791"/>
                </a:lnTo>
                <a:lnTo>
                  <a:pt x="1401449" y="2513791"/>
                </a:lnTo>
                <a:lnTo>
                  <a:pt x="1401449" y="1078927"/>
                </a:lnTo>
                <a:cubicBezTo>
                  <a:pt x="1401449" y="483053"/>
                  <a:pt x="918398" y="0"/>
                  <a:pt x="322524" y="0"/>
                </a:cubicBezTo>
                <a:cubicBezTo>
                  <a:pt x="248040" y="0"/>
                  <a:pt x="175318" y="7549"/>
                  <a:pt x="105083" y="21921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7F0ED1AA-4E81-33A0-97ED-1A839FBA1BC1}"/>
              </a:ext>
            </a:extLst>
          </p:cNvPr>
          <p:cNvSpPr/>
          <p:nvPr userDrawn="1"/>
        </p:nvSpPr>
        <p:spPr>
          <a:xfrm rot="16200000" flipH="1">
            <a:off x="10534309" y="-672227"/>
            <a:ext cx="1259783" cy="2329918"/>
          </a:xfrm>
          <a:custGeom>
            <a:avLst/>
            <a:gdLst>
              <a:gd name="connsiteX0" fmla="*/ 0 w 1259783"/>
              <a:gd name="connsiteY0" fmla="*/ 60524 h 2329918"/>
              <a:gd name="connsiteX1" fmla="*/ 0 w 1259783"/>
              <a:gd name="connsiteY1" fmla="*/ 2329918 h 2329918"/>
              <a:gd name="connsiteX2" fmla="*/ 1259783 w 1259783"/>
              <a:gd name="connsiteY2" fmla="*/ 2329918 h 2329918"/>
              <a:gd name="connsiteX3" fmla="*/ 1259783 w 1259783"/>
              <a:gd name="connsiteY3" fmla="*/ 937260 h 2329918"/>
              <a:gd name="connsiteX4" fmla="*/ 322523 w 1259783"/>
              <a:gd name="connsiteY4" fmla="*/ 0 h 2329918"/>
              <a:gd name="connsiteX5" fmla="*/ 133633 w 1259783"/>
              <a:gd name="connsiteY5" fmla="*/ 19042 h 2329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9783" h="2329918">
                <a:moveTo>
                  <a:pt x="0" y="60524"/>
                </a:moveTo>
                <a:lnTo>
                  <a:pt x="0" y="2329918"/>
                </a:lnTo>
                <a:lnTo>
                  <a:pt x="1259783" y="2329918"/>
                </a:lnTo>
                <a:lnTo>
                  <a:pt x="1259783" y="937260"/>
                </a:lnTo>
                <a:cubicBezTo>
                  <a:pt x="1259783" y="419626"/>
                  <a:pt x="840157" y="0"/>
                  <a:pt x="322523" y="0"/>
                </a:cubicBezTo>
                <a:cubicBezTo>
                  <a:pt x="257819" y="0"/>
                  <a:pt x="194646" y="6557"/>
                  <a:pt x="133633" y="1904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0ED9947-66E3-8083-7B8C-48AA4A485116}"/>
              </a:ext>
            </a:extLst>
          </p:cNvPr>
          <p:cNvSpPr/>
          <p:nvPr userDrawn="1"/>
        </p:nvSpPr>
        <p:spPr>
          <a:xfrm rot="16200000" flipH="1">
            <a:off x="9993338" y="1091169"/>
            <a:ext cx="2157850" cy="2513790"/>
          </a:xfrm>
          <a:custGeom>
            <a:avLst/>
            <a:gdLst>
              <a:gd name="connsiteX0" fmla="*/ 0 w 2157850"/>
              <a:gd name="connsiteY0" fmla="*/ 1078925 h 2513790"/>
              <a:gd name="connsiteX1" fmla="*/ 0 w 2157850"/>
              <a:gd name="connsiteY1" fmla="*/ 2513790 h 2513790"/>
              <a:gd name="connsiteX2" fmla="*/ 2157850 w 2157850"/>
              <a:gd name="connsiteY2" fmla="*/ 2513790 h 2513790"/>
              <a:gd name="connsiteX3" fmla="*/ 2157850 w 2157850"/>
              <a:gd name="connsiteY3" fmla="*/ 1078925 h 2513790"/>
              <a:gd name="connsiteX4" fmla="*/ 1078925 w 2157850"/>
              <a:gd name="connsiteY4" fmla="*/ 0 h 2513790"/>
              <a:gd name="connsiteX5" fmla="*/ 0 w 2157850"/>
              <a:gd name="connsiteY5" fmla="*/ 1078925 h 251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850" h="2513790">
                <a:moveTo>
                  <a:pt x="0" y="1078925"/>
                </a:moveTo>
                <a:lnTo>
                  <a:pt x="0" y="2513790"/>
                </a:lnTo>
                <a:lnTo>
                  <a:pt x="2157850" y="2513790"/>
                </a:lnTo>
                <a:lnTo>
                  <a:pt x="2157850" y="1078925"/>
                </a:lnTo>
                <a:cubicBezTo>
                  <a:pt x="2157850" y="483051"/>
                  <a:pt x="1674799" y="0"/>
                  <a:pt x="1078925" y="0"/>
                </a:cubicBezTo>
                <a:cubicBezTo>
                  <a:pt x="483051" y="0"/>
                  <a:pt x="0" y="483051"/>
                  <a:pt x="0" y="1078925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D355EFB-3511-B1BB-782C-6ECE6A7DF7F4}"/>
              </a:ext>
            </a:extLst>
          </p:cNvPr>
          <p:cNvSpPr/>
          <p:nvPr userDrawn="1"/>
        </p:nvSpPr>
        <p:spPr>
          <a:xfrm rot="16200000" flipH="1">
            <a:off x="10226938" y="1183104"/>
            <a:ext cx="1874520" cy="2329921"/>
          </a:xfrm>
          <a:custGeom>
            <a:avLst/>
            <a:gdLst>
              <a:gd name="connsiteX0" fmla="*/ 0 w 1874520"/>
              <a:gd name="connsiteY0" fmla="*/ 937261 h 2329921"/>
              <a:gd name="connsiteX1" fmla="*/ 0 w 1874520"/>
              <a:gd name="connsiteY1" fmla="*/ 2329921 h 2329921"/>
              <a:gd name="connsiteX2" fmla="*/ 1874520 w 1874520"/>
              <a:gd name="connsiteY2" fmla="*/ 2329921 h 2329921"/>
              <a:gd name="connsiteX3" fmla="*/ 1874520 w 1874520"/>
              <a:gd name="connsiteY3" fmla="*/ 937261 h 2329921"/>
              <a:gd name="connsiteX4" fmla="*/ 937260 w 1874520"/>
              <a:gd name="connsiteY4" fmla="*/ 0 h 2329921"/>
              <a:gd name="connsiteX5" fmla="*/ 0 w 1874520"/>
              <a:gd name="connsiteY5" fmla="*/ 937261 h 2329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520" h="2329921">
                <a:moveTo>
                  <a:pt x="0" y="937261"/>
                </a:moveTo>
                <a:lnTo>
                  <a:pt x="0" y="2329921"/>
                </a:lnTo>
                <a:lnTo>
                  <a:pt x="1874520" y="2329921"/>
                </a:lnTo>
                <a:lnTo>
                  <a:pt x="1874520" y="937261"/>
                </a:lnTo>
                <a:cubicBezTo>
                  <a:pt x="1874520" y="419627"/>
                  <a:pt x="1454894" y="0"/>
                  <a:pt x="937260" y="0"/>
                </a:cubicBezTo>
                <a:cubicBezTo>
                  <a:pt x="419626" y="0"/>
                  <a:pt x="0" y="419627"/>
                  <a:pt x="0" y="937261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64A9EB9-C9BD-733F-594A-958DCDC7E74A}"/>
              </a:ext>
            </a:extLst>
          </p:cNvPr>
          <p:cNvSpPr/>
          <p:nvPr userDrawn="1"/>
        </p:nvSpPr>
        <p:spPr>
          <a:xfrm rot="16200000" flipH="1">
            <a:off x="9993337" y="3253867"/>
            <a:ext cx="2157850" cy="2513791"/>
          </a:xfrm>
          <a:custGeom>
            <a:avLst/>
            <a:gdLst>
              <a:gd name="connsiteX0" fmla="*/ 0 w 2157850"/>
              <a:gd name="connsiteY0" fmla="*/ 1078925 h 2513791"/>
              <a:gd name="connsiteX1" fmla="*/ 0 w 2157850"/>
              <a:gd name="connsiteY1" fmla="*/ 2513791 h 2513791"/>
              <a:gd name="connsiteX2" fmla="*/ 2157849 w 2157850"/>
              <a:gd name="connsiteY2" fmla="*/ 2513791 h 2513791"/>
              <a:gd name="connsiteX3" fmla="*/ 2157850 w 2157850"/>
              <a:gd name="connsiteY3" fmla="*/ 1078925 h 2513791"/>
              <a:gd name="connsiteX4" fmla="*/ 1078925 w 2157850"/>
              <a:gd name="connsiteY4" fmla="*/ 0 h 2513791"/>
              <a:gd name="connsiteX5" fmla="*/ 0 w 2157850"/>
              <a:gd name="connsiteY5" fmla="*/ 1078925 h 2513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850" h="2513791">
                <a:moveTo>
                  <a:pt x="0" y="1078925"/>
                </a:moveTo>
                <a:lnTo>
                  <a:pt x="0" y="2513791"/>
                </a:lnTo>
                <a:lnTo>
                  <a:pt x="2157849" y="2513791"/>
                </a:lnTo>
                <a:lnTo>
                  <a:pt x="2157850" y="1078925"/>
                </a:lnTo>
                <a:cubicBezTo>
                  <a:pt x="2157850" y="483051"/>
                  <a:pt x="1674799" y="0"/>
                  <a:pt x="1078925" y="0"/>
                </a:cubicBezTo>
                <a:cubicBezTo>
                  <a:pt x="483051" y="0"/>
                  <a:pt x="0" y="483051"/>
                  <a:pt x="0" y="1078925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55F5709-B4D2-CF3D-86F7-86AA187699F2}"/>
              </a:ext>
            </a:extLst>
          </p:cNvPr>
          <p:cNvSpPr/>
          <p:nvPr userDrawn="1"/>
        </p:nvSpPr>
        <p:spPr>
          <a:xfrm rot="16200000" flipH="1">
            <a:off x="10226939" y="3345802"/>
            <a:ext cx="1874520" cy="2329920"/>
          </a:xfrm>
          <a:custGeom>
            <a:avLst/>
            <a:gdLst>
              <a:gd name="connsiteX0" fmla="*/ 0 w 1874520"/>
              <a:gd name="connsiteY0" fmla="*/ 937260 h 2329920"/>
              <a:gd name="connsiteX1" fmla="*/ 0 w 1874520"/>
              <a:gd name="connsiteY1" fmla="*/ 2329920 h 2329920"/>
              <a:gd name="connsiteX2" fmla="*/ 1874519 w 1874520"/>
              <a:gd name="connsiteY2" fmla="*/ 2329919 h 2329920"/>
              <a:gd name="connsiteX3" fmla="*/ 1874520 w 1874520"/>
              <a:gd name="connsiteY3" fmla="*/ 937259 h 2329920"/>
              <a:gd name="connsiteX4" fmla="*/ 937260 w 1874520"/>
              <a:gd name="connsiteY4" fmla="*/ 0 h 2329920"/>
              <a:gd name="connsiteX5" fmla="*/ 0 w 1874520"/>
              <a:gd name="connsiteY5" fmla="*/ 937260 h 232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520" h="2329920">
                <a:moveTo>
                  <a:pt x="0" y="937260"/>
                </a:moveTo>
                <a:lnTo>
                  <a:pt x="0" y="2329920"/>
                </a:lnTo>
                <a:lnTo>
                  <a:pt x="1874519" y="2329919"/>
                </a:lnTo>
                <a:lnTo>
                  <a:pt x="1874520" y="937259"/>
                </a:lnTo>
                <a:cubicBezTo>
                  <a:pt x="1874520" y="419625"/>
                  <a:pt x="1454894" y="0"/>
                  <a:pt x="937260" y="0"/>
                </a:cubicBezTo>
                <a:cubicBezTo>
                  <a:pt x="419626" y="0"/>
                  <a:pt x="0" y="419626"/>
                  <a:pt x="0" y="937260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D6245E6D-B8CB-238D-FD66-7077B9BC9013}"/>
              </a:ext>
            </a:extLst>
          </p:cNvPr>
          <p:cNvSpPr/>
          <p:nvPr userDrawn="1"/>
        </p:nvSpPr>
        <p:spPr>
          <a:xfrm rot="16200000" flipH="1">
            <a:off x="10393838" y="5015243"/>
            <a:ext cx="1356848" cy="2513793"/>
          </a:xfrm>
          <a:custGeom>
            <a:avLst/>
            <a:gdLst>
              <a:gd name="connsiteX0" fmla="*/ 0 w 1356848"/>
              <a:gd name="connsiteY0" fmla="*/ 1078927 h 2513793"/>
              <a:gd name="connsiteX1" fmla="*/ 0 w 1356848"/>
              <a:gd name="connsiteY1" fmla="*/ 2513793 h 2513793"/>
              <a:gd name="connsiteX2" fmla="*/ 1356848 w 1356848"/>
              <a:gd name="connsiteY2" fmla="*/ 2513793 h 2513793"/>
              <a:gd name="connsiteX3" fmla="*/ 1356848 w 1356848"/>
              <a:gd name="connsiteY3" fmla="*/ 40696 h 2513793"/>
              <a:gd name="connsiteX4" fmla="*/ 1296366 w 1356848"/>
              <a:gd name="connsiteY4" fmla="*/ 21921 h 2513793"/>
              <a:gd name="connsiteX5" fmla="*/ 1078925 w 1356848"/>
              <a:gd name="connsiteY5" fmla="*/ 0 h 2513793"/>
              <a:gd name="connsiteX6" fmla="*/ 0 w 1356848"/>
              <a:gd name="connsiteY6" fmla="*/ 1078927 h 25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56848" h="2513793">
                <a:moveTo>
                  <a:pt x="0" y="1078927"/>
                </a:moveTo>
                <a:lnTo>
                  <a:pt x="0" y="2513793"/>
                </a:lnTo>
                <a:lnTo>
                  <a:pt x="1356848" y="2513793"/>
                </a:lnTo>
                <a:lnTo>
                  <a:pt x="1356848" y="40696"/>
                </a:lnTo>
                <a:lnTo>
                  <a:pt x="1296366" y="21921"/>
                </a:lnTo>
                <a:cubicBezTo>
                  <a:pt x="1226131" y="7549"/>
                  <a:pt x="1153410" y="0"/>
                  <a:pt x="1078925" y="0"/>
                </a:cubicBezTo>
                <a:cubicBezTo>
                  <a:pt x="483051" y="0"/>
                  <a:pt x="0" y="483053"/>
                  <a:pt x="0" y="1078927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CDFC1442-767E-8FA4-7EEA-671CF670863C}"/>
              </a:ext>
            </a:extLst>
          </p:cNvPr>
          <p:cNvSpPr/>
          <p:nvPr userDrawn="1"/>
        </p:nvSpPr>
        <p:spPr>
          <a:xfrm rot="16200000" flipH="1">
            <a:off x="10556608" y="5178011"/>
            <a:ext cx="1215183" cy="2329920"/>
          </a:xfrm>
          <a:custGeom>
            <a:avLst/>
            <a:gdLst>
              <a:gd name="connsiteX0" fmla="*/ 0 w 1215183"/>
              <a:gd name="connsiteY0" fmla="*/ 937260 h 2329920"/>
              <a:gd name="connsiteX1" fmla="*/ 0 w 1215183"/>
              <a:gd name="connsiteY1" fmla="*/ 2329920 h 2329920"/>
              <a:gd name="connsiteX2" fmla="*/ 1215183 w 1215183"/>
              <a:gd name="connsiteY2" fmla="*/ 2329920 h 2329920"/>
              <a:gd name="connsiteX3" fmla="*/ 1215183 w 1215183"/>
              <a:gd name="connsiteY3" fmla="*/ 46679 h 2329920"/>
              <a:gd name="connsiteX4" fmla="*/ 1126151 w 1215183"/>
              <a:gd name="connsiteY4" fmla="*/ 19042 h 2329920"/>
              <a:gd name="connsiteX5" fmla="*/ 937260 w 1215183"/>
              <a:gd name="connsiteY5" fmla="*/ 0 h 2329920"/>
              <a:gd name="connsiteX6" fmla="*/ 0 w 1215183"/>
              <a:gd name="connsiteY6" fmla="*/ 937260 h 232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5183" h="2329920">
                <a:moveTo>
                  <a:pt x="0" y="937260"/>
                </a:moveTo>
                <a:lnTo>
                  <a:pt x="0" y="2329920"/>
                </a:lnTo>
                <a:lnTo>
                  <a:pt x="1215183" y="2329920"/>
                </a:lnTo>
                <a:lnTo>
                  <a:pt x="1215183" y="46679"/>
                </a:lnTo>
                <a:lnTo>
                  <a:pt x="1126151" y="19042"/>
                </a:lnTo>
                <a:cubicBezTo>
                  <a:pt x="1065137" y="6557"/>
                  <a:pt x="1001965" y="0"/>
                  <a:pt x="937260" y="0"/>
                </a:cubicBezTo>
                <a:cubicBezTo>
                  <a:pt x="419626" y="0"/>
                  <a:pt x="0" y="419626"/>
                  <a:pt x="0" y="93726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EFE600-B9F6-8876-7B8C-6D397E09C82F}"/>
              </a:ext>
            </a:extLst>
          </p:cNvPr>
          <p:cNvGrpSpPr/>
          <p:nvPr userDrawn="1"/>
        </p:nvGrpSpPr>
        <p:grpSpPr>
          <a:xfrm flipH="1">
            <a:off x="9267448" y="1614261"/>
            <a:ext cx="1463578" cy="1463578"/>
            <a:chOff x="6132575" y="1705337"/>
            <a:chExt cx="3494544" cy="3494544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F18B9DF-7E96-76E8-4D65-82681A02E014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12355F4-A949-F09C-38B7-B63738D70A9D}"/>
                </a:ext>
              </a:extLst>
            </p:cNvPr>
            <p:cNvSpPr/>
            <p:nvPr userDrawn="1"/>
          </p:nvSpPr>
          <p:spPr>
            <a:xfrm>
              <a:off x="6484955" y="2057719"/>
              <a:ext cx="2789784" cy="27897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58B5C6-C6B2-9398-711A-07C8BD3E0414}"/>
              </a:ext>
            </a:extLst>
          </p:cNvPr>
          <p:cNvSpPr/>
          <p:nvPr userDrawn="1"/>
        </p:nvSpPr>
        <p:spPr>
          <a:xfrm flipH="1">
            <a:off x="9267448" y="-137159"/>
            <a:ext cx="1463578" cy="1052298"/>
          </a:xfrm>
          <a:custGeom>
            <a:avLst/>
            <a:gdLst>
              <a:gd name="connsiteX0" fmla="*/ 1386713 w 1463578"/>
              <a:gd name="connsiteY0" fmla="*/ 0 h 1052298"/>
              <a:gd name="connsiteX1" fmla="*/ 76865 w 1463578"/>
              <a:gd name="connsiteY1" fmla="*/ 0 h 1052298"/>
              <a:gd name="connsiteX2" fmla="*/ 57508 w 1463578"/>
              <a:gd name="connsiteY2" fmla="*/ 35664 h 1052298"/>
              <a:gd name="connsiteX3" fmla="*/ 0 w 1463578"/>
              <a:gd name="connsiteY3" fmla="*/ 320509 h 1052298"/>
              <a:gd name="connsiteX4" fmla="*/ 731789 w 1463578"/>
              <a:gd name="connsiteY4" fmla="*/ 1052298 h 1052298"/>
              <a:gd name="connsiteX5" fmla="*/ 1463578 w 1463578"/>
              <a:gd name="connsiteY5" fmla="*/ 320509 h 1052298"/>
              <a:gd name="connsiteX6" fmla="*/ 1406070 w 1463578"/>
              <a:gd name="connsiteY6" fmla="*/ 35664 h 105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3578" h="1052298">
                <a:moveTo>
                  <a:pt x="1386713" y="0"/>
                </a:moveTo>
                <a:lnTo>
                  <a:pt x="76865" y="0"/>
                </a:lnTo>
                <a:lnTo>
                  <a:pt x="57508" y="35664"/>
                </a:lnTo>
                <a:cubicBezTo>
                  <a:pt x="20477" y="123214"/>
                  <a:pt x="0" y="219470"/>
                  <a:pt x="0" y="320509"/>
                </a:cubicBezTo>
                <a:cubicBezTo>
                  <a:pt x="0" y="724665"/>
                  <a:pt x="327633" y="1052298"/>
                  <a:pt x="731789" y="1052298"/>
                </a:cubicBezTo>
                <a:cubicBezTo>
                  <a:pt x="1135945" y="1052298"/>
                  <a:pt x="1463578" y="724665"/>
                  <a:pt x="1463578" y="320509"/>
                </a:cubicBezTo>
                <a:cubicBezTo>
                  <a:pt x="1463578" y="219470"/>
                  <a:pt x="1443101" y="123214"/>
                  <a:pt x="1406070" y="35664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59AA91B-283A-B7C1-267E-FB04D147A0FF}"/>
              </a:ext>
            </a:extLst>
          </p:cNvPr>
          <p:cNvSpPr/>
          <p:nvPr userDrawn="1"/>
        </p:nvSpPr>
        <p:spPr>
          <a:xfrm flipH="1">
            <a:off x="9415031" y="-137159"/>
            <a:ext cx="1168412" cy="904714"/>
          </a:xfrm>
          <a:custGeom>
            <a:avLst/>
            <a:gdLst>
              <a:gd name="connsiteX0" fmla="*/ 1071964 w 1168412"/>
              <a:gd name="connsiteY0" fmla="*/ 0 h 904714"/>
              <a:gd name="connsiteX1" fmla="*/ 96448 w 1168412"/>
              <a:gd name="connsiteY1" fmla="*/ 0 h 904714"/>
              <a:gd name="connsiteX2" fmla="*/ 45910 w 1168412"/>
              <a:gd name="connsiteY2" fmla="*/ 93110 h 904714"/>
              <a:gd name="connsiteX3" fmla="*/ 0 w 1168412"/>
              <a:gd name="connsiteY3" fmla="*/ 320509 h 904714"/>
              <a:gd name="connsiteX4" fmla="*/ 584206 w 1168412"/>
              <a:gd name="connsiteY4" fmla="*/ 904714 h 904714"/>
              <a:gd name="connsiteX5" fmla="*/ 1168412 w 1168412"/>
              <a:gd name="connsiteY5" fmla="*/ 320509 h 904714"/>
              <a:gd name="connsiteX6" fmla="*/ 1122502 w 1168412"/>
              <a:gd name="connsiteY6" fmla="*/ 93110 h 90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412" h="904714">
                <a:moveTo>
                  <a:pt x="1071964" y="0"/>
                </a:moveTo>
                <a:lnTo>
                  <a:pt x="96448" y="0"/>
                </a:lnTo>
                <a:lnTo>
                  <a:pt x="45910" y="93110"/>
                </a:lnTo>
                <a:cubicBezTo>
                  <a:pt x="16347" y="163003"/>
                  <a:pt x="0" y="239847"/>
                  <a:pt x="0" y="320509"/>
                </a:cubicBezTo>
                <a:cubicBezTo>
                  <a:pt x="0" y="643157"/>
                  <a:pt x="261558" y="904714"/>
                  <a:pt x="584206" y="904714"/>
                </a:cubicBezTo>
                <a:cubicBezTo>
                  <a:pt x="906854" y="904714"/>
                  <a:pt x="1168412" y="643157"/>
                  <a:pt x="1168412" y="320509"/>
                </a:cubicBezTo>
                <a:cubicBezTo>
                  <a:pt x="1168412" y="239847"/>
                  <a:pt x="1152065" y="163003"/>
                  <a:pt x="1122502" y="9311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BF087B6-5AEA-5FEA-3A76-7408DBF87348}"/>
              </a:ext>
            </a:extLst>
          </p:cNvPr>
          <p:cNvGrpSpPr/>
          <p:nvPr userDrawn="1"/>
        </p:nvGrpSpPr>
        <p:grpSpPr>
          <a:xfrm flipH="1">
            <a:off x="9267448" y="3776959"/>
            <a:ext cx="1463578" cy="1463578"/>
            <a:chOff x="6132575" y="1705337"/>
            <a:chExt cx="3494544" cy="3494544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BF98F9-6B40-A3A7-99A5-2ADF8305690D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82810DB-C073-FCC3-EB88-EE9AFAE296D4}"/>
                </a:ext>
              </a:extLst>
            </p:cNvPr>
            <p:cNvSpPr/>
            <p:nvPr userDrawn="1"/>
          </p:nvSpPr>
          <p:spPr>
            <a:xfrm>
              <a:off x="6484955" y="2057719"/>
              <a:ext cx="2789784" cy="27897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1D6584D-4941-51FC-165D-BA49B5929947}"/>
              </a:ext>
            </a:extLst>
          </p:cNvPr>
          <p:cNvSpPr/>
          <p:nvPr userDrawn="1"/>
        </p:nvSpPr>
        <p:spPr>
          <a:xfrm flipH="1">
            <a:off x="9267448" y="5943685"/>
            <a:ext cx="1463578" cy="1006879"/>
          </a:xfrm>
          <a:custGeom>
            <a:avLst/>
            <a:gdLst>
              <a:gd name="connsiteX0" fmla="*/ 731789 w 1463578"/>
              <a:gd name="connsiteY0" fmla="*/ 0 h 1006879"/>
              <a:gd name="connsiteX1" fmla="*/ 0 w 1463578"/>
              <a:gd name="connsiteY1" fmla="*/ 731789 h 1006879"/>
              <a:gd name="connsiteX2" fmla="*/ 14867 w 1463578"/>
              <a:gd name="connsiteY2" fmla="*/ 879270 h 1006879"/>
              <a:gd name="connsiteX3" fmla="*/ 54479 w 1463578"/>
              <a:gd name="connsiteY3" fmla="*/ 1006879 h 1006879"/>
              <a:gd name="connsiteX4" fmla="*/ 1409099 w 1463578"/>
              <a:gd name="connsiteY4" fmla="*/ 1006879 h 1006879"/>
              <a:gd name="connsiteX5" fmla="*/ 1448711 w 1463578"/>
              <a:gd name="connsiteY5" fmla="*/ 879270 h 1006879"/>
              <a:gd name="connsiteX6" fmla="*/ 1463578 w 1463578"/>
              <a:gd name="connsiteY6" fmla="*/ 731789 h 1006879"/>
              <a:gd name="connsiteX7" fmla="*/ 731789 w 1463578"/>
              <a:gd name="connsiteY7" fmla="*/ 0 h 1006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3578" h="1006879">
                <a:moveTo>
                  <a:pt x="731789" y="0"/>
                </a:moveTo>
                <a:cubicBezTo>
                  <a:pt x="327633" y="0"/>
                  <a:pt x="0" y="327633"/>
                  <a:pt x="0" y="731789"/>
                </a:cubicBezTo>
                <a:cubicBezTo>
                  <a:pt x="0" y="782309"/>
                  <a:pt x="5119" y="831633"/>
                  <a:pt x="14867" y="879270"/>
                </a:cubicBezTo>
                <a:lnTo>
                  <a:pt x="54479" y="1006879"/>
                </a:lnTo>
                <a:lnTo>
                  <a:pt x="1409099" y="1006879"/>
                </a:lnTo>
                <a:lnTo>
                  <a:pt x="1448711" y="879270"/>
                </a:lnTo>
                <a:cubicBezTo>
                  <a:pt x="1458459" y="831633"/>
                  <a:pt x="1463578" y="782309"/>
                  <a:pt x="1463578" y="731789"/>
                </a:cubicBezTo>
                <a:cubicBezTo>
                  <a:pt x="1463578" y="327633"/>
                  <a:pt x="1135945" y="0"/>
                  <a:pt x="731789" y="0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A98F5D52-AAB3-C062-E9E1-B619845DF7A3}"/>
              </a:ext>
            </a:extLst>
          </p:cNvPr>
          <p:cNvSpPr/>
          <p:nvPr userDrawn="1"/>
        </p:nvSpPr>
        <p:spPr>
          <a:xfrm flipH="1">
            <a:off x="9415031" y="6091269"/>
            <a:ext cx="1168412" cy="859295"/>
          </a:xfrm>
          <a:custGeom>
            <a:avLst/>
            <a:gdLst>
              <a:gd name="connsiteX0" fmla="*/ 584206 w 1168412"/>
              <a:gd name="connsiteY0" fmla="*/ 0 h 859295"/>
              <a:gd name="connsiteX1" fmla="*/ 0 w 1168412"/>
              <a:gd name="connsiteY1" fmla="*/ 584205 h 859295"/>
              <a:gd name="connsiteX2" fmla="*/ 45910 w 1168412"/>
              <a:gd name="connsiteY2" fmla="*/ 811604 h 859295"/>
              <a:gd name="connsiteX3" fmla="*/ 71795 w 1168412"/>
              <a:gd name="connsiteY3" fmla="*/ 859295 h 859295"/>
              <a:gd name="connsiteX4" fmla="*/ 1096616 w 1168412"/>
              <a:gd name="connsiteY4" fmla="*/ 859295 h 859295"/>
              <a:gd name="connsiteX5" fmla="*/ 1122502 w 1168412"/>
              <a:gd name="connsiteY5" fmla="*/ 811604 h 859295"/>
              <a:gd name="connsiteX6" fmla="*/ 1168412 w 1168412"/>
              <a:gd name="connsiteY6" fmla="*/ 584205 h 859295"/>
              <a:gd name="connsiteX7" fmla="*/ 584206 w 1168412"/>
              <a:gd name="connsiteY7" fmla="*/ 0 h 85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8412" h="859295">
                <a:moveTo>
                  <a:pt x="584206" y="0"/>
                </a:moveTo>
                <a:cubicBezTo>
                  <a:pt x="261558" y="0"/>
                  <a:pt x="0" y="261557"/>
                  <a:pt x="0" y="584205"/>
                </a:cubicBezTo>
                <a:cubicBezTo>
                  <a:pt x="0" y="664867"/>
                  <a:pt x="16347" y="741711"/>
                  <a:pt x="45910" y="811604"/>
                </a:cubicBezTo>
                <a:lnTo>
                  <a:pt x="71795" y="859295"/>
                </a:lnTo>
                <a:lnTo>
                  <a:pt x="1096616" y="859295"/>
                </a:lnTo>
                <a:lnTo>
                  <a:pt x="1122502" y="811604"/>
                </a:lnTo>
                <a:cubicBezTo>
                  <a:pt x="1152065" y="741711"/>
                  <a:pt x="1168412" y="664867"/>
                  <a:pt x="1168412" y="584205"/>
                </a:cubicBezTo>
                <a:cubicBezTo>
                  <a:pt x="1168412" y="261557"/>
                  <a:pt x="906854" y="0"/>
                  <a:pt x="584206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9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3E706-5D5F-97F2-1290-CD23D05A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539496"/>
            <a:ext cx="11000232" cy="7132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0C735-6DC7-2177-435E-56719940A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D796EB-0966-0C64-68CF-F47F347EA7AD}"/>
              </a:ext>
            </a:extLst>
          </p:cNvPr>
          <p:cNvSpPr/>
          <p:nvPr userDrawn="1"/>
        </p:nvSpPr>
        <p:spPr>
          <a:xfrm>
            <a:off x="431292" y="6176964"/>
            <a:ext cx="11329416" cy="3383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E6FA156-B4B7-E918-D662-579517ADF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8DDA655-D77D-CCB0-B92E-87BD91AE7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68E3E3B-215E-1CDC-FF91-CDE67EC09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69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51" r:id="rId3"/>
    <p:sldLayoutId id="2147483675" r:id="rId4"/>
    <p:sldLayoutId id="2147483660" r:id="rId5"/>
    <p:sldLayoutId id="2147483676" r:id="rId6"/>
    <p:sldLayoutId id="2147483653" r:id="rId7"/>
    <p:sldLayoutId id="2147483652" r:id="rId8"/>
    <p:sldLayoutId id="2147483671" r:id="rId9"/>
    <p:sldLayoutId id="2147483661" r:id="rId10"/>
    <p:sldLayoutId id="2147483672" r:id="rId11"/>
    <p:sldLayoutId id="2147483670" r:id="rId12"/>
    <p:sldLayoutId id="2147483668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6E06F-847B-DA3B-16C0-4ABAD9D6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5688" y="1510442"/>
            <a:ext cx="8037576" cy="3837115"/>
          </a:xfrm>
        </p:spPr>
        <p:txBody>
          <a:bodyPr/>
          <a:lstStyle/>
          <a:p>
            <a:r>
              <a:rPr lang="en-US" dirty="0"/>
              <a:t>Busy for god </a:t>
            </a:r>
            <a:br>
              <a:rPr lang="en-US" dirty="0"/>
            </a:br>
            <a:r>
              <a:rPr lang="en-US" dirty="0"/>
              <a:t>but far from god</a:t>
            </a:r>
          </a:p>
        </p:txBody>
      </p:sp>
    </p:spTree>
    <p:extLst>
      <p:ext uri="{BB962C8B-B14F-4D97-AF65-F5344CB8AC3E}">
        <p14:creationId xmlns:p14="http://schemas.microsoft.com/office/powerpoint/2010/main" val="375571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5CD67-DD50-CA48-6424-F4C8B5F1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/>
              <a:t>“</a:t>
            </a:r>
            <a:r>
              <a:rPr lang="en-IN" sz="2400" b="1" dirty="0" err="1"/>
              <a:t>നീ</a:t>
            </a:r>
            <a:r>
              <a:rPr lang="en-IN" sz="2400" b="1" dirty="0"/>
              <a:t> </a:t>
            </a:r>
            <a:r>
              <a:rPr lang="en-IN" sz="2400" b="1" dirty="0" err="1"/>
              <a:t>എന്നെ</a:t>
            </a:r>
            <a:r>
              <a:rPr lang="en-IN" sz="2400" b="1" dirty="0"/>
              <a:t> </a:t>
            </a:r>
            <a:r>
              <a:rPr lang="en-IN" sz="2400" b="1" dirty="0" err="1"/>
              <a:t>എന്തിനു</a:t>
            </a:r>
            <a:r>
              <a:rPr lang="en-IN" sz="2400" b="1" dirty="0"/>
              <a:t> </a:t>
            </a:r>
            <a:r>
              <a:rPr lang="en-IN" sz="2400" b="1" dirty="0" err="1"/>
              <a:t>കർത്താവേ</a:t>
            </a:r>
            <a:r>
              <a:rPr lang="en-IN" sz="2400" b="1" dirty="0"/>
              <a:t>, </a:t>
            </a:r>
            <a:r>
              <a:rPr lang="en-IN" sz="2400" b="1" dirty="0" err="1"/>
              <a:t>കർത്താവേ</a:t>
            </a:r>
            <a:r>
              <a:rPr lang="en-IN" sz="2400" b="1" dirty="0"/>
              <a:t>, </a:t>
            </a:r>
            <a:r>
              <a:rPr lang="en-IN" sz="2400" b="1" dirty="0" err="1"/>
              <a:t>എന്നു</a:t>
            </a:r>
            <a:r>
              <a:rPr lang="en-IN" sz="2400" b="1" dirty="0"/>
              <a:t> </a:t>
            </a:r>
            <a:r>
              <a:rPr lang="en-IN" sz="2400" b="1" dirty="0" err="1"/>
              <a:t>വിളിക്കുന്നു</a:t>
            </a:r>
            <a:r>
              <a:rPr lang="en-IN" sz="2400" b="1" dirty="0"/>
              <a:t>? </a:t>
            </a:r>
            <a:r>
              <a:rPr lang="en-IN" sz="2400" b="1" dirty="0" err="1"/>
              <a:t>ഞാ</a:t>
            </a:r>
            <a:r>
              <a:rPr lang="en-IN" sz="2400" b="1" dirty="0"/>
              <a:t>ൻ </a:t>
            </a:r>
            <a:r>
              <a:rPr lang="en-IN" sz="2400" b="1" dirty="0" err="1"/>
              <a:t>പറയുന്നത്</a:t>
            </a:r>
            <a:r>
              <a:rPr lang="en-IN" sz="2400" b="1" dirty="0"/>
              <a:t> </a:t>
            </a:r>
            <a:r>
              <a:rPr lang="en-IN" sz="2400" b="1" dirty="0" err="1"/>
              <a:t>ചെയ്യാതിരിക്കുന്നതു</a:t>
            </a:r>
            <a:r>
              <a:rPr lang="en-IN" sz="2400" b="1" dirty="0"/>
              <a:t> </a:t>
            </a:r>
            <a:r>
              <a:rPr lang="en-IN" sz="2400" b="1" dirty="0" err="1"/>
              <a:t>എന്തു</a:t>
            </a:r>
            <a:r>
              <a:rPr lang="en-IN" sz="2400" b="1" dirty="0"/>
              <a:t>?”</a:t>
            </a:r>
            <a:br>
              <a:rPr lang="en-IN" sz="2400" dirty="0"/>
            </a:br>
            <a:r>
              <a:rPr lang="en-IN" sz="2400" dirty="0"/>
              <a:t>— </a:t>
            </a:r>
            <a:r>
              <a:rPr lang="en-IN" sz="2400" b="1" dirty="0" err="1"/>
              <a:t>ലൂക്കോസ്</a:t>
            </a:r>
            <a:r>
              <a:rPr lang="en-IN" sz="2400" b="1" dirty="0"/>
              <a:t> 6:46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F326B-C690-2E1C-D479-E54FD8D92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“Why do you call me, 'Lord, Lord,' and do not do what I say?" </a:t>
            </a:r>
          </a:p>
        </p:txBody>
      </p:sp>
    </p:spTree>
    <p:extLst>
      <p:ext uri="{BB962C8B-B14F-4D97-AF65-F5344CB8AC3E}">
        <p14:creationId xmlns:p14="http://schemas.microsoft.com/office/powerpoint/2010/main" val="421180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71DD-828D-BE5D-1ABC-5965AD0A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/>
              <a:t>“ഈ </a:t>
            </a:r>
            <a:r>
              <a:rPr lang="en-IN" sz="2400" b="1" dirty="0" err="1"/>
              <a:t>ജനം</a:t>
            </a:r>
            <a:r>
              <a:rPr lang="en-IN" sz="2400" b="1" dirty="0"/>
              <a:t> </a:t>
            </a:r>
            <a:r>
              <a:rPr lang="en-IN" sz="2400" b="1" dirty="0" err="1"/>
              <a:t>അധരങ്ങൾകൊണ്ട്</a:t>
            </a:r>
            <a:r>
              <a:rPr lang="en-IN" sz="2400" b="1" dirty="0"/>
              <a:t> </a:t>
            </a:r>
            <a:r>
              <a:rPr lang="en-IN" sz="2400" b="1" dirty="0" err="1"/>
              <a:t>എന്നെ</a:t>
            </a:r>
            <a:r>
              <a:rPr lang="en-IN" sz="2400" b="1" dirty="0"/>
              <a:t> </a:t>
            </a:r>
            <a:r>
              <a:rPr lang="en-IN" sz="2400" b="1" dirty="0" err="1"/>
              <a:t>ബഹുമാനിക്കുന്നു</a:t>
            </a:r>
            <a:r>
              <a:rPr lang="en-IN" sz="2400" b="1" dirty="0"/>
              <a:t>; </a:t>
            </a:r>
            <a:r>
              <a:rPr lang="en-IN" sz="2400" b="1" dirty="0" err="1"/>
              <a:t>അവരുടെ</a:t>
            </a:r>
            <a:r>
              <a:rPr lang="en-IN" sz="2400" b="1" dirty="0"/>
              <a:t> </a:t>
            </a:r>
            <a:r>
              <a:rPr lang="en-IN" sz="2400" b="1" dirty="0" err="1"/>
              <a:t>ഹൃദയമോ</a:t>
            </a:r>
            <a:r>
              <a:rPr lang="en-IN" sz="2400" b="1" dirty="0"/>
              <a:t> </a:t>
            </a:r>
            <a:r>
              <a:rPr lang="en-IN" sz="2400" b="1" dirty="0" err="1"/>
              <a:t>എന്നോടു</a:t>
            </a:r>
            <a:r>
              <a:rPr lang="en-IN" sz="2400" b="1" dirty="0"/>
              <a:t> </a:t>
            </a:r>
            <a:r>
              <a:rPr lang="en-IN" sz="2400" b="1" dirty="0" err="1"/>
              <a:t>അകന്നിരിക്കുന്നു</a:t>
            </a:r>
            <a:r>
              <a:rPr lang="en-IN" sz="2400" b="1" dirty="0"/>
              <a:t>.”</a:t>
            </a:r>
            <a:br>
              <a:rPr lang="en-IN" sz="2400" dirty="0"/>
            </a:br>
            <a:r>
              <a:rPr lang="en-IN" sz="2400" dirty="0"/>
              <a:t>— </a:t>
            </a:r>
            <a:r>
              <a:rPr lang="en-IN" sz="2400" b="1" dirty="0" err="1"/>
              <a:t>മത്തായി</a:t>
            </a:r>
            <a:r>
              <a:rPr lang="en-IN" sz="2400" b="1" dirty="0"/>
              <a:t> 15:8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3BB48-C522-FF77-7BD1-8B2E0FBA0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“These people </a:t>
            </a:r>
            <a:r>
              <a:rPr lang="en-IN" dirty="0" err="1"/>
              <a:t>honor</a:t>
            </a:r>
            <a:r>
              <a:rPr lang="en-IN" dirty="0"/>
              <a:t> me with their lips, but their hearts are far from me”</a:t>
            </a:r>
          </a:p>
        </p:txBody>
      </p:sp>
    </p:spTree>
    <p:extLst>
      <p:ext uri="{BB962C8B-B14F-4D97-AF65-F5344CB8AC3E}">
        <p14:creationId xmlns:p14="http://schemas.microsoft.com/office/powerpoint/2010/main" val="806360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23D9F-FD52-B249-C5CA-3AE17C8A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5D83A-AB86-5F9D-85E9-DDFC7C36C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5688" y="1510442"/>
            <a:ext cx="8037576" cy="3837115"/>
          </a:xfrm>
        </p:spPr>
        <p:txBody>
          <a:bodyPr/>
          <a:lstStyle/>
          <a:p>
            <a:r>
              <a:rPr lang="en-US" dirty="0"/>
              <a:t>Busy for god </a:t>
            </a:r>
            <a:br>
              <a:rPr lang="en-US" dirty="0"/>
            </a:br>
            <a:r>
              <a:rPr lang="en-US" dirty="0"/>
              <a:t>but far from god</a:t>
            </a:r>
          </a:p>
        </p:txBody>
      </p:sp>
    </p:spTree>
    <p:extLst>
      <p:ext uri="{BB962C8B-B14F-4D97-AF65-F5344CB8AC3E}">
        <p14:creationId xmlns:p14="http://schemas.microsoft.com/office/powerpoint/2010/main" val="13804630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F5F2EB">
      <a:dk1>
        <a:srgbClr val="000000"/>
      </a:dk1>
      <a:lt1>
        <a:srgbClr val="FFFFFF"/>
      </a:lt1>
      <a:dk2>
        <a:srgbClr val="44546A"/>
      </a:dk2>
      <a:lt2>
        <a:srgbClr val="E7E4E6"/>
      </a:lt2>
      <a:accent1>
        <a:srgbClr val="D96564"/>
      </a:accent1>
      <a:accent2>
        <a:srgbClr val="108669"/>
      </a:accent2>
      <a:accent3>
        <a:srgbClr val="84B278"/>
      </a:accent3>
      <a:accent4>
        <a:srgbClr val="F5F2EB"/>
      </a:accent4>
      <a:accent5>
        <a:srgbClr val="E89284"/>
      </a:accent5>
      <a:accent6>
        <a:srgbClr val="004D1C"/>
      </a:accent6>
      <a:hlink>
        <a:srgbClr val="108669"/>
      </a:hlink>
      <a:folHlink>
        <a:srgbClr val="D96564"/>
      </a:folHlink>
    </a:clrScheme>
    <a:fontScheme name="Custom 38">
      <a:majorFont>
        <a:latin typeface="Posterama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09028_win32_LW_V4" id="{74888464-C70A-42F8-9CFC-7B0A59C5395A}" vid="{A1E7A734-C834-4183-B67C-9D9A3DA31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53791F-F5A3-4DD5-A653-7AA42E82FC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FE8F7C-40E7-4230-B95E-A7E489894944}">
  <ds:schemaRefs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metadata/properties"/>
    <ds:schemaRef ds:uri="16c05727-aa75-4e4a-9b5f-8a80a1165891"/>
    <ds:schemaRef ds:uri="http://schemas.microsoft.com/sharepoint/v3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230e9df3-be65-4c73-a93b-d1236ebd677e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319306A-3B4F-4CF2-A434-AAF2D6917C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Feathered design</Template>
  <TotalTime>15</TotalTime>
  <Words>88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Courier New</vt:lpstr>
      <vt:lpstr>Georgia Pro Light</vt:lpstr>
      <vt:lpstr>Posterama</vt:lpstr>
      <vt:lpstr>Custom</vt:lpstr>
      <vt:lpstr>Busy for god  but far from god</vt:lpstr>
      <vt:lpstr>“നീ എന്നെ എന്തിനു കർത്താവേ, കർത്താവേ, എന്നു വിളിക്കുന്നു? ഞാൻ പറയുന്നത് ചെയ്യാതിരിക്കുന്നതു എന്തു?” — ലൂക്കോസ് 6:46</vt:lpstr>
      <vt:lpstr>“ഈ ജനം അധരങ്ങൾകൊണ്ട് എന്നെ ബഹുമാനിക്കുന്നു; അവരുടെ ഹൃദയമോ എന്നോടു അകന്നിരിക്കുന്നു.” — മത്തായി 15:8</vt:lpstr>
      <vt:lpstr>Busy for god  but far from god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geobin ritzy george</dc:creator>
  <cp:lastModifiedBy>geobin ritzy george</cp:lastModifiedBy>
  <cp:revision>2</cp:revision>
  <dcterms:created xsi:type="dcterms:W3CDTF">2026-08-29T08:15:08Z</dcterms:created>
  <dcterms:modified xsi:type="dcterms:W3CDTF">2026-08-29T08:30:59Z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