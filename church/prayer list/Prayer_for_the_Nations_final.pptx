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Opening slide. Countries follow continent by continent, five per slide.</a:t>
            </a:r>
            <a:endParaRPr/>
          </a:p>
        </p:txBody>
      </p:sp>
      <p:sp>
        <p:nvSpPr>
          <p:cNvPr id="22" name="Google Shape;2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Africa (ആഫ്രിക്ക) — 53 countries. Country slides follow, five per slide.</a:t>
            </a: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Africa — 1–5: Algeria (അൾജീരിയ), Angola (അംഗോള), Benin (ബെനിൻ), Botswana (ബോട്സ്വാന), Burkina Faso (ബുർക്കിന ഫാസോ)</a:t>
            </a:r>
            <a:endParaRPr/>
          </a:p>
        </p:txBody>
      </p:sp>
      <p:sp>
        <p:nvSpPr>
          <p:cNvPr id="37" name="Google Shape;3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Africa — 6–10: Burundi (ബറുണ്ടി), Cabo Verde (കേപ് വെർഡെ), Cameroon (കാമറൂൺ), Central African Republic (സെൻട്രൽ ആഫ്രിക്കൻ റിപ്പബ്ലിക്), Chad (ചാഡ്)</a:t>
            </a:r>
            <a:endParaRPr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Africa — 11–15: Comoros (കൊമോറോസ്), Congo (Congo-Brazzaville) (റിപ്പബ്ലിക് ഓഫ് കോംഗോ), Democratic Republic of the Congo (ഡെമോക്രാറ്റിക് റിപ്പബ്ലിക് ഓഫ് കോംഗോ), Djibouti (ജിബൂട്ടി), Egypt (ഈജിപ്ത്)</a:t>
            </a:r>
            <a:endParaRPr/>
          </a:p>
        </p:txBody>
      </p:sp>
      <p:sp>
        <p:nvSpPr>
          <p:cNvPr id="99" name="Google Shape;9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Africa — 16–20: Equatorial Guinea (ഇക്വറ്റോറിയൽ ഗിനിയ), Eritrea (എറിട്രിയ), Eswatini (എസ്വാറ്റിനി), Ethiopia (എത്യോപ്യ), Gabon (ഗാബോൺ)</a:t>
            </a:r>
            <a:endParaRPr/>
          </a:p>
        </p:txBody>
      </p:sp>
      <p:sp>
        <p:nvSpPr>
          <p:cNvPr id="130" name="Google Shape;13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Africa — 21–25: Gambia (ഗാംബിയ), Ghana (ഘാന), Guinea (ഗിനിയ), Guinea-Bissau (ഗിനി-ബിസാവു), Kenya (കെനിയ)</a:t>
            </a:r>
            <a:endParaRPr/>
          </a:p>
        </p:txBody>
      </p:sp>
      <p:sp>
        <p:nvSpPr>
          <p:cNvPr id="161" name="Google Shape;16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Africa — 26–30: Lesotho (ലെസോത്തോ), Liberia (ലൈബീരിയ), Libya (ലിബിയ), Madagascar (മഡഗാസ്കർ), Malawi (മലാവി)</a:t>
            </a:r>
            <a:endParaRPr/>
          </a:p>
        </p:txBody>
      </p:sp>
      <p:sp>
        <p:nvSpPr>
          <p:cNvPr id="192" name="Google Shape;19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Africa — 31–35: Mali (മാലി), Mauritania (മൗറിറ്റാനിയ), Mauritius (മൗറീഷ്യസ്), Morocco (മൊറോക്കോ), Mozambique (മൊസാംബിക്)</a:t>
            </a:r>
            <a:endParaRPr/>
          </a:p>
        </p:txBody>
      </p:sp>
      <p:sp>
        <p:nvSpPr>
          <p:cNvPr id="223" name="Google Shape;22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Africa — 36–40: Namibia (നമീബിയ), Niger (നൈജർ), Nigeria (നൈജീരിയ), Rwanda (റുവാണ്ട), São Tomé and Príncipe (സാവോ ടോമെ ആൻഡ് പ്രിൻസിപെ)</a:t>
            </a:r>
            <a:endParaRPr/>
          </a:p>
        </p:txBody>
      </p:sp>
      <p:sp>
        <p:nvSpPr>
          <p:cNvPr id="254" name="Google Shape;25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Africa — 41–45: Senegal (സെനഗൽ), Seychelles (സെയ്ഷെൽസ്), Sierra Leone (സിയറ ലിയോൺ), Somalia (സൊമാലിയ), South Africa (ദക്ഷിണാഫ്രിക്ക)</a:t>
            </a:r>
            <a:endParaRPr/>
          </a:p>
        </p:txBody>
      </p:sp>
      <p:sp>
        <p:nvSpPr>
          <p:cNvPr id="285" name="Google Shape;28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Africa — 46–50: South Sudan (ദക്ഷിണ സുഡാൻ), Sudan (സുഡാൻ), Tanzania (ടാൻസാനിയ), Togo (ടോഗോ), Tunisia (ടുണീഷ്യ)</a:t>
            </a:r>
            <a:endParaRPr/>
          </a:p>
        </p:txBody>
      </p:sp>
      <p:sp>
        <p:nvSpPr>
          <p:cNvPr id="316" name="Google Shape;31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Africa — 51–53: Uganda (ഉഗാണ്ട), Zambia (സാംബിയ), Zimbabwe (സിംബാബ്‌വെ)</a:t>
            </a:r>
            <a:endParaRPr/>
          </a:p>
        </p:txBody>
      </p:sp>
      <p:sp>
        <p:nvSpPr>
          <p:cNvPr id="347" name="Google Shape;34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Asia (ഏഷ്യ) — 48 countries. Country slides follow, five per slide.</a:t>
            </a:r>
            <a:endParaRPr/>
          </a:p>
        </p:txBody>
      </p:sp>
      <p:sp>
        <p:nvSpPr>
          <p:cNvPr id="368" name="Google Shape;36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Asia — 1–5: Afghanistan (അഫ്ഗാനിസ്ഥാൻ), Armenia (അർമേനിയ), Azerbaijan (അസർബൈജാൻ), Bahrain (ബഹ്‌റൈൻ), Bangladesh (ബംഗ്ലാദേശ്)</a:t>
            </a:r>
            <a:endParaRPr/>
          </a:p>
        </p:txBody>
      </p:sp>
      <p:sp>
        <p:nvSpPr>
          <p:cNvPr id="376" name="Google Shape;37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Asia — 6–10: Bhutan (ഭൂട്ടാൻ), Brunei (ബ്രൂണൈ), Cambodia (കംബോഡിയ), China (ചൈന), Cyprus (സൈപ്രസ്)</a:t>
            </a:r>
            <a:endParaRPr/>
          </a:p>
        </p:txBody>
      </p:sp>
      <p:sp>
        <p:nvSpPr>
          <p:cNvPr id="407" name="Google Shape;40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Asia — 11–15: Georgia (ജോർജിയ), India (ഇന്ത്യ), Indonesia (ഇന്തോനേഷ്യ), Iran (ഇറാൻ), Iraq (ഇറാഖ്)</a:t>
            </a:r>
            <a:endParaRPr/>
          </a:p>
        </p:txBody>
      </p:sp>
      <p:sp>
        <p:nvSpPr>
          <p:cNvPr id="438" name="Google Shape;43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Asia — 16–20: Israel (ഇസ്രായേൽ), Japan (ജപ്പാൻ), Jordan (ജോർദാൻ), Kazakhstan (കസാഖ്സ്ഥാൻ), North Korea (ഉത്തര കൊറിയ)</a:t>
            </a:r>
            <a:endParaRPr/>
          </a:p>
        </p:txBody>
      </p:sp>
      <p:sp>
        <p:nvSpPr>
          <p:cNvPr id="469" name="Google Shape;46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9" name="Google Shape;49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Asia — 21–25: South Korea (ദക്ഷിണ കൊറിയ), Kuwait (കുവൈത്ത്), Kyrgyzstan (കിർഗിസ്ഥാൻ), Laos (ലാവോസ്), Lebanon (ലെബനൻ)</a:t>
            </a:r>
            <a:endParaRPr/>
          </a:p>
        </p:txBody>
      </p:sp>
      <p:sp>
        <p:nvSpPr>
          <p:cNvPr id="500" name="Google Shape;50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Asia — 26–30: Malaysia (മലേഷ്യ), Maldives (മാലദ്വീപ്), Mongolia (മംഗോളിയ), Myanmar (മ്യാൻമർ), Nepal (നേപ്പാൾ)</a:t>
            </a:r>
            <a:endParaRPr/>
          </a:p>
        </p:txBody>
      </p:sp>
      <p:sp>
        <p:nvSpPr>
          <p:cNvPr id="531" name="Google Shape;53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Asia — 31–35: Oman (ഒമാൻ), Pakistan (പാകിസ്ഥാൻ), Palestine (പലസ്തീൻ), Philippines (ഫിലിപ്പീൻസ്), Qatar (ഖത്തർ)</a:t>
            </a:r>
            <a:endParaRPr/>
          </a:p>
        </p:txBody>
      </p:sp>
      <p:sp>
        <p:nvSpPr>
          <p:cNvPr id="562" name="Google Shape;56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Asia — 36–40: Saudi Arabia (സൗദി അറേബ്യ), Singapore (സിംഗപ്പൂർ), Sri Lanka (ശ്രീലങ്ക), Syria (സിറിയ), Taiwan (തായ്‌വാൻ)</a:t>
            </a:r>
            <a:endParaRPr/>
          </a:p>
        </p:txBody>
      </p:sp>
      <p:sp>
        <p:nvSpPr>
          <p:cNvPr id="593" name="Google Shape;59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3" name="Google Shape;62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Asia — 41–45: Tajikistan (താജിക്കിസ്ഥാൻ), Thailand (തായ്‌ലൻഡ്), Timor-Leste (കിഴക്കൻ തിമോർ), Turkmenistan (തുർക്ക്മെനിസ്ഥാൻ), United Arab Emirates (യുണൈറ്റഡ് അറബ് എമിറേറ്റ്സ്)</a:t>
            </a:r>
            <a:endParaRPr/>
          </a:p>
        </p:txBody>
      </p:sp>
      <p:sp>
        <p:nvSpPr>
          <p:cNvPr id="624" name="Google Shape;62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Asia — 46–48: Uzbekistan (ഉസ്ബെക്കിസ്ഥാൻ), Vietnam (വിയറ്റ്നാം), Yemen (യെമൻ)</a:t>
            </a:r>
            <a:endParaRPr/>
          </a:p>
        </p:txBody>
      </p:sp>
      <p:sp>
        <p:nvSpPr>
          <p:cNvPr id="655" name="Google Shape;655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" name="Google Shape;67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 (യൂറോപ്പ്) — 45 countries. Country slides follow, five per slide.</a:t>
            </a:r>
            <a:endParaRPr/>
          </a:p>
        </p:txBody>
      </p:sp>
      <p:sp>
        <p:nvSpPr>
          <p:cNvPr id="676" name="Google Shape;676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3" name="Google Shape;68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 — 1–5: Albania (അൽബേനിയ), Andorra (അൻഡോറ), Austria (ഓസ്ട്രിയ), Belarus (ബെലാറൂസ്), Belgium (ബെൽജിയം)</a:t>
            </a:r>
            <a:endParaRPr/>
          </a:p>
        </p:txBody>
      </p:sp>
      <p:sp>
        <p:nvSpPr>
          <p:cNvPr id="684" name="Google Shape;684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4" name="Google Shape;71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 — 6–10: Bosnia and Herzegovina (ബോസ്നിയ ആൻഡ് ഹെർസഗോവിന), Bulgaria (ബൾഗേറിയ), Croatia (ക്രൊയേഷ്യ), Czech Republic (ചെക്ക് റിപ്പബ്ലിക്), Denmark (ഡെൻമാർക്ക്)</a:t>
            </a:r>
            <a:endParaRPr/>
          </a:p>
        </p:txBody>
      </p:sp>
      <p:sp>
        <p:nvSpPr>
          <p:cNvPr id="715" name="Google Shape;715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5" name="Google Shape;74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 — 11–15: Estonia (എസ്തോണിയ), Finland (ഫിൻലാൻഡ്), France (ഫ്രാൻസ്), Germany (ജർമ്മനി), Greece (ഗ്രീസ്)</a:t>
            </a:r>
            <a:endParaRPr/>
          </a:p>
        </p:txBody>
      </p:sp>
      <p:sp>
        <p:nvSpPr>
          <p:cNvPr id="746" name="Google Shape;746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 — 16–20: Hungary (ഹംഗറി), Iceland (ഐസ്‌ലാൻഡ്), Ireland (അയർലൻഡ്), Italy (ഇറ്റലി), Latvia (ലാത്വിയ)</a:t>
            </a:r>
            <a:endParaRPr/>
          </a:p>
        </p:txBody>
      </p:sp>
      <p:sp>
        <p:nvSpPr>
          <p:cNvPr id="777" name="Google Shape;777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7" name="Google Shape;80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 — 21–25: Liechtenstein (ലിച്ചൺസ്റ്റൈൻ), Lithuania (ലിത്വാനിയ), Luxembourg (ലക്സംബർഗ്), Malta (മാൾട്ട), Moldova (മോൾഡോവ)</a:t>
            </a:r>
            <a:endParaRPr/>
          </a:p>
        </p:txBody>
      </p:sp>
      <p:sp>
        <p:nvSpPr>
          <p:cNvPr id="808" name="Google Shape;808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8" name="Google Shape;83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 — 26–30: Monaco (മൊണാക്കോ), Montenegro (മോണ്ടിനെഗ്രോ), Netherlands (നെതർലൻഡ്സ്), North Macedonia (വടക്കൻ മാസിഡോണിയ), Norway (നോർവേ)</a:t>
            </a:r>
            <a:endParaRPr/>
          </a:p>
        </p:txBody>
      </p:sp>
      <p:sp>
        <p:nvSpPr>
          <p:cNvPr id="839" name="Google Shape;839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9" name="Google Shape;86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 — 31–35: Poland (പോളണ്ട്), Portugal (പോർച്ചുഗൽ), Romania (റൊമാനിയ), Russia (റഷ്യ), San Marino (സാൻ മറീനോ)</a:t>
            </a:r>
            <a:endParaRPr/>
          </a:p>
        </p:txBody>
      </p:sp>
      <p:sp>
        <p:nvSpPr>
          <p:cNvPr id="870" name="Google Shape;870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0" name="Google Shape;900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 — 36–40: Serbia (സെർബിയ), Slovakia (സ്ലോവാക്യ), Slovenia (സ്ലോവേനിയ), Spain (സ്പെയിൻ), Sweden (സ്വീഡൻ)</a:t>
            </a:r>
            <a:endParaRPr/>
          </a:p>
        </p:txBody>
      </p:sp>
      <p:sp>
        <p:nvSpPr>
          <p:cNvPr id="901" name="Google Shape;901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1" name="Google Shape;931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 — 41–45: Switzerland (സ്വിറ്റ്സർലൻഡ്), Turkey (തുർക്കി), Ukraine (ഉക്രൈൻ), United Kingdom (യുണൈറ്റഡ് കിങ്ഡം), Vatican City (വത്തിക്കാൻ സിറ്റി)</a:t>
            </a:r>
            <a:endParaRPr/>
          </a:p>
        </p:txBody>
      </p:sp>
      <p:sp>
        <p:nvSpPr>
          <p:cNvPr id="932" name="Google Shape;932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2" name="Google Shape;962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 America (വടക്കേ അമേരിക്ക) — 23 countries. Country slides follow, five per slide.</a:t>
            </a:r>
            <a:endParaRPr/>
          </a:p>
        </p:txBody>
      </p:sp>
      <p:sp>
        <p:nvSpPr>
          <p:cNvPr id="963" name="Google Shape;963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0" name="Google Shape;970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 America — 1–5: Antigua and Barbuda (ആന്റിഗ്വ ആൻഡ് ബാർബുഡ), Bahamas (ബഹാമാസ്), Barbados (ബാർബഡോസ്), Belize (ബെലീസ്), Canada (കാനഡ)</a:t>
            </a:r>
            <a:endParaRPr/>
          </a:p>
        </p:txBody>
      </p:sp>
      <p:sp>
        <p:nvSpPr>
          <p:cNvPr id="971" name="Google Shape;971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1" name="Google Shape;100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 America — 6–10: Costa Rica (കോസ്റ്റ റിക്ക), Cuba (ക്യൂബ), Dominica (ഡൊമിനിക്ക), Dominican Republic (ഡൊമിനിക്കൻ റിപ്പബ്ലിക്), El Salvador (എൽ സാൽവഡോർ)</a:t>
            </a:r>
            <a:endParaRPr/>
          </a:p>
        </p:txBody>
      </p:sp>
      <p:sp>
        <p:nvSpPr>
          <p:cNvPr id="1002" name="Google Shape;1002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2" name="Google Shape;103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 America — 11–15: Grenada (ഗ്രനേഡ), Guatemala (ഗ്വാട്ടിമാല), Haiti (ഹെയ്തി), Honduras (ഹോണ്ടുറാസ്), Jamaica (ജമൈക്ക)</a:t>
            </a:r>
            <a:endParaRPr/>
          </a:p>
        </p:txBody>
      </p:sp>
      <p:sp>
        <p:nvSpPr>
          <p:cNvPr id="1033" name="Google Shape;1033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3" name="Google Shape;1063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 America — 16–20: Mexico (മെക്സിക്കോ), Nicaragua (നിക്കരാഗ്വ), Panama (പനാമ), Saint Kitts and Nevis (സെന്റ് കിറ്റ്സ് ആൻഡ് നെവിസ്), Saint Lucia (സെന്റ് ലൂസിയ)</a:t>
            </a:r>
            <a:endParaRPr/>
          </a:p>
        </p:txBody>
      </p:sp>
      <p:sp>
        <p:nvSpPr>
          <p:cNvPr id="1064" name="Google Shape;1064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4" name="Google Shape;1094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 America — 21–23: Saint Vincent and the Grenadines (സെന്റ് വിൻസെന്റ് ആൻഡ് ഗ്രനേഡൈൻസ്), Trinidad and Tobago (ട്രിനിഡാഡ് ആൻഡ് ടൊബാഗോ), United States (അമേരിക്കൻ ഐക്യനാടുകൾ)</a:t>
            </a:r>
            <a:endParaRPr/>
          </a:p>
        </p:txBody>
      </p:sp>
      <p:sp>
        <p:nvSpPr>
          <p:cNvPr id="1095" name="Google Shape;1095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5" name="Google Shape;1115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Oceania (ഓഷ്യാനിയ) — 14 countries. Country slides follow, five per slide.</a:t>
            </a:r>
            <a:endParaRPr/>
          </a:p>
        </p:txBody>
      </p:sp>
      <p:sp>
        <p:nvSpPr>
          <p:cNvPr id="1116" name="Google Shape;1116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3" name="Google Shape;112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Oceania — 1–5: Australia (ഓസ്ട്രേലിയ), Fiji (ഫിജി), Kiribati (കിരിബാത്തി), Marshall Islands (മാർഷൽ ദ്വീപുകൾ), Micronesia (മൈക്രോനേഷ്യ)</a:t>
            </a:r>
            <a:endParaRPr/>
          </a:p>
        </p:txBody>
      </p:sp>
      <p:sp>
        <p:nvSpPr>
          <p:cNvPr id="1124" name="Google Shape;1124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4" name="Google Shape;1154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Oceania — 6–10: Nauru (നൗറു), New Zealand (ന്യൂസിലൻഡ്), Palau (പലാവു), Papua New Guinea (പാപ്പുവ ന്യൂ ഗിനി), Samoa (സമോവ)</a:t>
            </a:r>
            <a:endParaRPr/>
          </a:p>
        </p:txBody>
      </p:sp>
      <p:sp>
        <p:nvSpPr>
          <p:cNvPr id="1155" name="Google Shape;1155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5" name="Google Shape;1185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Oceania — 11–14: Solomon Islands (സോളമൻ ദ്വീപുകൾ), Tonga (ടോംഗ), Tuvalu (ടുവാലു), Vanuatu (വനുവാട്ടു)</a:t>
            </a:r>
            <a:endParaRPr/>
          </a:p>
        </p:txBody>
      </p:sp>
      <p:sp>
        <p:nvSpPr>
          <p:cNvPr id="1186" name="Google Shape;1186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 America (തെക്കേ അമേരിക്ക) — 12 countries. Country slides follow, five per slide.</a:t>
            </a:r>
            <a:endParaRPr/>
          </a:p>
        </p:txBody>
      </p:sp>
      <p:sp>
        <p:nvSpPr>
          <p:cNvPr id="1212" name="Google Shape;1212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9" name="Google Shape;1219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 America — 1–5: Argentina (അർജന്റീന), Bolivia (ബൊളീവിയ), Brazil (ബ്രസീൽ), Chile (ചിലി), Colombia (കൊളംബിയ)</a:t>
            </a:r>
            <a:endParaRPr/>
          </a:p>
        </p:txBody>
      </p:sp>
      <p:sp>
        <p:nvSpPr>
          <p:cNvPr id="1220" name="Google Shape;1220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0" name="Google Shape;125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 America — 6–10: Ecuador (ഇക്വഡോർ), Guyana (ഗയാന), Paraguay (പരാഗ്വേ), Peru (പെറു), Suriname (സുരിനാം)</a:t>
            </a:r>
            <a:endParaRPr/>
          </a:p>
        </p:txBody>
      </p:sp>
      <p:sp>
        <p:nvSpPr>
          <p:cNvPr id="1251" name="Google Shape;1251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1" name="Google Shape;1281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 America — 11–12: Uruguay (ഉറുഗ്വേ), Venezuela (വെനിസ്വേല)</a:t>
            </a:r>
            <a:endParaRPr/>
          </a:p>
        </p:txBody>
      </p:sp>
      <p:sp>
        <p:nvSpPr>
          <p:cNvPr id="1282" name="Google Shape;1282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>
          <a:extLst>
            <a:ext uri="{FF2B5EF4-FFF2-40B4-BE49-F238E27FC236}">
              <a16:creationId xmlns:a16="http://schemas.microsoft.com/office/drawing/2014/main" id="{72D5B67D-CDC4-86CC-4F7A-5CD1E1D9A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5:notes">
            <a:extLst>
              <a:ext uri="{FF2B5EF4-FFF2-40B4-BE49-F238E27FC236}">
                <a16:creationId xmlns:a16="http://schemas.microsoft.com/office/drawing/2014/main" id="{75BBE13F-B770-1671-2040-F07DB79B80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45:notes">
            <a:extLst>
              <a:ext uri="{FF2B5EF4-FFF2-40B4-BE49-F238E27FC236}">
                <a16:creationId xmlns:a16="http://schemas.microsoft.com/office/drawing/2014/main" id="{5F6C3681-A883-2AAF-B421-53E43A957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 America (തെക്കേ അമേരിക്ക) — 12 countries. Country slides follow, five per slide.</a:t>
            </a:r>
            <a:endParaRPr/>
          </a:p>
        </p:txBody>
      </p:sp>
      <p:sp>
        <p:nvSpPr>
          <p:cNvPr id="1212" name="Google Shape;1212;p45:notes">
            <a:extLst>
              <a:ext uri="{FF2B5EF4-FFF2-40B4-BE49-F238E27FC236}">
                <a16:creationId xmlns:a16="http://schemas.microsoft.com/office/drawing/2014/main" id="{2BD1CCA0-8888-5100-EBA0-E9BC2B03E4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533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SLIDE">
  <p:cSld name="TITLE_SLIDE">
    <p:bg>
      <p:bgPr>
        <a:solidFill>
          <a:schemeClr val="dk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822960" y="2103120"/>
            <a:ext cx="69494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mbria"/>
              <a:buNone/>
              <a:defRPr sz="54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822960" y="3931920"/>
            <a:ext cx="6949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NTRY_LIST">
  <p:cSld name="COUNTRY_LIST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640080" y="822960"/>
            <a:ext cx="38404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mbria"/>
              <a:buNone/>
              <a:defRPr sz="38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640080" y="22860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22960" y="2103120"/>
            <a:ext cx="11005246" cy="106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mbria"/>
              <a:buNone/>
            </a:pPr>
            <a:r>
              <a:rPr lang="en-US" sz="6600" b="1" dirty="0">
                <a:solidFill>
                  <a:schemeClr val="lt1"/>
                </a:solidFill>
              </a:rPr>
              <a:t>Praying for the Nations</a:t>
            </a:r>
            <a:endParaRPr sz="6600" dirty="0"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22959" y="3931920"/>
            <a:ext cx="111134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</a:pPr>
            <a:r>
              <a:rPr lang="en-US" sz="4000" b="1" dirty="0">
                <a:solidFill>
                  <a:schemeClr val="lt2"/>
                </a:solidFill>
              </a:rPr>
              <a:t>195</a:t>
            </a:r>
            <a:r>
              <a:rPr lang="en-US" sz="3600" dirty="0">
                <a:solidFill>
                  <a:schemeClr val="lt2"/>
                </a:solidFill>
              </a:rPr>
              <a:t> Countries · </a:t>
            </a:r>
            <a:r>
              <a:rPr lang="en-US" sz="4000" b="1" dirty="0"/>
              <a:t>6</a:t>
            </a:r>
            <a:r>
              <a:rPr lang="en-US" sz="3600" dirty="0">
                <a:solidFill>
                  <a:schemeClr val="lt2"/>
                </a:solidFill>
              </a:rPr>
              <a:t> </a:t>
            </a:r>
            <a:r>
              <a:rPr lang="en-US" sz="3600" dirty="0"/>
              <a:t>C</a:t>
            </a:r>
            <a:r>
              <a:rPr lang="en-US" sz="3600" dirty="0">
                <a:solidFill>
                  <a:schemeClr val="lt2"/>
                </a:solidFill>
              </a:rPr>
              <a:t>ontinents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822960" y="1828800"/>
            <a:ext cx="10911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mbria"/>
              <a:buNone/>
            </a:pPr>
            <a:r>
              <a:rPr lang="en-US" sz="8000" b="1" dirty="0">
                <a:solidFill>
                  <a:schemeClr val="lt1"/>
                </a:solidFill>
              </a:rPr>
              <a:t>AFRICA</a:t>
            </a:r>
            <a:endParaRPr dirty="0"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822960" y="4395018"/>
            <a:ext cx="10911840" cy="1012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</a:pPr>
            <a:r>
              <a:rPr lang="en-US" sz="4000" b="1" dirty="0">
                <a:solidFill>
                  <a:schemeClr val="lt2"/>
                </a:solidFill>
              </a:rPr>
              <a:t>53</a:t>
            </a:r>
            <a:r>
              <a:rPr lang="en-US" sz="4000" b="0" dirty="0">
                <a:solidFill>
                  <a:schemeClr val="lt2"/>
                </a:solidFill>
              </a:rPr>
              <a:t> countries</a:t>
            </a:r>
            <a:endParaRPr sz="4000" dirty="0"/>
          </a:p>
        </p:txBody>
      </p:sp>
      <p:sp>
        <p:nvSpPr>
          <p:cNvPr id="33" name="Google Shape;33;p6"/>
          <p:cNvSpPr txBox="1"/>
          <p:nvPr/>
        </p:nvSpPr>
        <p:spPr>
          <a:xfrm>
            <a:off x="822960" y="3017520"/>
            <a:ext cx="1091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lang="en-US" sz="5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ആഫ്രിക്ക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" name="Google Shape;41;p7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7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Algeria</a:t>
            </a:r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അൾജീരിയ</a:t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6" name="Google Shape;46;p7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7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Angola</a:t>
            </a:r>
            <a:endParaRPr dirty="0"/>
          </a:p>
        </p:txBody>
      </p:sp>
      <p:sp>
        <p:nvSpPr>
          <p:cNvPr id="48" name="Google Shape;48;p7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അംഗോള</a:t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7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7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Benin</a:t>
            </a:r>
            <a:endParaRPr/>
          </a:p>
        </p:txBody>
      </p:sp>
      <p:sp>
        <p:nvSpPr>
          <p:cNvPr id="53" name="Google Shape;53;p7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ബെനിൻ</a:t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7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Botswana</a:t>
            </a:r>
            <a:endParaRPr/>
          </a:p>
        </p:txBody>
      </p:sp>
      <p:sp>
        <p:nvSpPr>
          <p:cNvPr id="58" name="Google Shape;58;p7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ബോട്സ്വാന</a:t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7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Burkina Faso</a:t>
            </a:r>
            <a:endParaRPr/>
          </a:p>
        </p:txBody>
      </p:sp>
      <p:sp>
        <p:nvSpPr>
          <p:cNvPr id="63" name="Google Shape;63;p7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ബുർക്കിന ഫാസോ</a:t>
            </a:r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8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Burundi</a:t>
            </a:r>
            <a:endParaRPr sz="3600" dirty="0"/>
          </a:p>
        </p:txBody>
      </p:sp>
      <p:sp>
        <p:nvSpPr>
          <p:cNvPr id="74" name="Google Shape;74;p8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ബറുണ്ടി</a:t>
            </a:r>
            <a:endParaRPr sz="3600" dirty="0"/>
          </a:p>
        </p:txBody>
      </p:sp>
      <p:sp>
        <p:nvSpPr>
          <p:cNvPr id="75" name="Google Shape;75;p8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8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Cabo Verde</a:t>
            </a:r>
            <a:endParaRPr sz="3600" dirty="0"/>
          </a:p>
        </p:txBody>
      </p:sp>
      <p:sp>
        <p:nvSpPr>
          <p:cNvPr id="79" name="Google Shape;79;p8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കേപ്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വെർഡെ</a:t>
            </a:r>
            <a:endParaRPr sz="3600" dirty="0"/>
          </a:p>
        </p:txBody>
      </p:sp>
      <p:sp>
        <p:nvSpPr>
          <p:cNvPr id="80" name="Google Shape;80;p8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2" name="Google Shape;82;p8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Cameroon</a:t>
            </a:r>
            <a:endParaRPr sz="3600" dirty="0"/>
          </a:p>
        </p:txBody>
      </p:sp>
      <p:sp>
        <p:nvSpPr>
          <p:cNvPr id="84" name="Google Shape;84;p8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കാമറൂ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ൺ</a:t>
            </a:r>
            <a:endParaRPr sz="3600" dirty="0"/>
          </a:p>
        </p:txBody>
      </p:sp>
      <p:sp>
        <p:nvSpPr>
          <p:cNvPr id="85" name="Google Shape;85;p8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8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Central African Republic</a:t>
            </a:r>
            <a:endParaRPr sz="3600" dirty="0"/>
          </a:p>
        </p:txBody>
      </p:sp>
      <p:sp>
        <p:nvSpPr>
          <p:cNvPr id="89" name="Google Shape;89;p8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Calibri"/>
              <a:buNone/>
            </a:pPr>
            <a:r>
              <a:rPr lang="en-US" sz="2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സെൻട്ര</a:t>
            </a:r>
            <a:r>
              <a:rPr lang="en-US" sz="28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ൽ </a:t>
            </a:r>
            <a:r>
              <a:rPr lang="en-US" sz="2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ആഫ്രിക്ക</a:t>
            </a:r>
            <a:r>
              <a:rPr lang="en-US" sz="28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ൻ </a:t>
            </a:r>
            <a:r>
              <a:rPr lang="en-US" sz="2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റിപ്പബ്ലിക്</a:t>
            </a:r>
            <a:endParaRPr sz="2800" dirty="0"/>
          </a:p>
        </p:txBody>
      </p:sp>
      <p:sp>
        <p:nvSpPr>
          <p:cNvPr id="90" name="Google Shape;90;p8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8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Chad</a:t>
            </a:r>
            <a:endParaRPr sz="3600" dirty="0"/>
          </a:p>
        </p:txBody>
      </p:sp>
      <p:sp>
        <p:nvSpPr>
          <p:cNvPr id="94" name="Google Shape;94;p8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ചാഡ്</a:t>
            </a:r>
            <a:endParaRPr sz="3600" dirty="0"/>
          </a:p>
        </p:txBody>
      </p:sp>
      <p:sp>
        <p:nvSpPr>
          <p:cNvPr id="95" name="Google Shape;95;p8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9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03" name="Google Shape;103;p9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Comoros</a:t>
            </a:r>
            <a:endParaRPr sz="3600" dirty="0"/>
          </a:p>
        </p:txBody>
      </p:sp>
      <p:sp>
        <p:nvSpPr>
          <p:cNvPr id="105" name="Google Shape;105;p9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കൊമോറോസ്</a:t>
            </a:r>
            <a:endParaRPr sz="3600" dirty="0"/>
          </a:p>
        </p:txBody>
      </p:sp>
      <p:sp>
        <p:nvSpPr>
          <p:cNvPr id="106" name="Google Shape;106;p9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9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Congo (Congo-Brazzaville)</a:t>
            </a:r>
            <a:endParaRPr sz="3600" dirty="0"/>
          </a:p>
        </p:txBody>
      </p:sp>
      <p:sp>
        <p:nvSpPr>
          <p:cNvPr id="110" name="Google Shape;110;p9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റിപ്പബ്ലിക്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ഓഫ്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കോംഗോ</a:t>
            </a:r>
            <a:endParaRPr sz="3600" dirty="0"/>
          </a:p>
        </p:txBody>
      </p:sp>
      <p:sp>
        <p:nvSpPr>
          <p:cNvPr id="111" name="Google Shape;111;p9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9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Democratic Republic of  Congo</a:t>
            </a:r>
            <a:endParaRPr sz="3600" dirty="0"/>
          </a:p>
        </p:txBody>
      </p:sp>
      <p:sp>
        <p:nvSpPr>
          <p:cNvPr id="115" name="Google Shape;115;p9"/>
          <p:cNvSpPr txBox="1"/>
          <p:nvPr/>
        </p:nvSpPr>
        <p:spPr>
          <a:xfrm>
            <a:off x="6098540" y="2816352"/>
            <a:ext cx="553847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ഡെമോക്രാറ്റിക്</a:t>
            </a:r>
            <a:r>
              <a:rPr lang="en-US" sz="28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റിപ്പബ്ലിക്</a:t>
            </a:r>
            <a:r>
              <a:rPr lang="en-US" sz="28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ഓഫ്</a:t>
            </a:r>
            <a:r>
              <a:rPr lang="en-US" sz="28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കോംഗോ</a:t>
            </a:r>
            <a:endParaRPr dirty="0"/>
          </a:p>
        </p:txBody>
      </p:sp>
      <p:sp>
        <p:nvSpPr>
          <p:cNvPr id="116" name="Google Shape;116;p9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Djibouti</a:t>
            </a:r>
            <a:endParaRPr sz="3600" dirty="0"/>
          </a:p>
        </p:txBody>
      </p:sp>
      <p:sp>
        <p:nvSpPr>
          <p:cNvPr id="120" name="Google Shape;120;p9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ജിബൂട്ടി</a:t>
            </a:r>
            <a:endParaRPr sz="3600" dirty="0"/>
          </a:p>
        </p:txBody>
      </p:sp>
      <p:sp>
        <p:nvSpPr>
          <p:cNvPr id="121" name="Google Shape;121;p9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Egypt</a:t>
            </a:r>
            <a:endParaRPr sz="3600" dirty="0"/>
          </a:p>
        </p:txBody>
      </p:sp>
      <p:sp>
        <p:nvSpPr>
          <p:cNvPr id="125" name="Google Shape;125;p9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ഈജിപ്ത്</a:t>
            </a:r>
            <a:endParaRPr sz="3600" dirty="0"/>
          </a:p>
        </p:txBody>
      </p:sp>
      <p:sp>
        <p:nvSpPr>
          <p:cNvPr id="126" name="Google Shape;126;p9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0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Equatorial Guinea</a:t>
            </a:r>
            <a:endParaRPr/>
          </a:p>
        </p:txBody>
      </p:sp>
      <p:sp>
        <p:nvSpPr>
          <p:cNvPr id="136" name="Google Shape;136;p10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ഇക്വറ്റോറിയൽ ഗിനിയ</a:t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Eritrea</a:t>
            </a:r>
            <a:endParaRPr/>
          </a:p>
        </p:txBody>
      </p:sp>
      <p:sp>
        <p:nvSpPr>
          <p:cNvPr id="141" name="Google Shape;141;p10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libri"/>
              <a:buNone/>
            </a:pPr>
            <a:r>
              <a:rPr lang="en-US" sz="35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എറിട്രിയ</a:t>
            </a:r>
            <a:endParaRPr dirty="0"/>
          </a:p>
        </p:txBody>
      </p:sp>
      <p:sp>
        <p:nvSpPr>
          <p:cNvPr id="142" name="Google Shape;142;p10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Eswatini</a:t>
            </a:r>
            <a:endParaRPr/>
          </a:p>
        </p:txBody>
      </p:sp>
      <p:sp>
        <p:nvSpPr>
          <p:cNvPr id="146" name="Google Shape;146;p10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എസ്വാറ്റിനി</a:t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0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Ethiopia</a:t>
            </a:r>
            <a:endParaRPr/>
          </a:p>
        </p:txBody>
      </p:sp>
      <p:sp>
        <p:nvSpPr>
          <p:cNvPr id="151" name="Google Shape;151;p10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എത്യോപ്യ</a:t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Gabon</a:t>
            </a:r>
            <a:endParaRPr/>
          </a:p>
        </p:txBody>
      </p:sp>
      <p:sp>
        <p:nvSpPr>
          <p:cNvPr id="156" name="Google Shape;156;p10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ഗാബോൺ</a:t>
            </a:r>
            <a:endParaRPr/>
          </a:p>
        </p:txBody>
      </p:sp>
      <p:sp>
        <p:nvSpPr>
          <p:cNvPr id="157" name="Google Shape;157;p10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1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Gambia</a:t>
            </a:r>
            <a:endParaRPr/>
          </a:p>
        </p:txBody>
      </p:sp>
      <p:sp>
        <p:nvSpPr>
          <p:cNvPr id="167" name="Google Shape;167;p11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ഗാംബിയ</a:t>
            </a:r>
            <a:endParaRPr/>
          </a:p>
        </p:txBody>
      </p:sp>
      <p:sp>
        <p:nvSpPr>
          <p:cNvPr id="168" name="Google Shape;168;p11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1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Ghana</a:t>
            </a:r>
            <a:endParaRPr/>
          </a:p>
        </p:txBody>
      </p:sp>
      <p:sp>
        <p:nvSpPr>
          <p:cNvPr id="172" name="Google Shape;172;p11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ഘാന</a:t>
            </a:r>
            <a:endParaRPr dirty="0"/>
          </a:p>
        </p:txBody>
      </p:sp>
      <p:sp>
        <p:nvSpPr>
          <p:cNvPr id="173" name="Google Shape;173;p11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1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Guinea</a:t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ഗിനിയ</a:t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1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Guinea-Bissau</a:t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ഗിനി-ബിസാവു</a:t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Kenya</a:t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കെനിയ</a:t>
            </a:r>
            <a:endParaRPr/>
          </a:p>
        </p:txBody>
      </p:sp>
      <p:sp>
        <p:nvSpPr>
          <p:cNvPr id="188" name="Google Shape;188;p11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Lesotho</a:t>
            </a: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ലെസോത്തോ</a:t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Liberia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ലൈബീരിയ</a:t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Libya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ലിബിയ</a:t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Madagascar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മഡഗാസ്കർ</a:t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2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Malawi</a:t>
            </a:r>
            <a:endParaRPr/>
          </a:p>
        </p:txBody>
      </p:sp>
      <p:sp>
        <p:nvSpPr>
          <p:cNvPr id="218" name="Google Shape;218;p12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മലാവി</a:t>
            </a:r>
            <a:endParaRPr/>
          </a:p>
        </p:txBody>
      </p:sp>
      <p:sp>
        <p:nvSpPr>
          <p:cNvPr id="219" name="Google Shape;219;p12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3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Mali</a:t>
            </a:r>
            <a:endParaRPr/>
          </a:p>
        </p:txBody>
      </p:sp>
      <p:sp>
        <p:nvSpPr>
          <p:cNvPr id="229" name="Google Shape;229;p13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മാലി</a:t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3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Mauritania</a:t>
            </a:r>
            <a:endParaRPr dirty="0"/>
          </a:p>
        </p:txBody>
      </p:sp>
      <p:sp>
        <p:nvSpPr>
          <p:cNvPr id="234" name="Google Shape;234;p13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മൗറിറ്റാനിയ</a:t>
            </a:r>
            <a:endParaRPr dirty="0"/>
          </a:p>
        </p:txBody>
      </p:sp>
      <p:sp>
        <p:nvSpPr>
          <p:cNvPr id="235" name="Google Shape;235;p13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Mauritius</a:t>
            </a:r>
            <a:endParaRPr/>
          </a:p>
        </p:txBody>
      </p:sp>
      <p:sp>
        <p:nvSpPr>
          <p:cNvPr id="239" name="Google Shape;239;p13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മൗറീഷ്യസ്</a:t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3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Morocco</a:t>
            </a:r>
            <a:endParaRPr/>
          </a:p>
        </p:txBody>
      </p:sp>
      <p:sp>
        <p:nvSpPr>
          <p:cNvPr id="244" name="Google Shape;244;p13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മൊറോക്കോ</a:t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3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Mozambique</a:t>
            </a:r>
            <a:endParaRPr/>
          </a:p>
        </p:txBody>
      </p:sp>
      <p:sp>
        <p:nvSpPr>
          <p:cNvPr id="249" name="Google Shape;249;p13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മൊസാംബിക്</a:t>
            </a:r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/>
          </a:p>
        </p:txBody>
      </p:sp>
      <p:sp>
        <p:nvSpPr>
          <p:cNvPr id="258" name="Google Shape;258;p14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Namibia</a:t>
            </a:r>
            <a:endParaRPr/>
          </a:p>
        </p:txBody>
      </p:sp>
      <p:sp>
        <p:nvSpPr>
          <p:cNvPr id="260" name="Google Shape;260;p14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നമീബിയ</a:t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4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Niger</a:t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നൈജർ</a:t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4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Nigeria</a:t>
            </a:r>
            <a:endParaRPr/>
          </a:p>
        </p:txBody>
      </p:sp>
      <p:sp>
        <p:nvSpPr>
          <p:cNvPr id="270" name="Google Shape;270;p14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നൈജീരിയ</a:t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4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Rwanda</a:t>
            </a:r>
            <a:endParaRPr/>
          </a:p>
        </p:txBody>
      </p:sp>
      <p:sp>
        <p:nvSpPr>
          <p:cNvPr id="275" name="Google Shape;275;p14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റുവാണ്ട</a:t>
            </a:r>
            <a:endParaRPr/>
          </a:p>
        </p:txBody>
      </p:sp>
      <p:sp>
        <p:nvSpPr>
          <p:cNvPr id="276" name="Google Shape;276;p14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4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São Tomé and Príncipe</a:t>
            </a:r>
            <a:endParaRPr/>
          </a:p>
        </p:txBody>
      </p:sp>
      <p:sp>
        <p:nvSpPr>
          <p:cNvPr id="280" name="Google Shape;280;p14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libri"/>
              <a:buNone/>
            </a:pPr>
            <a:r>
              <a:rPr lang="en-US" sz="32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സാവോ</a:t>
            </a:r>
            <a:r>
              <a:rPr lang="en-US" sz="32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ടോമെ</a:t>
            </a:r>
            <a:r>
              <a:rPr lang="en-US" sz="32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ആൻഡ്</a:t>
            </a:r>
            <a:r>
              <a:rPr lang="en-US" sz="32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പ്രിൻസിപെ</a:t>
            </a:r>
            <a:endParaRPr sz="3200" dirty="0"/>
          </a:p>
        </p:txBody>
      </p:sp>
      <p:sp>
        <p:nvSpPr>
          <p:cNvPr id="281" name="Google Shape;281;p14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Senegal</a:t>
            </a:r>
            <a:endParaRPr/>
          </a:p>
        </p:txBody>
      </p:sp>
      <p:sp>
        <p:nvSpPr>
          <p:cNvPr id="291" name="Google Shape;291;p15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സെനഗൽ</a:t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Seychelles</a:t>
            </a:r>
            <a:endParaRPr/>
          </a:p>
        </p:txBody>
      </p:sp>
      <p:sp>
        <p:nvSpPr>
          <p:cNvPr id="296" name="Google Shape;296;p15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സെയ്ഷെൽസ്</a:t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/>
          </a:p>
        </p:txBody>
      </p:sp>
      <p:sp>
        <p:nvSpPr>
          <p:cNvPr id="299" name="Google Shape;299;p15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5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Sierra Leone</a:t>
            </a:r>
            <a:endParaRPr/>
          </a:p>
        </p:txBody>
      </p:sp>
      <p:sp>
        <p:nvSpPr>
          <p:cNvPr id="301" name="Google Shape;301;p15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സിയറ ലിയോൺ</a:t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5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Somalia</a:t>
            </a:r>
            <a:endParaRPr/>
          </a:p>
        </p:txBody>
      </p:sp>
      <p:sp>
        <p:nvSpPr>
          <p:cNvPr id="306" name="Google Shape;306;p15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സൊമാലിയ</a:t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5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South Africa</a:t>
            </a:r>
            <a:endParaRPr/>
          </a:p>
        </p:txBody>
      </p:sp>
      <p:sp>
        <p:nvSpPr>
          <p:cNvPr id="311" name="Google Shape;311;p15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ദക്ഷിണാഫ്രിക്ക</a:t>
            </a:r>
            <a:endParaRPr/>
          </a:p>
        </p:txBody>
      </p:sp>
      <p:sp>
        <p:nvSpPr>
          <p:cNvPr id="312" name="Google Shape;312;p15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/>
          </a:p>
        </p:txBody>
      </p:sp>
      <p:sp>
        <p:nvSpPr>
          <p:cNvPr id="320" name="Google Shape;320;p16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6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South Sudan</a:t>
            </a:r>
            <a:endParaRPr/>
          </a:p>
        </p:txBody>
      </p:sp>
      <p:sp>
        <p:nvSpPr>
          <p:cNvPr id="322" name="Google Shape;322;p16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ദക്ഷിണ സുഡാൻ</a:t>
            </a:r>
            <a:endParaRPr/>
          </a:p>
        </p:txBody>
      </p:sp>
      <p:sp>
        <p:nvSpPr>
          <p:cNvPr id="323" name="Google Shape;323;p16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Sudan</a:t>
            </a:r>
            <a:endParaRPr/>
          </a:p>
        </p:txBody>
      </p:sp>
      <p:sp>
        <p:nvSpPr>
          <p:cNvPr id="327" name="Google Shape;327;p16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സുഡാൻ</a:t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Tanzania</a:t>
            </a:r>
            <a:endParaRPr/>
          </a:p>
        </p:txBody>
      </p:sp>
      <p:sp>
        <p:nvSpPr>
          <p:cNvPr id="332" name="Google Shape;332;p16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ടാൻസാനിയ</a:t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Togo</a:t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ടോഗോ</a:t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6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6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Tunisia</a:t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ടുണീഷ്യ</a:t>
            </a:r>
            <a:endParaRPr/>
          </a:p>
        </p:txBody>
      </p:sp>
      <p:sp>
        <p:nvSpPr>
          <p:cNvPr id="343" name="Google Shape;343;p16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7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Uganda</a:t>
            </a:r>
            <a:endParaRPr/>
          </a:p>
        </p:txBody>
      </p:sp>
      <p:sp>
        <p:nvSpPr>
          <p:cNvPr id="353" name="Google Shape;353;p17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ഉഗാണ്ട</a:t>
            </a: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7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7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Zambia</a:t>
            </a:r>
            <a:endParaRPr/>
          </a:p>
        </p:txBody>
      </p:sp>
      <p:sp>
        <p:nvSpPr>
          <p:cNvPr id="358" name="Google Shape;358;p17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സാംബിയ</a:t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7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7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Zimbabwe</a:t>
            </a:r>
            <a:endParaRPr/>
          </a:p>
        </p:txBody>
      </p:sp>
      <p:sp>
        <p:nvSpPr>
          <p:cNvPr id="363" name="Google Shape;363;p17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Calibri"/>
              <a:buNone/>
            </a:pPr>
            <a:r>
              <a:rPr lang="en-US" sz="40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സിംബാബ്‌വെ</a:t>
            </a:r>
            <a:endParaRPr sz="4000" dirty="0"/>
          </a:p>
        </p:txBody>
      </p:sp>
      <p:sp>
        <p:nvSpPr>
          <p:cNvPr id="364" name="Google Shape;364;p17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8"/>
          <p:cNvSpPr txBox="1">
            <a:spLocks noGrp="1"/>
          </p:cNvSpPr>
          <p:nvPr>
            <p:ph type="title"/>
          </p:nvPr>
        </p:nvSpPr>
        <p:spPr>
          <a:xfrm>
            <a:off x="822960" y="1828800"/>
            <a:ext cx="10911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mbria"/>
              <a:buNone/>
            </a:pPr>
            <a:r>
              <a:rPr lang="en-US" sz="8000" b="1" dirty="0">
                <a:solidFill>
                  <a:schemeClr val="lt1"/>
                </a:solidFill>
              </a:rPr>
              <a:t>ASIA</a:t>
            </a:r>
            <a:endParaRPr dirty="0"/>
          </a:p>
        </p:txBody>
      </p:sp>
      <p:sp>
        <p:nvSpPr>
          <p:cNvPr id="371" name="Google Shape;371;p18"/>
          <p:cNvSpPr txBox="1">
            <a:spLocks noGrp="1"/>
          </p:cNvSpPr>
          <p:nvPr>
            <p:ph type="body" idx="1"/>
          </p:nvPr>
        </p:nvSpPr>
        <p:spPr>
          <a:xfrm>
            <a:off x="822960" y="4532671"/>
            <a:ext cx="10911840" cy="114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</a:pPr>
            <a:r>
              <a:rPr lang="en-US" sz="4000" b="1" dirty="0">
                <a:solidFill>
                  <a:schemeClr val="lt2"/>
                </a:solidFill>
              </a:rPr>
              <a:t>48</a:t>
            </a:r>
            <a:r>
              <a:rPr lang="en-US" sz="3200" b="0" dirty="0">
                <a:solidFill>
                  <a:schemeClr val="lt2"/>
                </a:solidFill>
              </a:rPr>
              <a:t> countries</a:t>
            </a:r>
            <a:endParaRPr dirty="0"/>
          </a:p>
        </p:txBody>
      </p:sp>
      <p:sp>
        <p:nvSpPr>
          <p:cNvPr id="372" name="Google Shape;372;p18"/>
          <p:cNvSpPr txBox="1"/>
          <p:nvPr/>
        </p:nvSpPr>
        <p:spPr>
          <a:xfrm>
            <a:off x="822960" y="3017520"/>
            <a:ext cx="1091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lang="en-US" sz="5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ഏഷ്യ</a:t>
            </a:r>
            <a:endParaRPr dirty="0"/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9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9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Afghanistan</a:t>
            </a:r>
            <a:endParaRPr/>
          </a:p>
        </p:txBody>
      </p:sp>
      <p:sp>
        <p:nvSpPr>
          <p:cNvPr id="382" name="Google Shape;382;p19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അഫ്ഗാനിസ്ഥാൻ</a:t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Armenia</a:t>
            </a:r>
            <a:endParaRPr/>
          </a:p>
        </p:txBody>
      </p:sp>
      <p:sp>
        <p:nvSpPr>
          <p:cNvPr id="387" name="Google Shape;387;p19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അർമേനിയ</a:t>
            </a: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90" name="Google Shape;390;p19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9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Azerbaijan</a:t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അസർബൈജാ</a:t>
            </a:r>
            <a:r>
              <a:rPr lang="en-US" sz="39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ൻ</a:t>
            </a:r>
            <a:endParaRPr dirty="0"/>
          </a:p>
        </p:txBody>
      </p:sp>
      <p:sp>
        <p:nvSpPr>
          <p:cNvPr id="393" name="Google Shape;393;p19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9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95" name="Google Shape;395;p19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9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Bahrain</a:t>
            </a:r>
            <a:endParaRPr/>
          </a:p>
        </p:txBody>
      </p:sp>
      <p:sp>
        <p:nvSpPr>
          <p:cNvPr id="397" name="Google Shape;397;p19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ബഹ്‌റൈൻ</a:t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9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00" name="Google Shape;400;p19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9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Bangladesh</a:t>
            </a:r>
            <a:endParaRPr/>
          </a:p>
        </p:txBody>
      </p:sp>
      <p:sp>
        <p:nvSpPr>
          <p:cNvPr id="402" name="Google Shape;402;p19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ബംഗ്ലാദേശ്</a:t>
            </a:r>
            <a:endParaRPr/>
          </a:p>
        </p:txBody>
      </p:sp>
      <p:sp>
        <p:nvSpPr>
          <p:cNvPr id="403" name="Google Shape;403;p19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0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11" name="Google Shape;411;p20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0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Bhutan</a:t>
            </a:r>
            <a:endParaRPr/>
          </a:p>
        </p:txBody>
      </p:sp>
      <p:sp>
        <p:nvSpPr>
          <p:cNvPr id="413" name="Google Shape;413;p20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ഭൂട്ടാൻ</a:t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0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Brunei</a:t>
            </a:r>
            <a:endParaRPr/>
          </a:p>
        </p:txBody>
      </p:sp>
      <p:sp>
        <p:nvSpPr>
          <p:cNvPr id="418" name="Google Shape;418;p20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ബ്രൂണൈ</a:t>
            </a: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0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Cambodia</a:t>
            </a:r>
            <a:endParaRPr/>
          </a:p>
        </p:txBody>
      </p:sp>
      <p:sp>
        <p:nvSpPr>
          <p:cNvPr id="423" name="Google Shape;423;p20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കംബോഡിയ</a:t>
            </a: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0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26" name="Google Shape;426;p20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0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China</a:t>
            </a:r>
            <a:endParaRPr/>
          </a:p>
        </p:txBody>
      </p:sp>
      <p:sp>
        <p:nvSpPr>
          <p:cNvPr id="428" name="Google Shape;428;p20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ചൈന</a:t>
            </a:r>
            <a:endParaRPr/>
          </a:p>
        </p:txBody>
      </p:sp>
      <p:sp>
        <p:nvSpPr>
          <p:cNvPr id="429" name="Google Shape;429;p20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0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31" name="Google Shape;431;p20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0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Cyprus</a:t>
            </a:r>
            <a:endParaRPr/>
          </a:p>
        </p:txBody>
      </p:sp>
      <p:sp>
        <p:nvSpPr>
          <p:cNvPr id="433" name="Google Shape;433;p20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സൈപ്രസ്</a:t>
            </a:r>
            <a:endParaRPr/>
          </a:p>
        </p:txBody>
      </p:sp>
      <p:sp>
        <p:nvSpPr>
          <p:cNvPr id="434" name="Google Shape;434;p20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1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1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442" name="Google Shape;442;p21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1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Georgia</a:t>
            </a:r>
            <a:endParaRPr/>
          </a:p>
        </p:txBody>
      </p:sp>
      <p:sp>
        <p:nvSpPr>
          <p:cNvPr id="444" name="Google Shape;444;p21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ജോർജിയ</a:t>
            </a:r>
            <a:endParaRPr/>
          </a:p>
        </p:txBody>
      </p:sp>
      <p:sp>
        <p:nvSpPr>
          <p:cNvPr id="445" name="Google Shape;445;p21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1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447" name="Google Shape;447;p21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1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India</a:t>
            </a:r>
            <a:endParaRPr/>
          </a:p>
        </p:txBody>
      </p:sp>
      <p:sp>
        <p:nvSpPr>
          <p:cNvPr id="449" name="Google Shape;449;p21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ഇന്ത്യ</a:t>
            </a:r>
            <a:endParaRPr/>
          </a:p>
        </p:txBody>
      </p:sp>
      <p:sp>
        <p:nvSpPr>
          <p:cNvPr id="450" name="Google Shape;450;p21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1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452" name="Google Shape;452;p21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1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Indonesia</a:t>
            </a:r>
            <a:endParaRPr/>
          </a:p>
        </p:txBody>
      </p:sp>
      <p:sp>
        <p:nvSpPr>
          <p:cNvPr id="454" name="Google Shape;454;p21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ഇന്തോനേഷ്യ</a:t>
            </a:r>
            <a:endParaRPr/>
          </a:p>
        </p:txBody>
      </p:sp>
      <p:sp>
        <p:nvSpPr>
          <p:cNvPr id="455" name="Google Shape;455;p21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1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57" name="Google Shape;457;p21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1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Iran</a:t>
            </a:r>
            <a:endParaRPr/>
          </a:p>
        </p:txBody>
      </p:sp>
      <p:sp>
        <p:nvSpPr>
          <p:cNvPr id="459" name="Google Shape;459;p21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ഇറാൻ</a:t>
            </a:r>
            <a:endParaRPr/>
          </a:p>
        </p:txBody>
      </p:sp>
      <p:sp>
        <p:nvSpPr>
          <p:cNvPr id="460" name="Google Shape;460;p21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1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462" name="Google Shape;462;p21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1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Iraq</a:t>
            </a:r>
            <a:endParaRPr/>
          </a:p>
        </p:txBody>
      </p:sp>
      <p:sp>
        <p:nvSpPr>
          <p:cNvPr id="464" name="Google Shape;464;p21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Calibri"/>
              <a:buNone/>
            </a:pPr>
            <a:r>
              <a:rPr lang="en-US" sz="47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ഇറാഖ്</a:t>
            </a:r>
            <a:endParaRPr/>
          </a:p>
        </p:txBody>
      </p:sp>
      <p:sp>
        <p:nvSpPr>
          <p:cNvPr id="465" name="Google Shape;465;p21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2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2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73" name="Google Shape;473;p22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2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Israel</a:t>
            </a:r>
            <a:endParaRPr/>
          </a:p>
        </p:txBody>
      </p:sp>
      <p:sp>
        <p:nvSpPr>
          <p:cNvPr id="475" name="Google Shape;475;p22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ഇസ്രായേൽ</a:t>
            </a:r>
            <a:endParaRPr/>
          </a:p>
        </p:txBody>
      </p:sp>
      <p:sp>
        <p:nvSpPr>
          <p:cNvPr id="476" name="Google Shape;476;p22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2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478" name="Google Shape;478;p22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2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Japan</a:t>
            </a:r>
            <a:endParaRPr/>
          </a:p>
        </p:txBody>
      </p:sp>
      <p:sp>
        <p:nvSpPr>
          <p:cNvPr id="480" name="Google Shape;480;p22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ജപ്പാൻ</a:t>
            </a:r>
            <a:endParaRPr/>
          </a:p>
        </p:txBody>
      </p:sp>
      <p:sp>
        <p:nvSpPr>
          <p:cNvPr id="481" name="Google Shape;481;p22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2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483" name="Google Shape;483;p22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2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Jordan</a:t>
            </a:r>
            <a:endParaRPr/>
          </a:p>
        </p:txBody>
      </p:sp>
      <p:sp>
        <p:nvSpPr>
          <p:cNvPr id="485" name="Google Shape;485;p22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ജോർദാ</a:t>
            </a:r>
            <a:r>
              <a:rPr lang="en-US" sz="43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ൻ</a:t>
            </a:r>
            <a:endParaRPr dirty="0"/>
          </a:p>
        </p:txBody>
      </p:sp>
      <p:sp>
        <p:nvSpPr>
          <p:cNvPr id="486" name="Google Shape;486;p22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488" name="Google Shape;488;p22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2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Kazakhstan</a:t>
            </a:r>
            <a:endParaRPr/>
          </a:p>
        </p:txBody>
      </p:sp>
      <p:sp>
        <p:nvSpPr>
          <p:cNvPr id="490" name="Google Shape;490;p22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കസാഖ്സ്ഥാൻ</a:t>
            </a:r>
            <a:endParaRPr/>
          </a:p>
        </p:txBody>
      </p:sp>
      <p:sp>
        <p:nvSpPr>
          <p:cNvPr id="491" name="Google Shape;491;p22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493" name="Google Shape;493;p22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2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North Korea</a:t>
            </a:r>
            <a:endParaRPr/>
          </a:p>
        </p:txBody>
      </p:sp>
      <p:sp>
        <p:nvSpPr>
          <p:cNvPr id="495" name="Google Shape;495;p22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ഉത്തര കൊറിയ</a:t>
            </a:r>
            <a:endParaRPr/>
          </a:p>
        </p:txBody>
      </p:sp>
      <p:sp>
        <p:nvSpPr>
          <p:cNvPr id="496" name="Google Shape;496;p22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3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3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504" name="Google Shape;504;p23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3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South Korea</a:t>
            </a:r>
            <a:endParaRPr/>
          </a:p>
        </p:txBody>
      </p:sp>
      <p:sp>
        <p:nvSpPr>
          <p:cNvPr id="506" name="Google Shape;506;p23"/>
          <p:cNvSpPr txBox="1"/>
          <p:nvPr/>
        </p:nvSpPr>
        <p:spPr>
          <a:xfrm>
            <a:off x="6085840" y="457200"/>
            <a:ext cx="532892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ദക്ഷിണ</a:t>
            </a:r>
            <a:r>
              <a:rPr lang="en-US" sz="39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9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കൊറിയ</a:t>
            </a:r>
            <a:endParaRPr dirty="0"/>
          </a:p>
        </p:txBody>
      </p:sp>
      <p:sp>
        <p:nvSpPr>
          <p:cNvPr id="507" name="Google Shape;507;p23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3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509" name="Google Shape;509;p23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3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Kuwait</a:t>
            </a:r>
            <a:endParaRPr/>
          </a:p>
        </p:txBody>
      </p:sp>
      <p:sp>
        <p:nvSpPr>
          <p:cNvPr id="511" name="Google Shape;511;p23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കുവൈത്ത്</a:t>
            </a:r>
            <a:endParaRPr/>
          </a:p>
        </p:txBody>
      </p:sp>
      <p:sp>
        <p:nvSpPr>
          <p:cNvPr id="512" name="Google Shape;512;p23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3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514" name="Google Shape;514;p23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3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Kyrgyzstan</a:t>
            </a:r>
            <a:endParaRPr/>
          </a:p>
        </p:txBody>
      </p:sp>
      <p:sp>
        <p:nvSpPr>
          <p:cNvPr id="516" name="Google Shape;516;p23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കിർഗിസ്ഥാ</a:t>
            </a:r>
            <a:r>
              <a:rPr lang="en-US" sz="39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ൻ</a:t>
            </a:r>
            <a:endParaRPr dirty="0"/>
          </a:p>
        </p:txBody>
      </p:sp>
      <p:sp>
        <p:nvSpPr>
          <p:cNvPr id="517" name="Google Shape;517;p23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3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519" name="Google Shape;519;p23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3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Laos</a:t>
            </a:r>
            <a:endParaRPr/>
          </a:p>
        </p:txBody>
      </p:sp>
      <p:sp>
        <p:nvSpPr>
          <p:cNvPr id="521" name="Google Shape;521;p23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ലാവോസ്</a:t>
            </a:r>
            <a:endParaRPr/>
          </a:p>
        </p:txBody>
      </p:sp>
      <p:sp>
        <p:nvSpPr>
          <p:cNvPr id="522" name="Google Shape;522;p23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3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524" name="Google Shape;524;p23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3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Lebanon</a:t>
            </a:r>
            <a:endParaRPr/>
          </a:p>
        </p:txBody>
      </p:sp>
      <p:sp>
        <p:nvSpPr>
          <p:cNvPr id="526" name="Google Shape;526;p23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Calibri"/>
              <a:buNone/>
            </a:pPr>
            <a:r>
              <a:rPr lang="en-US" sz="39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ലെബനൻ</a:t>
            </a:r>
            <a:endParaRPr/>
          </a:p>
        </p:txBody>
      </p:sp>
      <p:sp>
        <p:nvSpPr>
          <p:cNvPr id="527" name="Google Shape;527;p23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4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4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535" name="Google Shape;535;p24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4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Malaysia</a:t>
            </a:r>
            <a:endParaRPr/>
          </a:p>
        </p:txBody>
      </p:sp>
      <p:sp>
        <p:nvSpPr>
          <p:cNvPr id="537" name="Google Shape;537;p24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മലേഷ്യ</a:t>
            </a:r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540" name="Google Shape;540;p24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4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Maldives</a:t>
            </a:r>
            <a:endParaRPr/>
          </a:p>
        </p:txBody>
      </p:sp>
      <p:sp>
        <p:nvSpPr>
          <p:cNvPr id="542" name="Google Shape;542;p24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മാലദ്വീപ്</a:t>
            </a:r>
            <a:endParaRPr/>
          </a:p>
        </p:txBody>
      </p:sp>
      <p:sp>
        <p:nvSpPr>
          <p:cNvPr id="543" name="Google Shape;543;p24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4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545" name="Google Shape;545;p24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4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Mongolia</a:t>
            </a:r>
            <a:endParaRPr/>
          </a:p>
        </p:txBody>
      </p:sp>
      <p:sp>
        <p:nvSpPr>
          <p:cNvPr id="547" name="Google Shape;547;p24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മംഗോളിയ</a:t>
            </a:r>
            <a:endParaRPr/>
          </a:p>
        </p:txBody>
      </p:sp>
      <p:sp>
        <p:nvSpPr>
          <p:cNvPr id="548" name="Google Shape;548;p24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4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550" name="Google Shape;550;p24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4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Myanmar</a:t>
            </a:r>
            <a:endParaRPr/>
          </a:p>
        </p:txBody>
      </p:sp>
      <p:sp>
        <p:nvSpPr>
          <p:cNvPr id="552" name="Google Shape;552;p24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മ്യാൻമർ</a:t>
            </a:r>
            <a:endParaRPr/>
          </a:p>
        </p:txBody>
      </p:sp>
      <p:sp>
        <p:nvSpPr>
          <p:cNvPr id="553" name="Google Shape;553;p24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4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555" name="Google Shape;555;p24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4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Nepal</a:t>
            </a:r>
            <a:endParaRPr/>
          </a:p>
        </p:txBody>
      </p:sp>
      <p:sp>
        <p:nvSpPr>
          <p:cNvPr id="557" name="Google Shape;557;p24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നേപ്പാൾ</a:t>
            </a:r>
            <a:endParaRPr/>
          </a:p>
        </p:txBody>
      </p:sp>
      <p:sp>
        <p:nvSpPr>
          <p:cNvPr id="558" name="Google Shape;558;p24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5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  <p:sp>
        <p:nvSpPr>
          <p:cNvPr id="566" name="Google Shape;566;p25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5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Oman</a:t>
            </a:r>
            <a:endParaRPr/>
          </a:p>
        </p:txBody>
      </p:sp>
      <p:sp>
        <p:nvSpPr>
          <p:cNvPr id="568" name="Google Shape;568;p25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ഒമാൻ</a:t>
            </a:r>
            <a:endParaRPr/>
          </a:p>
        </p:txBody>
      </p:sp>
      <p:sp>
        <p:nvSpPr>
          <p:cNvPr id="569" name="Google Shape;569;p25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5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571" name="Google Shape;571;p25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5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Pakistan</a:t>
            </a:r>
            <a:endParaRPr/>
          </a:p>
        </p:txBody>
      </p:sp>
      <p:sp>
        <p:nvSpPr>
          <p:cNvPr id="573" name="Google Shape;573;p25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പാകിസ്ഥാ</a:t>
            </a:r>
            <a:r>
              <a:rPr lang="en-US" sz="43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ൻ</a:t>
            </a:r>
            <a:endParaRPr dirty="0"/>
          </a:p>
        </p:txBody>
      </p:sp>
      <p:sp>
        <p:nvSpPr>
          <p:cNvPr id="574" name="Google Shape;574;p25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5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576" name="Google Shape;576;p25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5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Palestine</a:t>
            </a:r>
            <a:endParaRPr/>
          </a:p>
        </p:txBody>
      </p:sp>
      <p:sp>
        <p:nvSpPr>
          <p:cNvPr id="578" name="Google Shape;578;p25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പലസ്തീൻ</a:t>
            </a:r>
            <a:endParaRPr/>
          </a:p>
        </p:txBody>
      </p:sp>
      <p:sp>
        <p:nvSpPr>
          <p:cNvPr id="579" name="Google Shape;579;p25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5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/>
          </a:p>
        </p:txBody>
      </p:sp>
      <p:sp>
        <p:nvSpPr>
          <p:cNvPr id="581" name="Google Shape;581;p25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5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Philippines</a:t>
            </a:r>
            <a:endParaRPr/>
          </a:p>
        </p:txBody>
      </p:sp>
      <p:sp>
        <p:nvSpPr>
          <p:cNvPr id="583" name="Google Shape;583;p25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ഫിലിപ്പീൻസ്</a:t>
            </a:r>
            <a:endParaRPr/>
          </a:p>
        </p:txBody>
      </p:sp>
      <p:sp>
        <p:nvSpPr>
          <p:cNvPr id="584" name="Google Shape;584;p25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5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  <p:sp>
        <p:nvSpPr>
          <p:cNvPr id="586" name="Google Shape;586;p25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5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Qatar</a:t>
            </a:r>
            <a:endParaRPr/>
          </a:p>
        </p:txBody>
      </p:sp>
      <p:sp>
        <p:nvSpPr>
          <p:cNvPr id="588" name="Google Shape;588;p25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ഖത്തർ</a:t>
            </a:r>
            <a:endParaRPr/>
          </a:p>
        </p:txBody>
      </p:sp>
      <p:sp>
        <p:nvSpPr>
          <p:cNvPr id="589" name="Google Shape;589;p25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6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6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/>
          </a:p>
        </p:txBody>
      </p:sp>
      <p:sp>
        <p:nvSpPr>
          <p:cNvPr id="597" name="Google Shape;597;p26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6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Saudi Arabia</a:t>
            </a:r>
            <a:endParaRPr/>
          </a:p>
        </p:txBody>
      </p:sp>
      <p:sp>
        <p:nvSpPr>
          <p:cNvPr id="599" name="Google Shape;599;p26"/>
          <p:cNvSpPr txBox="1"/>
          <p:nvPr/>
        </p:nvSpPr>
        <p:spPr>
          <a:xfrm>
            <a:off x="6183630" y="457200"/>
            <a:ext cx="53301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സൗദി</a:t>
            </a:r>
            <a:r>
              <a:rPr lang="en-US" sz="43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3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അറേബ്യ</a:t>
            </a:r>
            <a:endParaRPr dirty="0"/>
          </a:p>
        </p:txBody>
      </p:sp>
      <p:sp>
        <p:nvSpPr>
          <p:cNvPr id="600" name="Google Shape;600;p26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6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602" name="Google Shape;602;p26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6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Singapore</a:t>
            </a:r>
            <a:endParaRPr/>
          </a:p>
        </p:txBody>
      </p:sp>
      <p:sp>
        <p:nvSpPr>
          <p:cNvPr id="604" name="Google Shape;604;p26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സിംഗപ്പൂർ</a:t>
            </a:r>
            <a:endParaRPr/>
          </a:p>
        </p:txBody>
      </p:sp>
      <p:sp>
        <p:nvSpPr>
          <p:cNvPr id="605" name="Google Shape;605;p26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6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607" name="Google Shape;607;p26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6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Sri Lanka</a:t>
            </a:r>
            <a:endParaRPr/>
          </a:p>
        </p:txBody>
      </p:sp>
      <p:sp>
        <p:nvSpPr>
          <p:cNvPr id="609" name="Google Shape;609;p26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ശ്രീലങ്ക</a:t>
            </a:r>
            <a:endParaRPr/>
          </a:p>
        </p:txBody>
      </p:sp>
      <p:sp>
        <p:nvSpPr>
          <p:cNvPr id="610" name="Google Shape;610;p26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6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612" name="Google Shape;612;p26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26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Syria</a:t>
            </a:r>
            <a:endParaRPr/>
          </a:p>
        </p:txBody>
      </p:sp>
      <p:sp>
        <p:nvSpPr>
          <p:cNvPr id="614" name="Google Shape;614;p26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സിറിയ</a:t>
            </a:r>
            <a:endParaRPr/>
          </a:p>
        </p:txBody>
      </p:sp>
      <p:sp>
        <p:nvSpPr>
          <p:cNvPr id="615" name="Google Shape;615;p26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6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617" name="Google Shape;617;p26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6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Taiwan</a:t>
            </a:r>
            <a:endParaRPr/>
          </a:p>
        </p:txBody>
      </p:sp>
      <p:sp>
        <p:nvSpPr>
          <p:cNvPr id="619" name="Google Shape;619;p26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തായ്‌വാൻ</a:t>
            </a:r>
            <a:endParaRPr/>
          </a:p>
        </p:txBody>
      </p:sp>
      <p:sp>
        <p:nvSpPr>
          <p:cNvPr id="620" name="Google Shape;620;p26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7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7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/>
          </a:p>
        </p:txBody>
      </p:sp>
      <p:sp>
        <p:nvSpPr>
          <p:cNvPr id="628" name="Google Shape;628;p27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7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Tajikistan</a:t>
            </a:r>
            <a:endParaRPr/>
          </a:p>
        </p:txBody>
      </p:sp>
      <p:sp>
        <p:nvSpPr>
          <p:cNvPr id="630" name="Google Shape;630;p27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താജിക്കിസ്ഥാൻ</a:t>
            </a:r>
            <a:endParaRPr/>
          </a:p>
        </p:txBody>
      </p:sp>
      <p:sp>
        <p:nvSpPr>
          <p:cNvPr id="631" name="Google Shape;631;p27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7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/>
          </a:p>
        </p:txBody>
      </p:sp>
      <p:sp>
        <p:nvSpPr>
          <p:cNvPr id="633" name="Google Shape;633;p27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7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Thailand</a:t>
            </a:r>
            <a:endParaRPr/>
          </a:p>
        </p:txBody>
      </p:sp>
      <p:sp>
        <p:nvSpPr>
          <p:cNvPr id="635" name="Google Shape;635;p27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en-US" sz="32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തായ്‌ലൻഡ്</a:t>
            </a:r>
            <a:endParaRPr dirty="0"/>
          </a:p>
        </p:txBody>
      </p:sp>
      <p:sp>
        <p:nvSpPr>
          <p:cNvPr id="636" name="Google Shape;636;p27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7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7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Timor-Leste</a:t>
            </a:r>
            <a:endParaRPr/>
          </a:p>
        </p:txBody>
      </p:sp>
      <p:sp>
        <p:nvSpPr>
          <p:cNvPr id="640" name="Google Shape;640;p27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കിഴക്കൻ തിമോർ</a:t>
            </a:r>
            <a:endParaRPr/>
          </a:p>
        </p:txBody>
      </p:sp>
      <p:sp>
        <p:nvSpPr>
          <p:cNvPr id="641" name="Google Shape;641;p27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7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  <p:sp>
        <p:nvSpPr>
          <p:cNvPr id="643" name="Google Shape;643;p27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7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Turkmenistan</a:t>
            </a:r>
            <a:endParaRPr/>
          </a:p>
        </p:txBody>
      </p:sp>
      <p:sp>
        <p:nvSpPr>
          <p:cNvPr id="645" name="Google Shape;645;p27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തുർക്ക്മെനിസ്ഥാൻ</a:t>
            </a:r>
            <a:endParaRPr/>
          </a:p>
        </p:txBody>
      </p:sp>
      <p:sp>
        <p:nvSpPr>
          <p:cNvPr id="646" name="Google Shape;646;p27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648" name="Google Shape;648;p27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7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United Arab Emirates</a:t>
            </a:r>
            <a:endParaRPr/>
          </a:p>
        </p:txBody>
      </p:sp>
      <p:sp>
        <p:nvSpPr>
          <p:cNvPr id="650" name="Google Shape;650;p27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യുണൈറ്റഡ് അറബ് എമിറേറ്റ്സ്</a:t>
            </a:r>
            <a:endParaRPr/>
          </a:p>
        </p:txBody>
      </p:sp>
      <p:sp>
        <p:nvSpPr>
          <p:cNvPr id="651" name="Google Shape;651;p27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8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8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/>
          </a:p>
        </p:txBody>
      </p:sp>
      <p:sp>
        <p:nvSpPr>
          <p:cNvPr id="659" name="Google Shape;659;p28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8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Uzbekistan</a:t>
            </a:r>
            <a:endParaRPr/>
          </a:p>
        </p:txBody>
      </p:sp>
      <p:sp>
        <p:nvSpPr>
          <p:cNvPr id="661" name="Google Shape;661;p28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ഉസ്ബെക്കിസ്ഥാൻ</a:t>
            </a:r>
            <a:endParaRPr/>
          </a:p>
        </p:txBody>
      </p:sp>
      <p:sp>
        <p:nvSpPr>
          <p:cNvPr id="662" name="Google Shape;662;p28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8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/>
          </a:p>
        </p:txBody>
      </p:sp>
      <p:sp>
        <p:nvSpPr>
          <p:cNvPr id="664" name="Google Shape;664;p28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8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Vietnam</a:t>
            </a:r>
            <a:endParaRPr/>
          </a:p>
        </p:txBody>
      </p:sp>
      <p:sp>
        <p:nvSpPr>
          <p:cNvPr id="666" name="Google Shape;666;p28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വിയറ്റ്നാം</a:t>
            </a:r>
            <a:endParaRPr/>
          </a:p>
        </p:txBody>
      </p:sp>
      <p:sp>
        <p:nvSpPr>
          <p:cNvPr id="667" name="Google Shape;667;p28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8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</p:txBody>
      </p:sp>
      <p:sp>
        <p:nvSpPr>
          <p:cNvPr id="669" name="Google Shape;669;p28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8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Yemen</a:t>
            </a:r>
            <a:endParaRPr/>
          </a:p>
        </p:txBody>
      </p:sp>
      <p:sp>
        <p:nvSpPr>
          <p:cNvPr id="671" name="Google Shape;671;p28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യെമൻ</a:t>
            </a:r>
            <a:endParaRPr/>
          </a:p>
        </p:txBody>
      </p:sp>
      <p:sp>
        <p:nvSpPr>
          <p:cNvPr id="672" name="Google Shape;672;p28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9"/>
          <p:cNvSpPr txBox="1">
            <a:spLocks noGrp="1"/>
          </p:cNvSpPr>
          <p:nvPr>
            <p:ph type="title"/>
          </p:nvPr>
        </p:nvSpPr>
        <p:spPr>
          <a:xfrm>
            <a:off x="822960" y="1828800"/>
            <a:ext cx="10911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mbria"/>
              <a:buNone/>
            </a:pPr>
            <a:r>
              <a:rPr lang="en-US" sz="8000" b="1" dirty="0">
                <a:solidFill>
                  <a:schemeClr val="lt1"/>
                </a:solidFill>
              </a:rPr>
              <a:t>EUROPE</a:t>
            </a:r>
            <a:endParaRPr dirty="0"/>
          </a:p>
        </p:txBody>
      </p:sp>
      <p:sp>
        <p:nvSpPr>
          <p:cNvPr id="679" name="Google Shape;679;p29"/>
          <p:cNvSpPr txBox="1">
            <a:spLocks noGrp="1"/>
          </p:cNvSpPr>
          <p:nvPr>
            <p:ph type="body" idx="1"/>
          </p:nvPr>
        </p:nvSpPr>
        <p:spPr>
          <a:xfrm>
            <a:off x="822960" y="4601496"/>
            <a:ext cx="10911840" cy="1111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</a:pPr>
            <a:r>
              <a:rPr lang="en-US" sz="4000" b="1" dirty="0">
                <a:solidFill>
                  <a:schemeClr val="lt2"/>
                </a:solidFill>
              </a:rPr>
              <a:t>45</a:t>
            </a:r>
            <a:r>
              <a:rPr lang="en-US" sz="3200" b="0" dirty="0">
                <a:solidFill>
                  <a:schemeClr val="lt2"/>
                </a:solidFill>
              </a:rPr>
              <a:t> countries</a:t>
            </a:r>
            <a:endParaRPr dirty="0"/>
          </a:p>
        </p:txBody>
      </p:sp>
      <p:sp>
        <p:nvSpPr>
          <p:cNvPr id="680" name="Google Shape;680;p29"/>
          <p:cNvSpPr txBox="1"/>
          <p:nvPr/>
        </p:nvSpPr>
        <p:spPr>
          <a:xfrm>
            <a:off x="822960" y="3017520"/>
            <a:ext cx="1091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lang="en-US" sz="5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യൂറോപ്പ്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0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30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88" name="Google Shape;688;p30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30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Albania</a:t>
            </a:r>
            <a:endParaRPr/>
          </a:p>
        </p:txBody>
      </p:sp>
      <p:sp>
        <p:nvSpPr>
          <p:cNvPr id="690" name="Google Shape;690;p30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അൽബേനിയ</a:t>
            </a:r>
            <a:endParaRPr/>
          </a:p>
        </p:txBody>
      </p:sp>
      <p:sp>
        <p:nvSpPr>
          <p:cNvPr id="691" name="Google Shape;691;p30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0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93" name="Google Shape;693;p30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30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Andorra</a:t>
            </a:r>
            <a:endParaRPr/>
          </a:p>
        </p:txBody>
      </p:sp>
      <p:sp>
        <p:nvSpPr>
          <p:cNvPr id="695" name="Google Shape;695;p30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അൻഡോറ</a:t>
            </a:r>
            <a:endParaRPr/>
          </a:p>
        </p:txBody>
      </p:sp>
      <p:sp>
        <p:nvSpPr>
          <p:cNvPr id="696" name="Google Shape;696;p30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30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98" name="Google Shape;698;p30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0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Austria</a:t>
            </a:r>
            <a:endParaRPr/>
          </a:p>
        </p:txBody>
      </p:sp>
      <p:sp>
        <p:nvSpPr>
          <p:cNvPr id="700" name="Google Shape;700;p30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ഓസ്ട്രിയ</a:t>
            </a:r>
            <a:endParaRPr/>
          </a:p>
        </p:txBody>
      </p:sp>
      <p:sp>
        <p:nvSpPr>
          <p:cNvPr id="701" name="Google Shape;701;p30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0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03" name="Google Shape;703;p30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30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Belarus</a:t>
            </a:r>
            <a:endParaRPr/>
          </a:p>
        </p:txBody>
      </p:sp>
      <p:sp>
        <p:nvSpPr>
          <p:cNvPr id="705" name="Google Shape;705;p30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ബെലാറൂസ്</a:t>
            </a:r>
            <a:endParaRPr/>
          </a:p>
        </p:txBody>
      </p:sp>
      <p:sp>
        <p:nvSpPr>
          <p:cNvPr id="706" name="Google Shape;706;p30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0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08" name="Google Shape;708;p30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30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Belgium</a:t>
            </a:r>
            <a:endParaRPr/>
          </a:p>
        </p:txBody>
      </p:sp>
      <p:sp>
        <p:nvSpPr>
          <p:cNvPr id="710" name="Google Shape;710;p30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ബെൽജിയം</a:t>
            </a:r>
            <a:endParaRPr/>
          </a:p>
        </p:txBody>
      </p:sp>
      <p:sp>
        <p:nvSpPr>
          <p:cNvPr id="711" name="Google Shape;711;p30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1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31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19" name="Google Shape;719;p31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1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Bosnia and Herzegovina</a:t>
            </a:r>
            <a:endParaRPr/>
          </a:p>
        </p:txBody>
      </p:sp>
      <p:sp>
        <p:nvSpPr>
          <p:cNvPr id="721" name="Google Shape;721;p31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ബോസ്നിയ ആൻഡ് ഹെർസഗോവിന</a:t>
            </a:r>
            <a:endParaRPr/>
          </a:p>
        </p:txBody>
      </p:sp>
      <p:sp>
        <p:nvSpPr>
          <p:cNvPr id="722" name="Google Shape;722;p31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31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Bulgaria</a:t>
            </a:r>
            <a:endParaRPr/>
          </a:p>
        </p:txBody>
      </p:sp>
      <p:sp>
        <p:nvSpPr>
          <p:cNvPr id="726" name="Google Shape;726;p31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ബൾഗേറിയ</a:t>
            </a:r>
            <a:endParaRPr/>
          </a:p>
        </p:txBody>
      </p:sp>
      <p:sp>
        <p:nvSpPr>
          <p:cNvPr id="727" name="Google Shape;727;p31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1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29" name="Google Shape;729;p31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1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Croatia</a:t>
            </a:r>
            <a:endParaRPr/>
          </a:p>
        </p:txBody>
      </p:sp>
      <p:sp>
        <p:nvSpPr>
          <p:cNvPr id="731" name="Google Shape;731;p31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ക്രൊയേഷ്യ</a:t>
            </a:r>
            <a:endParaRPr/>
          </a:p>
        </p:txBody>
      </p:sp>
      <p:sp>
        <p:nvSpPr>
          <p:cNvPr id="732" name="Google Shape;732;p31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31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34" name="Google Shape;734;p31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31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Czech Republic</a:t>
            </a:r>
            <a:endParaRPr/>
          </a:p>
        </p:txBody>
      </p:sp>
      <p:sp>
        <p:nvSpPr>
          <p:cNvPr id="736" name="Google Shape;736;p31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ചെക്ക്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റിപ്പബ്ലിക്</a:t>
            </a:r>
            <a:endParaRPr dirty="0"/>
          </a:p>
        </p:txBody>
      </p:sp>
      <p:sp>
        <p:nvSpPr>
          <p:cNvPr id="737" name="Google Shape;737;p31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31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39" name="Google Shape;739;p31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31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Denmark</a:t>
            </a:r>
            <a:endParaRPr/>
          </a:p>
        </p:txBody>
      </p:sp>
      <p:sp>
        <p:nvSpPr>
          <p:cNvPr id="741" name="Google Shape;741;p31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ഡെൻമാർക്ക്</a:t>
            </a:r>
            <a:endParaRPr/>
          </a:p>
        </p:txBody>
      </p:sp>
      <p:sp>
        <p:nvSpPr>
          <p:cNvPr id="742" name="Google Shape;742;p31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2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2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750" name="Google Shape;750;p32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2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Estonia</a:t>
            </a:r>
            <a:endParaRPr/>
          </a:p>
        </p:txBody>
      </p:sp>
      <p:sp>
        <p:nvSpPr>
          <p:cNvPr id="752" name="Google Shape;752;p32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എസ്തോണിയ</a:t>
            </a:r>
            <a:endParaRPr sz="4400" dirty="0"/>
          </a:p>
        </p:txBody>
      </p:sp>
      <p:sp>
        <p:nvSpPr>
          <p:cNvPr id="753" name="Google Shape;753;p32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2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755" name="Google Shape;755;p32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2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Finland</a:t>
            </a:r>
            <a:endParaRPr/>
          </a:p>
        </p:txBody>
      </p:sp>
      <p:sp>
        <p:nvSpPr>
          <p:cNvPr id="757" name="Google Shape;757;p32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ഫിൻലാൻഡ്</a:t>
            </a:r>
            <a:endParaRPr/>
          </a:p>
        </p:txBody>
      </p:sp>
      <p:sp>
        <p:nvSpPr>
          <p:cNvPr id="758" name="Google Shape;758;p32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2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760" name="Google Shape;760;p32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32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France</a:t>
            </a:r>
            <a:endParaRPr/>
          </a:p>
        </p:txBody>
      </p:sp>
      <p:sp>
        <p:nvSpPr>
          <p:cNvPr id="762" name="Google Shape;762;p32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ഫ്രാൻസ്</a:t>
            </a:r>
            <a:endParaRPr/>
          </a:p>
        </p:txBody>
      </p:sp>
      <p:sp>
        <p:nvSpPr>
          <p:cNvPr id="763" name="Google Shape;763;p32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2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765" name="Google Shape;765;p32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32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Germany</a:t>
            </a:r>
            <a:endParaRPr/>
          </a:p>
        </p:txBody>
      </p:sp>
      <p:sp>
        <p:nvSpPr>
          <p:cNvPr id="767" name="Google Shape;767;p32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ജർമ്മനി</a:t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32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770" name="Google Shape;770;p32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32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Greece</a:t>
            </a:r>
            <a:endParaRPr/>
          </a:p>
        </p:txBody>
      </p:sp>
      <p:sp>
        <p:nvSpPr>
          <p:cNvPr id="772" name="Google Shape;772;p32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ഗ്രീസ്</a:t>
            </a:r>
            <a:endParaRPr/>
          </a:p>
        </p:txBody>
      </p:sp>
      <p:sp>
        <p:nvSpPr>
          <p:cNvPr id="773" name="Google Shape;773;p32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3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33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781" name="Google Shape;781;p33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33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Hungary</a:t>
            </a:r>
            <a:endParaRPr/>
          </a:p>
        </p:txBody>
      </p:sp>
      <p:sp>
        <p:nvSpPr>
          <p:cNvPr id="783" name="Google Shape;783;p33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ഹംഗറി</a:t>
            </a:r>
            <a:endParaRPr/>
          </a:p>
        </p:txBody>
      </p:sp>
      <p:sp>
        <p:nvSpPr>
          <p:cNvPr id="784" name="Google Shape;784;p33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3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786" name="Google Shape;786;p33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33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Iceland</a:t>
            </a:r>
            <a:endParaRPr/>
          </a:p>
        </p:txBody>
      </p:sp>
      <p:sp>
        <p:nvSpPr>
          <p:cNvPr id="788" name="Google Shape;788;p33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ഐസ്‌ലാൻഡ്</a:t>
            </a:r>
            <a:endParaRPr/>
          </a:p>
        </p:txBody>
      </p:sp>
      <p:sp>
        <p:nvSpPr>
          <p:cNvPr id="789" name="Google Shape;789;p33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33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791" name="Google Shape;791;p33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3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Ireland</a:t>
            </a:r>
            <a:endParaRPr/>
          </a:p>
        </p:txBody>
      </p:sp>
      <p:sp>
        <p:nvSpPr>
          <p:cNvPr id="793" name="Google Shape;793;p33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അയർലൻഡ്</a:t>
            </a:r>
            <a:endParaRPr/>
          </a:p>
        </p:txBody>
      </p:sp>
      <p:sp>
        <p:nvSpPr>
          <p:cNvPr id="794" name="Google Shape;794;p33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33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796" name="Google Shape;796;p33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33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Italy</a:t>
            </a:r>
            <a:endParaRPr/>
          </a:p>
        </p:txBody>
      </p:sp>
      <p:sp>
        <p:nvSpPr>
          <p:cNvPr id="798" name="Google Shape;798;p33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ഇറ്റലി</a:t>
            </a:r>
            <a:endParaRPr/>
          </a:p>
        </p:txBody>
      </p:sp>
      <p:sp>
        <p:nvSpPr>
          <p:cNvPr id="799" name="Google Shape;799;p33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3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801" name="Google Shape;801;p33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3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Latvia</a:t>
            </a:r>
            <a:endParaRPr/>
          </a:p>
        </p:txBody>
      </p:sp>
      <p:sp>
        <p:nvSpPr>
          <p:cNvPr id="803" name="Google Shape;803;p33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ലാത്വിയ</a:t>
            </a:r>
            <a:endParaRPr/>
          </a:p>
        </p:txBody>
      </p:sp>
      <p:sp>
        <p:nvSpPr>
          <p:cNvPr id="804" name="Google Shape;804;p33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4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34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812" name="Google Shape;812;p34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34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Liechtenstein</a:t>
            </a:r>
            <a:endParaRPr/>
          </a:p>
        </p:txBody>
      </p:sp>
      <p:sp>
        <p:nvSpPr>
          <p:cNvPr id="814" name="Google Shape;814;p34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ലിച്ചൺസ്റ്റൈൻ</a:t>
            </a:r>
            <a:endParaRPr/>
          </a:p>
        </p:txBody>
      </p:sp>
      <p:sp>
        <p:nvSpPr>
          <p:cNvPr id="815" name="Google Shape;815;p34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34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817" name="Google Shape;817;p34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34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Lithuania</a:t>
            </a:r>
            <a:endParaRPr dirty="0"/>
          </a:p>
        </p:txBody>
      </p:sp>
      <p:sp>
        <p:nvSpPr>
          <p:cNvPr id="819" name="Google Shape;819;p34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ലിത്വാനിയ</a:t>
            </a:r>
            <a:endParaRPr dirty="0"/>
          </a:p>
        </p:txBody>
      </p:sp>
      <p:sp>
        <p:nvSpPr>
          <p:cNvPr id="820" name="Google Shape;820;p34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34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822" name="Google Shape;822;p34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34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Luxembourg</a:t>
            </a:r>
            <a:endParaRPr/>
          </a:p>
        </p:txBody>
      </p:sp>
      <p:sp>
        <p:nvSpPr>
          <p:cNvPr id="824" name="Google Shape;824;p34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ലക്സംബർഗ്</a:t>
            </a:r>
            <a:endParaRPr dirty="0"/>
          </a:p>
        </p:txBody>
      </p:sp>
      <p:sp>
        <p:nvSpPr>
          <p:cNvPr id="825" name="Google Shape;825;p34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34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827" name="Google Shape;827;p34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4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Malta</a:t>
            </a:r>
            <a:endParaRPr/>
          </a:p>
        </p:txBody>
      </p:sp>
      <p:sp>
        <p:nvSpPr>
          <p:cNvPr id="829" name="Google Shape;829;p34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മാൾട്ട</a:t>
            </a:r>
            <a:endParaRPr/>
          </a:p>
        </p:txBody>
      </p:sp>
      <p:sp>
        <p:nvSpPr>
          <p:cNvPr id="830" name="Google Shape;830;p34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34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832" name="Google Shape;832;p34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4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Moldova</a:t>
            </a:r>
            <a:endParaRPr/>
          </a:p>
        </p:txBody>
      </p:sp>
      <p:sp>
        <p:nvSpPr>
          <p:cNvPr id="834" name="Google Shape;834;p34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മോൾഡോവ</a:t>
            </a:r>
            <a:endParaRPr/>
          </a:p>
        </p:txBody>
      </p:sp>
      <p:sp>
        <p:nvSpPr>
          <p:cNvPr id="835" name="Google Shape;835;p34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5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35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843" name="Google Shape;843;p35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35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Monaco</a:t>
            </a:r>
            <a:endParaRPr/>
          </a:p>
        </p:txBody>
      </p:sp>
      <p:sp>
        <p:nvSpPr>
          <p:cNvPr id="845" name="Google Shape;845;p35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മൊണാക്കോ</a:t>
            </a:r>
            <a:endParaRPr/>
          </a:p>
        </p:txBody>
      </p:sp>
      <p:sp>
        <p:nvSpPr>
          <p:cNvPr id="846" name="Google Shape;846;p35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35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848" name="Google Shape;848;p35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35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Montenegro</a:t>
            </a:r>
            <a:endParaRPr/>
          </a:p>
        </p:txBody>
      </p:sp>
      <p:sp>
        <p:nvSpPr>
          <p:cNvPr id="850" name="Google Shape;850;p35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മോണ്ടിനെഗ്രോ</a:t>
            </a:r>
            <a:endParaRPr/>
          </a:p>
        </p:txBody>
      </p:sp>
      <p:sp>
        <p:nvSpPr>
          <p:cNvPr id="851" name="Google Shape;851;p35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35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853" name="Google Shape;853;p35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35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Netherlands</a:t>
            </a:r>
            <a:endParaRPr/>
          </a:p>
        </p:txBody>
      </p:sp>
      <p:sp>
        <p:nvSpPr>
          <p:cNvPr id="855" name="Google Shape;855;p35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നെതർലൻഡ്സ്</a:t>
            </a:r>
            <a:endParaRPr/>
          </a:p>
        </p:txBody>
      </p:sp>
      <p:sp>
        <p:nvSpPr>
          <p:cNvPr id="856" name="Google Shape;856;p35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35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858" name="Google Shape;858;p35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35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North Macedonia</a:t>
            </a:r>
            <a:endParaRPr/>
          </a:p>
        </p:txBody>
      </p:sp>
      <p:sp>
        <p:nvSpPr>
          <p:cNvPr id="860" name="Google Shape;860;p35"/>
          <p:cNvSpPr txBox="1"/>
          <p:nvPr/>
        </p:nvSpPr>
        <p:spPr>
          <a:xfrm>
            <a:off x="6183630" y="3995928"/>
            <a:ext cx="53555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വടക്ക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ൻ </a:t>
            </a: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മാസിഡോണിയ</a:t>
            </a:r>
            <a:endParaRPr dirty="0"/>
          </a:p>
        </p:txBody>
      </p:sp>
      <p:sp>
        <p:nvSpPr>
          <p:cNvPr id="861" name="Google Shape;861;p35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35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863" name="Google Shape;863;p35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35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Norway</a:t>
            </a:r>
            <a:endParaRPr/>
          </a:p>
        </p:txBody>
      </p:sp>
      <p:sp>
        <p:nvSpPr>
          <p:cNvPr id="865" name="Google Shape;865;p35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നോർവേ</a:t>
            </a:r>
            <a:endParaRPr/>
          </a:p>
        </p:txBody>
      </p:sp>
      <p:sp>
        <p:nvSpPr>
          <p:cNvPr id="866" name="Google Shape;866;p35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6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36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  <p:sp>
        <p:nvSpPr>
          <p:cNvPr id="874" name="Google Shape;874;p36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36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Poland</a:t>
            </a:r>
            <a:endParaRPr/>
          </a:p>
        </p:txBody>
      </p:sp>
      <p:sp>
        <p:nvSpPr>
          <p:cNvPr id="876" name="Google Shape;876;p36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പോളണ്ട്</a:t>
            </a:r>
            <a:endParaRPr/>
          </a:p>
        </p:txBody>
      </p:sp>
      <p:sp>
        <p:nvSpPr>
          <p:cNvPr id="877" name="Google Shape;877;p36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36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879" name="Google Shape;879;p36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36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Portugal</a:t>
            </a:r>
            <a:endParaRPr/>
          </a:p>
        </p:txBody>
      </p:sp>
      <p:sp>
        <p:nvSpPr>
          <p:cNvPr id="881" name="Google Shape;881;p36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പോർച്ചുഗ</a:t>
            </a:r>
            <a:r>
              <a:rPr lang="en-US" sz="48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ൽ</a:t>
            </a:r>
            <a:endParaRPr dirty="0"/>
          </a:p>
        </p:txBody>
      </p:sp>
      <p:sp>
        <p:nvSpPr>
          <p:cNvPr id="882" name="Google Shape;882;p36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36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884" name="Google Shape;884;p36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36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Romania</a:t>
            </a:r>
            <a:endParaRPr/>
          </a:p>
        </p:txBody>
      </p:sp>
      <p:sp>
        <p:nvSpPr>
          <p:cNvPr id="886" name="Google Shape;886;p36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റൊമാനിയ</a:t>
            </a:r>
            <a:endParaRPr dirty="0"/>
          </a:p>
        </p:txBody>
      </p:sp>
      <p:sp>
        <p:nvSpPr>
          <p:cNvPr id="887" name="Google Shape;887;p36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36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/>
          </a:p>
        </p:txBody>
      </p:sp>
      <p:sp>
        <p:nvSpPr>
          <p:cNvPr id="889" name="Google Shape;889;p36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6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Russia</a:t>
            </a:r>
            <a:endParaRPr/>
          </a:p>
        </p:txBody>
      </p:sp>
      <p:sp>
        <p:nvSpPr>
          <p:cNvPr id="891" name="Google Shape;891;p36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റഷ്യ</a:t>
            </a:r>
            <a:endParaRPr dirty="0"/>
          </a:p>
        </p:txBody>
      </p:sp>
      <p:sp>
        <p:nvSpPr>
          <p:cNvPr id="892" name="Google Shape;892;p36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36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  <p:sp>
        <p:nvSpPr>
          <p:cNvPr id="894" name="Google Shape;894;p36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36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San Marino</a:t>
            </a:r>
            <a:endParaRPr/>
          </a:p>
        </p:txBody>
      </p:sp>
      <p:sp>
        <p:nvSpPr>
          <p:cNvPr id="896" name="Google Shape;896;p36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സാ</a:t>
            </a:r>
            <a:r>
              <a:rPr lang="en-US" sz="44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ൻ</a:t>
            </a:r>
            <a:r>
              <a:rPr lang="en-US" sz="48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മറീനോ</a:t>
            </a:r>
            <a:endParaRPr sz="4400" dirty="0"/>
          </a:p>
        </p:txBody>
      </p:sp>
      <p:sp>
        <p:nvSpPr>
          <p:cNvPr id="897" name="Google Shape;897;p36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7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37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/>
          </a:p>
        </p:txBody>
      </p:sp>
      <p:sp>
        <p:nvSpPr>
          <p:cNvPr id="905" name="Google Shape;905;p37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37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Serbia</a:t>
            </a:r>
            <a:endParaRPr/>
          </a:p>
        </p:txBody>
      </p:sp>
      <p:sp>
        <p:nvSpPr>
          <p:cNvPr id="907" name="Google Shape;907;p37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സെർബിയ</a:t>
            </a:r>
            <a:endParaRPr/>
          </a:p>
        </p:txBody>
      </p:sp>
      <p:sp>
        <p:nvSpPr>
          <p:cNvPr id="908" name="Google Shape;908;p37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37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910" name="Google Shape;910;p37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7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Slovakia</a:t>
            </a:r>
            <a:endParaRPr/>
          </a:p>
        </p:txBody>
      </p:sp>
      <p:sp>
        <p:nvSpPr>
          <p:cNvPr id="912" name="Google Shape;912;p37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സ്ലോവാക്യ</a:t>
            </a:r>
            <a:endParaRPr/>
          </a:p>
        </p:txBody>
      </p:sp>
      <p:sp>
        <p:nvSpPr>
          <p:cNvPr id="913" name="Google Shape;913;p37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37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915" name="Google Shape;915;p37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37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Slovenia</a:t>
            </a:r>
            <a:endParaRPr/>
          </a:p>
        </p:txBody>
      </p:sp>
      <p:sp>
        <p:nvSpPr>
          <p:cNvPr id="917" name="Google Shape;917;p37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സ്ലോവേനിയ</a:t>
            </a:r>
            <a:endParaRPr dirty="0"/>
          </a:p>
        </p:txBody>
      </p:sp>
      <p:sp>
        <p:nvSpPr>
          <p:cNvPr id="918" name="Google Shape;918;p37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37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920" name="Google Shape;920;p37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37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Spain</a:t>
            </a:r>
            <a:endParaRPr/>
          </a:p>
        </p:txBody>
      </p:sp>
      <p:sp>
        <p:nvSpPr>
          <p:cNvPr id="922" name="Google Shape;922;p37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സ്പെയിൻ</a:t>
            </a:r>
            <a:endParaRPr/>
          </a:p>
        </p:txBody>
      </p:sp>
      <p:sp>
        <p:nvSpPr>
          <p:cNvPr id="923" name="Google Shape;923;p37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37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925" name="Google Shape;925;p37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37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Sweden</a:t>
            </a:r>
            <a:endParaRPr/>
          </a:p>
        </p:txBody>
      </p:sp>
      <p:sp>
        <p:nvSpPr>
          <p:cNvPr id="927" name="Google Shape;927;p37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സ്വീഡൻ</a:t>
            </a:r>
            <a:endParaRPr/>
          </a:p>
        </p:txBody>
      </p:sp>
      <p:sp>
        <p:nvSpPr>
          <p:cNvPr id="928" name="Google Shape;928;p37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8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38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/>
          </a:p>
        </p:txBody>
      </p:sp>
      <p:sp>
        <p:nvSpPr>
          <p:cNvPr id="936" name="Google Shape;936;p38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38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Switzerland</a:t>
            </a:r>
            <a:endParaRPr/>
          </a:p>
        </p:txBody>
      </p:sp>
      <p:sp>
        <p:nvSpPr>
          <p:cNvPr id="938" name="Google Shape;938;p38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സ്വിറ്റ്സർലൻഡ്</a:t>
            </a:r>
            <a:endParaRPr dirty="0"/>
          </a:p>
        </p:txBody>
      </p:sp>
      <p:sp>
        <p:nvSpPr>
          <p:cNvPr id="939" name="Google Shape;939;p38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8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/>
          </a:p>
        </p:txBody>
      </p:sp>
      <p:sp>
        <p:nvSpPr>
          <p:cNvPr id="941" name="Google Shape;941;p38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38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Turkey</a:t>
            </a:r>
            <a:endParaRPr/>
          </a:p>
        </p:txBody>
      </p:sp>
      <p:sp>
        <p:nvSpPr>
          <p:cNvPr id="943" name="Google Shape;943;p38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തുർക്കി</a:t>
            </a:r>
            <a:endParaRPr dirty="0"/>
          </a:p>
        </p:txBody>
      </p:sp>
      <p:sp>
        <p:nvSpPr>
          <p:cNvPr id="944" name="Google Shape;944;p38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38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/>
          </a:p>
        </p:txBody>
      </p:sp>
      <p:sp>
        <p:nvSpPr>
          <p:cNvPr id="946" name="Google Shape;946;p38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38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Ukraine</a:t>
            </a:r>
            <a:endParaRPr/>
          </a:p>
        </p:txBody>
      </p:sp>
      <p:sp>
        <p:nvSpPr>
          <p:cNvPr id="948" name="Google Shape;948;p38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ഉക്രൈ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ൻ</a:t>
            </a:r>
            <a:endParaRPr dirty="0"/>
          </a:p>
        </p:txBody>
      </p:sp>
      <p:sp>
        <p:nvSpPr>
          <p:cNvPr id="949" name="Google Shape;949;p38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38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  <p:sp>
        <p:nvSpPr>
          <p:cNvPr id="951" name="Google Shape;951;p38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38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United Kingdom</a:t>
            </a:r>
            <a:endParaRPr/>
          </a:p>
        </p:txBody>
      </p:sp>
      <p:sp>
        <p:nvSpPr>
          <p:cNvPr id="953" name="Google Shape;953;p38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യുണൈറ്റഡ്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കിങ്ഡം</a:t>
            </a:r>
            <a:endParaRPr dirty="0"/>
          </a:p>
        </p:txBody>
      </p:sp>
      <p:sp>
        <p:nvSpPr>
          <p:cNvPr id="954" name="Google Shape;954;p38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38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956" name="Google Shape;956;p38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38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Vatican City</a:t>
            </a:r>
            <a:endParaRPr/>
          </a:p>
        </p:txBody>
      </p:sp>
      <p:sp>
        <p:nvSpPr>
          <p:cNvPr id="958" name="Google Shape;958;p38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വത്തിക്കാൻ സിറ്റി</a:t>
            </a:r>
            <a:endParaRPr/>
          </a:p>
        </p:txBody>
      </p:sp>
      <p:sp>
        <p:nvSpPr>
          <p:cNvPr id="959" name="Google Shape;959;p38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39"/>
          <p:cNvSpPr txBox="1">
            <a:spLocks noGrp="1"/>
          </p:cNvSpPr>
          <p:nvPr>
            <p:ph type="title"/>
          </p:nvPr>
        </p:nvSpPr>
        <p:spPr>
          <a:xfrm>
            <a:off x="822960" y="1828800"/>
            <a:ext cx="10911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mbria"/>
              <a:buNone/>
            </a:pPr>
            <a:r>
              <a:rPr lang="en-US" sz="8000" b="1" dirty="0">
                <a:solidFill>
                  <a:schemeClr val="lt1"/>
                </a:solidFill>
              </a:rPr>
              <a:t>NORTH AMERICA</a:t>
            </a:r>
            <a:endParaRPr dirty="0"/>
          </a:p>
        </p:txBody>
      </p:sp>
      <p:sp>
        <p:nvSpPr>
          <p:cNvPr id="966" name="Google Shape;966;p39"/>
          <p:cNvSpPr txBox="1">
            <a:spLocks noGrp="1"/>
          </p:cNvSpPr>
          <p:nvPr>
            <p:ph type="body" idx="1"/>
          </p:nvPr>
        </p:nvSpPr>
        <p:spPr>
          <a:xfrm>
            <a:off x="822960" y="4345858"/>
            <a:ext cx="10911840" cy="1081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</a:pPr>
            <a:r>
              <a:rPr lang="en-US" sz="4000" b="1" dirty="0">
                <a:solidFill>
                  <a:schemeClr val="lt2"/>
                </a:solidFill>
              </a:rPr>
              <a:t>23</a:t>
            </a:r>
            <a:r>
              <a:rPr lang="en-US" sz="3200" b="0" dirty="0">
                <a:solidFill>
                  <a:schemeClr val="lt2"/>
                </a:solidFill>
              </a:rPr>
              <a:t> countries</a:t>
            </a:r>
            <a:endParaRPr dirty="0"/>
          </a:p>
        </p:txBody>
      </p:sp>
      <p:sp>
        <p:nvSpPr>
          <p:cNvPr id="967" name="Google Shape;967;p39"/>
          <p:cNvSpPr txBox="1"/>
          <p:nvPr/>
        </p:nvSpPr>
        <p:spPr>
          <a:xfrm>
            <a:off x="822960" y="3017520"/>
            <a:ext cx="1091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lang="en-US" sz="5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വടക്കേ</a:t>
            </a:r>
            <a:r>
              <a:rPr lang="en-US" sz="54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അമേരിക്ക</a:t>
            </a:r>
            <a:endParaRPr dirty="0"/>
          </a:p>
        </p:txBody>
      </p:sp>
    </p:spTree>
  </p:cSld>
  <p:clrMapOvr>
    <a:masterClrMapping/>
  </p:clrMapOvr>
  <p:transition spd="slow">
    <p:randomBar dir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0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40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75" name="Google Shape;975;p40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40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Antigua and Barbuda</a:t>
            </a:r>
            <a:endParaRPr/>
          </a:p>
        </p:txBody>
      </p:sp>
      <p:sp>
        <p:nvSpPr>
          <p:cNvPr id="977" name="Google Shape;977;p40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ആന്റിഗ്വ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ആൻഡ്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ബാർബുഡ</a:t>
            </a:r>
            <a:endParaRPr dirty="0"/>
          </a:p>
        </p:txBody>
      </p:sp>
      <p:sp>
        <p:nvSpPr>
          <p:cNvPr id="978" name="Google Shape;978;p40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40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80" name="Google Shape;980;p40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40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Bahamas</a:t>
            </a:r>
            <a:endParaRPr/>
          </a:p>
        </p:txBody>
      </p:sp>
      <p:sp>
        <p:nvSpPr>
          <p:cNvPr id="982" name="Google Shape;982;p40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ബഹാമാസ്</a:t>
            </a:r>
            <a:endParaRPr/>
          </a:p>
        </p:txBody>
      </p:sp>
      <p:sp>
        <p:nvSpPr>
          <p:cNvPr id="983" name="Google Shape;983;p40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40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85" name="Google Shape;985;p40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40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Barbados</a:t>
            </a:r>
            <a:endParaRPr/>
          </a:p>
        </p:txBody>
      </p:sp>
      <p:sp>
        <p:nvSpPr>
          <p:cNvPr id="987" name="Google Shape;987;p40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ബാർബഡോസ്</a:t>
            </a:r>
            <a:endParaRPr/>
          </a:p>
        </p:txBody>
      </p:sp>
      <p:sp>
        <p:nvSpPr>
          <p:cNvPr id="988" name="Google Shape;988;p40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40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90" name="Google Shape;990;p40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40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Belize</a:t>
            </a:r>
            <a:endParaRPr/>
          </a:p>
        </p:txBody>
      </p:sp>
      <p:sp>
        <p:nvSpPr>
          <p:cNvPr id="992" name="Google Shape;992;p40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ബെലീസ്</a:t>
            </a:r>
            <a:endParaRPr/>
          </a:p>
        </p:txBody>
      </p:sp>
      <p:sp>
        <p:nvSpPr>
          <p:cNvPr id="993" name="Google Shape;993;p40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40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95" name="Google Shape;995;p40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40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Canada</a:t>
            </a:r>
            <a:endParaRPr/>
          </a:p>
        </p:txBody>
      </p:sp>
      <p:sp>
        <p:nvSpPr>
          <p:cNvPr id="997" name="Google Shape;997;p40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കാനഡ</a:t>
            </a:r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1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41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06" name="Google Shape;1006;p41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41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Costa Rica</a:t>
            </a:r>
            <a:endParaRPr/>
          </a:p>
        </p:txBody>
      </p:sp>
      <p:sp>
        <p:nvSpPr>
          <p:cNvPr id="1008" name="Google Shape;1008;p41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കോസ്റ്റ റിക്ക</a:t>
            </a:r>
            <a:endParaRPr/>
          </a:p>
        </p:txBody>
      </p:sp>
      <p:sp>
        <p:nvSpPr>
          <p:cNvPr id="1009" name="Google Shape;1009;p41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41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11" name="Google Shape;1011;p41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41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Cuba</a:t>
            </a:r>
            <a:endParaRPr/>
          </a:p>
        </p:txBody>
      </p:sp>
      <p:sp>
        <p:nvSpPr>
          <p:cNvPr id="1013" name="Google Shape;1013;p41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ക്യൂബ</a:t>
            </a:r>
            <a:endParaRPr/>
          </a:p>
        </p:txBody>
      </p:sp>
      <p:sp>
        <p:nvSpPr>
          <p:cNvPr id="1014" name="Google Shape;1014;p41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41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16" name="Google Shape;1016;p41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41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Dominica</a:t>
            </a:r>
            <a:endParaRPr/>
          </a:p>
        </p:txBody>
      </p:sp>
      <p:sp>
        <p:nvSpPr>
          <p:cNvPr id="1018" name="Google Shape;1018;p41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ഡൊമിനിക്ക</a:t>
            </a:r>
            <a:endParaRPr/>
          </a:p>
        </p:txBody>
      </p:sp>
      <p:sp>
        <p:nvSpPr>
          <p:cNvPr id="1019" name="Google Shape;1019;p41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41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021" name="Google Shape;1021;p41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41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Dominican Republic</a:t>
            </a:r>
            <a:endParaRPr/>
          </a:p>
        </p:txBody>
      </p:sp>
      <p:sp>
        <p:nvSpPr>
          <p:cNvPr id="1023" name="Google Shape;1023;p41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ഡൊമിനിക്ക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ൻ </a:t>
            </a: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റിപ്പബ്ലിക്</a:t>
            </a:r>
            <a:endParaRPr dirty="0"/>
          </a:p>
        </p:txBody>
      </p:sp>
      <p:sp>
        <p:nvSpPr>
          <p:cNvPr id="1024" name="Google Shape;1024;p41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41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026" name="Google Shape;1026;p41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1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Salvador</a:t>
            </a:r>
            <a:endParaRPr/>
          </a:p>
        </p:txBody>
      </p:sp>
      <p:sp>
        <p:nvSpPr>
          <p:cNvPr id="1028" name="Google Shape;1028;p41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എൽ </a:t>
            </a: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സാൽവഡോ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ർ</a:t>
            </a:r>
            <a:endParaRPr dirty="0"/>
          </a:p>
        </p:txBody>
      </p:sp>
      <p:sp>
        <p:nvSpPr>
          <p:cNvPr id="1029" name="Google Shape;1029;p41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42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42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037" name="Google Shape;1037;p42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42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Grenada</a:t>
            </a:r>
            <a:endParaRPr/>
          </a:p>
        </p:txBody>
      </p:sp>
      <p:sp>
        <p:nvSpPr>
          <p:cNvPr id="1039" name="Google Shape;1039;p42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ഗ്രനേഡ</a:t>
            </a:r>
            <a:endParaRPr/>
          </a:p>
        </p:txBody>
      </p:sp>
      <p:sp>
        <p:nvSpPr>
          <p:cNvPr id="1040" name="Google Shape;1040;p42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42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042" name="Google Shape;1042;p42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42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Guatemala</a:t>
            </a:r>
            <a:endParaRPr/>
          </a:p>
        </p:txBody>
      </p:sp>
      <p:sp>
        <p:nvSpPr>
          <p:cNvPr id="1044" name="Google Shape;1044;p42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ഗ്വാട്ടിമാല</a:t>
            </a:r>
            <a:endParaRPr/>
          </a:p>
        </p:txBody>
      </p:sp>
      <p:sp>
        <p:nvSpPr>
          <p:cNvPr id="1045" name="Google Shape;1045;p42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42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1047" name="Google Shape;1047;p42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42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Haiti</a:t>
            </a:r>
            <a:endParaRPr/>
          </a:p>
        </p:txBody>
      </p:sp>
      <p:sp>
        <p:nvSpPr>
          <p:cNvPr id="1049" name="Google Shape;1049;p42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ഹെയ്തി</a:t>
            </a:r>
            <a:endParaRPr/>
          </a:p>
        </p:txBody>
      </p:sp>
      <p:sp>
        <p:nvSpPr>
          <p:cNvPr id="1050" name="Google Shape;1050;p42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42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052" name="Google Shape;1052;p42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42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Honduras</a:t>
            </a:r>
            <a:endParaRPr/>
          </a:p>
        </p:txBody>
      </p:sp>
      <p:sp>
        <p:nvSpPr>
          <p:cNvPr id="1054" name="Google Shape;1054;p42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ഹോണ്ടുറാസ്</a:t>
            </a:r>
            <a:endParaRPr dirty="0"/>
          </a:p>
        </p:txBody>
      </p:sp>
      <p:sp>
        <p:nvSpPr>
          <p:cNvPr id="1055" name="Google Shape;1055;p42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42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057" name="Google Shape;1057;p42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42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Jamaica</a:t>
            </a:r>
            <a:endParaRPr/>
          </a:p>
        </p:txBody>
      </p:sp>
      <p:sp>
        <p:nvSpPr>
          <p:cNvPr id="1059" name="Google Shape;1059;p42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None/>
            </a:pPr>
            <a:r>
              <a:rPr lang="en-US" sz="4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ജമൈക്ക</a:t>
            </a:r>
            <a:endParaRPr/>
          </a:p>
        </p:txBody>
      </p:sp>
      <p:sp>
        <p:nvSpPr>
          <p:cNvPr id="1060" name="Google Shape;1060;p42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43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1068" name="Google Shape;1068;p43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43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Mexico</a:t>
            </a:r>
            <a:endParaRPr sz="4000" dirty="0"/>
          </a:p>
        </p:txBody>
      </p:sp>
      <p:sp>
        <p:nvSpPr>
          <p:cNvPr id="1070" name="Google Shape;1070;p43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Calibri"/>
              <a:buNone/>
            </a:pPr>
            <a:r>
              <a:rPr lang="en-US" sz="40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മെക്സിക്കോ</a:t>
            </a:r>
            <a:endParaRPr sz="4000" dirty="0"/>
          </a:p>
        </p:txBody>
      </p:sp>
      <p:sp>
        <p:nvSpPr>
          <p:cNvPr id="1071" name="Google Shape;1071;p43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43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1073" name="Google Shape;1073;p43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43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Nicaragua</a:t>
            </a:r>
            <a:endParaRPr sz="4000" dirty="0"/>
          </a:p>
        </p:txBody>
      </p:sp>
      <p:sp>
        <p:nvSpPr>
          <p:cNvPr id="1075" name="Google Shape;1075;p43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Calibri"/>
              <a:buNone/>
            </a:pPr>
            <a:r>
              <a:rPr lang="en-US" sz="40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നിക്കരാഗ്വ</a:t>
            </a:r>
            <a:endParaRPr sz="4000" dirty="0"/>
          </a:p>
        </p:txBody>
      </p:sp>
      <p:sp>
        <p:nvSpPr>
          <p:cNvPr id="1076" name="Google Shape;1076;p43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43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078" name="Google Shape;1078;p43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43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Panama</a:t>
            </a:r>
            <a:endParaRPr sz="4000" dirty="0"/>
          </a:p>
        </p:txBody>
      </p:sp>
      <p:sp>
        <p:nvSpPr>
          <p:cNvPr id="1080" name="Google Shape;1080;p43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Calibri"/>
              <a:buNone/>
            </a:pPr>
            <a:r>
              <a:rPr lang="en-US" sz="40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പനാമ</a:t>
            </a:r>
            <a:endParaRPr sz="4000" dirty="0"/>
          </a:p>
        </p:txBody>
      </p:sp>
      <p:sp>
        <p:nvSpPr>
          <p:cNvPr id="1081" name="Google Shape;1081;p43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43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1083" name="Google Shape;1083;p43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43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Saint Kitts and Nevis</a:t>
            </a:r>
            <a:endParaRPr sz="4000" dirty="0"/>
          </a:p>
        </p:txBody>
      </p:sp>
      <p:sp>
        <p:nvSpPr>
          <p:cNvPr id="1085" name="Google Shape;1085;p43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Calibri"/>
              <a:buNone/>
            </a:pPr>
            <a:r>
              <a:rPr lang="en-US" sz="32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സെന്റ്</a:t>
            </a:r>
            <a:r>
              <a:rPr lang="en-US" sz="32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കിറ്റ്സ്</a:t>
            </a:r>
            <a:r>
              <a:rPr lang="en-US" sz="32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ആൻഡ്</a:t>
            </a:r>
            <a:r>
              <a:rPr lang="en-US" sz="32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നെവിസ്</a:t>
            </a:r>
            <a:endParaRPr sz="3200" dirty="0"/>
          </a:p>
        </p:txBody>
      </p:sp>
      <p:sp>
        <p:nvSpPr>
          <p:cNvPr id="1086" name="Google Shape;1086;p43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43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1088" name="Google Shape;1088;p43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43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Saint Lucia</a:t>
            </a:r>
            <a:endParaRPr sz="4000" dirty="0"/>
          </a:p>
        </p:txBody>
      </p:sp>
      <p:sp>
        <p:nvSpPr>
          <p:cNvPr id="1090" name="Google Shape;1090;p43"/>
          <p:cNvSpPr txBox="1"/>
          <p:nvPr/>
        </p:nvSpPr>
        <p:spPr>
          <a:xfrm>
            <a:off x="600075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സെന്റ്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ലൂസിയ</a:t>
            </a:r>
            <a:endParaRPr sz="3600" dirty="0"/>
          </a:p>
        </p:txBody>
      </p:sp>
      <p:sp>
        <p:nvSpPr>
          <p:cNvPr id="1091" name="Google Shape;1091;p43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44"/>
          <p:cNvSpPr/>
          <p:nvPr/>
        </p:nvSpPr>
        <p:spPr>
          <a:xfrm>
            <a:off x="640080" y="457200"/>
            <a:ext cx="10911900" cy="1042500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44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44"/>
          <p:cNvSpPr/>
          <p:nvPr/>
        </p:nvSpPr>
        <p:spPr>
          <a:xfrm>
            <a:off x="6085840" y="594360"/>
            <a:ext cx="12600" cy="76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44"/>
          <p:cNvSpPr txBox="1"/>
          <p:nvPr/>
        </p:nvSpPr>
        <p:spPr>
          <a:xfrm>
            <a:off x="1737360" y="457200"/>
            <a:ext cx="4263300" cy="10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Saint Vincent and the Grenadines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44"/>
          <p:cNvSpPr txBox="1"/>
          <p:nvPr/>
        </p:nvSpPr>
        <p:spPr>
          <a:xfrm>
            <a:off x="6183630" y="457200"/>
            <a:ext cx="5231100" cy="10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സെന്റ്</a:t>
            </a:r>
            <a:r>
              <a:rPr lang="en-US" sz="28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വിൻസെന്റ്</a:t>
            </a:r>
            <a:r>
              <a:rPr lang="en-US" sz="28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ആൻഡ്</a:t>
            </a:r>
            <a:r>
              <a:rPr lang="en-US" sz="28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ഗ്രനേഡൈൻസ്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44"/>
          <p:cNvSpPr/>
          <p:nvPr/>
        </p:nvSpPr>
        <p:spPr>
          <a:xfrm>
            <a:off x="640080" y="1636776"/>
            <a:ext cx="10911900" cy="1042500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44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44"/>
          <p:cNvSpPr/>
          <p:nvPr/>
        </p:nvSpPr>
        <p:spPr>
          <a:xfrm>
            <a:off x="6085840" y="1773936"/>
            <a:ext cx="12600" cy="76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44"/>
          <p:cNvSpPr txBox="1"/>
          <p:nvPr/>
        </p:nvSpPr>
        <p:spPr>
          <a:xfrm>
            <a:off x="1737360" y="1636776"/>
            <a:ext cx="4263300" cy="10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Trinidad and Tobago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4"/>
          <p:cNvSpPr txBox="1"/>
          <p:nvPr/>
        </p:nvSpPr>
        <p:spPr>
          <a:xfrm>
            <a:off x="6183630" y="1636776"/>
            <a:ext cx="5231100" cy="10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32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ട്രിനിഡാഡ്</a:t>
            </a:r>
            <a:r>
              <a:rPr lang="en-US" sz="32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ആൻഡ്</a:t>
            </a:r>
            <a:r>
              <a:rPr lang="en-US" sz="32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ടൊബാഗോ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44"/>
          <p:cNvSpPr/>
          <p:nvPr/>
        </p:nvSpPr>
        <p:spPr>
          <a:xfrm>
            <a:off x="640080" y="2816352"/>
            <a:ext cx="10911900" cy="1042500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44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44"/>
          <p:cNvSpPr/>
          <p:nvPr/>
        </p:nvSpPr>
        <p:spPr>
          <a:xfrm>
            <a:off x="6085840" y="2953512"/>
            <a:ext cx="12600" cy="76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4"/>
          <p:cNvSpPr txBox="1"/>
          <p:nvPr/>
        </p:nvSpPr>
        <p:spPr>
          <a:xfrm>
            <a:off x="1737360" y="2816352"/>
            <a:ext cx="4263300" cy="10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United States(USA)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4"/>
          <p:cNvSpPr txBox="1"/>
          <p:nvPr/>
        </p:nvSpPr>
        <p:spPr>
          <a:xfrm>
            <a:off x="6183655" y="2816352"/>
            <a:ext cx="5231100" cy="10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അമേരിക്ക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44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Calibri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45"/>
          <p:cNvSpPr txBox="1">
            <a:spLocks noGrp="1"/>
          </p:cNvSpPr>
          <p:nvPr>
            <p:ph type="title"/>
          </p:nvPr>
        </p:nvSpPr>
        <p:spPr>
          <a:xfrm>
            <a:off x="822960" y="1828800"/>
            <a:ext cx="10911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mbria"/>
              <a:buNone/>
            </a:pPr>
            <a:r>
              <a:rPr lang="en-US" sz="8000" b="1" dirty="0">
                <a:solidFill>
                  <a:schemeClr val="lt1"/>
                </a:solidFill>
              </a:rPr>
              <a:t>OCEANIA</a:t>
            </a:r>
            <a:endParaRPr dirty="0"/>
          </a:p>
        </p:txBody>
      </p:sp>
      <p:sp>
        <p:nvSpPr>
          <p:cNvPr id="1119" name="Google Shape;1119;p45"/>
          <p:cNvSpPr txBox="1">
            <a:spLocks noGrp="1"/>
          </p:cNvSpPr>
          <p:nvPr>
            <p:ph type="body" idx="1"/>
          </p:nvPr>
        </p:nvSpPr>
        <p:spPr>
          <a:xfrm>
            <a:off x="822960" y="4237702"/>
            <a:ext cx="10911840" cy="98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</a:pPr>
            <a:r>
              <a:rPr lang="en-US" sz="4000" b="1" dirty="0">
                <a:solidFill>
                  <a:schemeClr val="lt2"/>
                </a:solidFill>
              </a:rPr>
              <a:t>14</a:t>
            </a:r>
            <a:r>
              <a:rPr lang="en-US" sz="3200" b="0" dirty="0">
                <a:solidFill>
                  <a:schemeClr val="lt2"/>
                </a:solidFill>
              </a:rPr>
              <a:t> countries</a:t>
            </a:r>
            <a:endParaRPr dirty="0"/>
          </a:p>
        </p:txBody>
      </p:sp>
      <p:sp>
        <p:nvSpPr>
          <p:cNvPr id="1120" name="Google Shape;1120;p45"/>
          <p:cNvSpPr txBox="1"/>
          <p:nvPr/>
        </p:nvSpPr>
        <p:spPr>
          <a:xfrm>
            <a:off x="822960" y="3017520"/>
            <a:ext cx="1091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lang="en-US" sz="5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ഓഷ്യാനിയ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46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46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28" name="Google Shape;1128;p46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46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Australia</a:t>
            </a:r>
            <a:endParaRPr dirty="0"/>
          </a:p>
        </p:txBody>
      </p:sp>
      <p:sp>
        <p:nvSpPr>
          <p:cNvPr id="1130" name="Google Shape;1130;p46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ഓസ്ട്രേലിയ</a:t>
            </a:r>
            <a:endParaRPr dirty="0"/>
          </a:p>
        </p:txBody>
      </p:sp>
      <p:sp>
        <p:nvSpPr>
          <p:cNvPr id="1131" name="Google Shape;1131;p46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46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33" name="Google Shape;1133;p46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46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Fiji</a:t>
            </a:r>
            <a:endParaRPr/>
          </a:p>
        </p:txBody>
      </p:sp>
      <p:sp>
        <p:nvSpPr>
          <p:cNvPr id="1135" name="Google Shape;1135;p46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ഫിജി</a:t>
            </a:r>
            <a:endParaRPr/>
          </a:p>
        </p:txBody>
      </p:sp>
      <p:sp>
        <p:nvSpPr>
          <p:cNvPr id="1136" name="Google Shape;1136;p46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46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38" name="Google Shape;1138;p46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46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Kiribati</a:t>
            </a:r>
            <a:endParaRPr/>
          </a:p>
        </p:txBody>
      </p:sp>
      <p:sp>
        <p:nvSpPr>
          <p:cNvPr id="1140" name="Google Shape;1140;p46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കിരിബാത്തി</a:t>
            </a:r>
            <a:endParaRPr/>
          </a:p>
        </p:txBody>
      </p:sp>
      <p:sp>
        <p:nvSpPr>
          <p:cNvPr id="1141" name="Google Shape;1141;p46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46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43" name="Google Shape;1143;p46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46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Marshall Islands</a:t>
            </a:r>
            <a:endParaRPr/>
          </a:p>
        </p:txBody>
      </p:sp>
      <p:sp>
        <p:nvSpPr>
          <p:cNvPr id="1145" name="Google Shape;1145;p46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മാർഷൽ ദ്വീപുകൾ</a:t>
            </a:r>
            <a:endParaRPr/>
          </a:p>
        </p:txBody>
      </p:sp>
      <p:sp>
        <p:nvSpPr>
          <p:cNvPr id="1146" name="Google Shape;1146;p46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46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48" name="Google Shape;1148;p46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46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Micronesia</a:t>
            </a:r>
            <a:endParaRPr dirty="0"/>
          </a:p>
        </p:txBody>
      </p:sp>
      <p:sp>
        <p:nvSpPr>
          <p:cNvPr id="1150" name="Google Shape;1150;p46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മൈക്രോനേഷ്യ</a:t>
            </a:r>
            <a:endParaRPr dirty="0"/>
          </a:p>
        </p:txBody>
      </p:sp>
      <p:sp>
        <p:nvSpPr>
          <p:cNvPr id="1151" name="Google Shape;1151;p46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47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47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59" name="Google Shape;1159;p47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47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Nauru</a:t>
            </a:r>
            <a:endParaRPr/>
          </a:p>
        </p:txBody>
      </p:sp>
      <p:sp>
        <p:nvSpPr>
          <p:cNvPr id="1161" name="Google Shape;1161;p47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നൗറു</a:t>
            </a:r>
            <a:endParaRPr/>
          </a:p>
        </p:txBody>
      </p:sp>
      <p:sp>
        <p:nvSpPr>
          <p:cNvPr id="1162" name="Google Shape;1162;p47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47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64" name="Google Shape;1164;p47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47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 Zealand</a:t>
            </a:r>
            <a:endParaRPr/>
          </a:p>
        </p:txBody>
      </p:sp>
      <p:sp>
        <p:nvSpPr>
          <p:cNvPr id="1166" name="Google Shape;1166;p47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ന്യൂസിലൻഡ്</a:t>
            </a:r>
            <a:endParaRPr/>
          </a:p>
        </p:txBody>
      </p:sp>
      <p:sp>
        <p:nvSpPr>
          <p:cNvPr id="1167" name="Google Shape;1167;p47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p47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69" name="Google Shape;1169;p47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47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Palau</a:t>
            </a:r>
            <a:endParaRPr/>
          </a:p>
        </p:txBody>
      </p:sp>
      <p:sp>
        <p:nvSpPr>
          <p:cNvPr id="1171" name="Google Shape;1171;p47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പലാവു</a:t>
            </a:r>
            <a:endParaRPr/>
          </a:p>
        </p:txBody>
      </p:sp>
      <p:sp>
        <p:nvSpPr>
          <p:cNvPr id="1172" name="Google Shape;1172;p47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47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174" name="Google Shape;1174;p47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5" name="Google Shape;1175;p47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Papua New Guinea</a:t>
            </a:r>
            <a:endParaRPr/>
          </a:p>
        </p:txBody>
      </p:sp>
      <p:sp>
        <p:nvSpPr>
          <p:cNvPr id="1176" name="Google Shape;1176;p47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പാപ്പുവ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ന്യൂ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ഗിനി</a:t>
            </a:r>
            <a:endParaRPr dirty="0"/>
          </a:p>
        </p:txBody>
      </p:sp>
      <p:sp>
        <p:nvSpPr>
          <p:cNvPr id="1177" name="Google Shape;1177;p47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8" name="Google Shape;1178;p47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179" name="Google Shape;1179;p47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47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Samoa</a:t>
            </a:r>
            <a:endParaRPr/>
          </a:p>
        </p:txBody>
      </p:sp>
      <p:sp>
        <p:nvSpPr>
          <p:cNvPr id="1181" name="Google Shape;1181;p47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സമോവ</a:t>
            </a:r>
            <a:endParaRPr dirty="0"/>
          </a:p>
        </p:txBody>
      </p:sp>
      <p:sp>
        <p:nvSpPr>
          <p:cNvPr id="1182" name="Google Shape;1182;p47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48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48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190" name="Google Shape;1190;p48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8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Solomon Islands</a:t>
            </a:r>
            <a:endParaRPr/>
          </a:p>
        </p:txBody>
      </p:sp>
      <p:sp>
        <p:nvSpPr>
          <p:cNvPr id="1192" name="Google Shape;1192;p48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സോളമൻ ദ്വീപുകൾ</a:t>
            </a:r>
            <a:endParaRPr/>
          </a:p>
        </p:txBody>
      </p:sp>
      <p:sp>
        <p:nvSpPr>
          <p:cNvPr id="1193" name="Google Shape;1193;p48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48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195" name="Google Shape;1195;p48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48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Tonga</a:t>
            </a:r>
            <a:endParaRPr/>
          </a:p>
        </p:txBody>
      </p:sp>
      <p:sp>
        <p:nvSpPr>
          <p:cNvPr id="1197" name="Google Shape;1197;p48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ടോംഗ</a:t>
            </a:r>
            <a:endParaRPr/>
          </a:p>
        </p:txBody>
      </p:sp>
      <p:sp>
        <p:nvSpPr>
          <p:cNvPr id="1198" name="Google Shape;1198;p48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48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1200" name="Google Shape;1200;p48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48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Tuvalu</a:t>
            </a:r>
            <a:endParaRPr/>
          </a:p>
        </p:txBody>
      </p:sp>
      <p:sp>
        <p:nvSpPr>
          <p:cNvPr id="1202" name="Google Shape;1202;p48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ടുവാലു</a:t>
            </a:r>
            <a:endParaRPr/>
          </a:p>
        </p:txBody>
      </p:sp>
      <p:sp>
        <p:nvSpPr>
          <p:cNvPr id="1203" name="Google Shape;1203;p48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48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205" name="Google Shape;1205;p48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8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Vanuatu</a:t>
            </a:r>
            <a:endParaRPr/>
          </a:p>
        </p:txBody>
      </p:sp>
      <p:sp>
        <p:nvSpPr>
          <p:cNvPr id="1207" name="Google Shape;1207;p48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lang="en-US" sz="3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വനുവാട്ടു</a:t>
            </a:r>
            <a:endParaRPr dirty="0"/>
          </a:p>
        </p:txBody>
      </p:sp>
      <p:sp>
        <p:nvSpPr>
          <p:cNvPr id="1208" name="Google Shape;1208;p48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44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49"/>
          <p:cNvSpPr txBox="1">
            <a:spLocks noGrp="1"/>
          </p:cNvSpPr>
          <p:nvPr>
            <p:ph type="title"/>
          </p:nvPr>
        </p:nvSpPr>
        <p:spPr>
          <a:xfrm>
            <a:off x="822960" y="1828800"/>
            <a:ext cx="10911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mbria"/>
              <a:buNone/>
            </a:pPr>
            <a:r>
              <a:rPr lang="en-US" sz="8000" b="1" dirty="0">
                <a:solidFill>
                  <a:schemeClr val="lt1"/>
                </a:solidFill>
              </a:rPr>
              <a:t>SOUTH AMERICA</a:t>
            </a:r>
            <a:endParaRPr dirty="0"/>
          </a:p>
        </p:txBody>
      </p:sp>
      <p:sp>
        <p:nvSpPr>
          <p:cNvPr id="1215" name="Google Shape;1215;p49"/>
          <p:cNvSpPr txBox="1">
            <a:spLocks noGrp="1"/>
          </p:cNvSpPr>
          <p:nvPr>
            <p:ph type="body" idx="1"/>
          </p:nvPr>
        </p:nvSpPr>
        <p:spPr>
          <a:xfrm>
            <a:off x="822960" y="4218038"/>
            <a:ext cx="10911840" cy="1189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</a:pPr>
            <a:r>
              <a:rPr lang="en-US" sz="4000" b="1" dirty="0">
                <a:solidFill>
                  <a:schemeClr val="lt2"/>
                </a:solidFill>
              </a:rPr>
              <a:t>12</a:t>
            </a:r>
            <a:r>
              <a:rPr lang="en-US" sz="3200" b="0" dirty="0">
                <a:solidFill>
                  <a:schemeClr val="lt2"/>
                </a:solidFill>
              </a:rPr>
              <a:t> countries</a:t>
            </a:r>
            <a:endParaRPr dirty="0"/>
          </a:p>
        </p:txBody>
      </p:sp>
      <p:sp>
        <p:nvSpPr>
          <p:cNvPr id="1216" name="Google Shape;1216;p49"/>
          <p:cNvSpPr txBox="1"/>
          <p:nvPr/>
        </p:nvSpPr>
        <p:spPr>
          <a:xfrm>
            <a:off x="822960" y="3017520"/>
            <a:ext cx="1091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lang="en-US" sz="5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തെക്കേ</a:t>
            </a:r>
            <a:r>
              <a:rPr lang="en-US" sz="54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4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അമേരിക്ക</a:t>
            </a:r>
            <a:endParaRPr dirty="0"/>
          </a:p>
        </p:txBody>
      </p:sp>
    </p:spTree>
  </p:cSld>
  <p:clrMapOvr>
    <a:masterClrMapping/>
  </p:clrMapOvr>
  <p:transition spd="slow">
    <p:cover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50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50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24" name="Google Shape;1224;p50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50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Argentina</a:t>
            </a:r>
            <a:endParaRPr/>
          </a:p>
        </p:txBody>
      </p:sp>
      <p:sp>
        <p:nvSpPr>
          <p:cNvPr id="1226" name="Google Shape;1226;p50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അർജന്റീന</a:t>
            </a:r>
            <a:endParaRPr dirty="0"/>
          </a:p>
        </p:txBody>
      </p:sp>
      <p:sp>
        <p:nvSpPr>
          <p:cNvPr id="1227" name="Google Shape;1227;p50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8" name="Google Shape;1228;p50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29" name="Google Shape;1229;p50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50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Bolivia</a:t>
            </a:r>
            <a:endParaRPr/>
          </a:p>
        </p:txBody>
      </p:sp>
      <p:sp>
        <p:nvSpPr>
          <p:cNvPr id="1231" name="Google Shape;1231;p50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ബൊളീവിയ</a:t>
            </a:r>
            <a:endParaRPr dirty="0"/>
          </a:p>
        </p:txBody>
      </p:sp>
      <p:sp>
        <p:nvSpPr>
          <p:cNvPr id="1232" name="Google Shape;1232;p50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50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34" name="Google Shape;1234;p50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50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Brazil</a:t>
            </a:r>
            <a:endParaRPr/>
          </a:p>
        </p:txBody>
      </p:sp>
      <p:sp>
        <p:nvSpPr>
          <p:cNvPr id="1236" name="Google Shape;1236;p50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ബ്രസീൽ</a:t>
            </a:r>
            <a:endParaRPr/>
          </a:p>
        </p:txBody>
      </p:sp>
      <p:sp>
        <p:nvSpPr>
          <p:cNvPr id="1237" name="Google Shape;1237;p50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50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39" name="Google Shape;1239;p50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50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Chile</a:t>
            </a:r>
            <a:endParaRPr/>
          </a:p>
        </p:txBody>
      </p:sp>
      <p:sp>
        <p:nvSpPr>
          <p:cNvPr id="1241" name="Google Shape;1241;p50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ചിലി</a:t>
            </a:r>
            <a:endParaRPr/>
          </a:p>
        </p:txBody>
      </p:sp>
      <p:sp>
        <p:nvSpPr>
          <p:cNvPr id="1242" name="Google Shape;1242;p50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50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44" name="Google Shape;1244;p50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50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Colombia</a:t>
            </a:r>
            <a:endParaRPr dirty="0"/>
          </a:p>
        </p:txBody>
      </p:sp>
      <p:sp>
        <p:nvSpPr>
          <p:cNvPr id="1246" name="Google Shape;1246;p50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കൊളംബിയ</a:t>
            </a:r>
            <a:endParaRPr dirty="0"/>
          </a:p>
        </p:txBody>
      </p:sp>
      <p:sp>
        <p:nvSpPr>
          <p:cNvPr id="1247" name="Google Shape;1247;p50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46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51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51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55" name="Google Shape;1255;p51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51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Ecuador</a:t>
            </a:r>
            <a:endParaRPr/>
          </a:p>
        </p:txBody>
      </p:sp>
      <p:sp>
        <p:nvSpPr>
          <p:cNvPr id="1257" name="Google Shape;1257;p51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ഇക്വഡോർ</a:t>
            </a:r>
            <a:endParaRPr/>
          </a:p>
        </p:txBody>
      </p:sp>
      <p:sp>
        <p:nvSpPr>
          <p:cNvPr id="1258" name="Google Shape;1258;p51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51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60" name="Google Shape;1260;p51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51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Guyana</a:t>
            </a:r>
            <a:endParaRPr dirty="0"/>
          </a:p>
        </p:txBody>
      </p:sp>
      <p:sp>
        <p:nvSpPr>
          <p:cNvPr id="1262" name="Google Shape;1262;p51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ഗയാന</a:t>
            </a:r>
            <a:endParaRPr dirty="0"/>
          </a:p>
        </p:txBody>
      </p:sp>
      <p:sp>
        <p:nvSpPr>
          <p:cNvPr id="1263" name="Google Shape;1263;p51"/>
          <p:cNvSpPr/>
          <p:nvPr/>
        </p:nvSpPr>
        <p:spPr>
          <a:xfrm>
            <a:off x="640080" y="2816352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51"/>
          <p:cNvSpPr/>
          <p:nvPr/>
        </p:nvSpPr>
        <p:spPr>
          <a:xfrm>
            <a:off x="960120" y="299466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65" name="Google Shape;1265;p51"/>
          <p:cNvSpPr/>
          <p:nvPr/>
        </p:nvSpPr>
        <p:spPr>
          <a:xfrm>
            <a:off x="6085840" y="2953512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51"/>
          <p:cNvSpPr txBox="1"/>
          <p:nvPr/>
        </p:nvSpPr>
        <p:spPr>
          <a:xfrm>
            <a:off x="1737360" y="2816352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Paraguay</a:t>
            </a:r>
            <a:endParaRPr/>
          </a:p>
        </p:txBody>
      </p:sp>
      <p:sp>
        <p:nvSpPr>
          <p:cNvPr id="1267" name="Google Shape;1267;p51"/>
          <p:cNvSpPr txBox="1"/>
          <p:nvPr/>
        </p:nvSpPr>
        <p:spPr>
          <a:xfrm>
            <a:off x="6183630" y="2816352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പരാഗ്വേ</a:t>
            </a:r>
            <a:endParaRPr/>
          </a:p>
        </p:txBody>
      </p:sp>
      <p:sp>
        <p:nvSpPr>
          <p:cNvPr id="1268" name="Google Shape;1268;p51"/>
          <p:cNvSpPr/>
          <p:nvPr/>
        </p:nvSpPr>
        <p:spPr>
          <a:xfrm>
            <a:off x="640080" y="3995928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51"/>
          <p:cNvSpPr/>
          <p:nvPr/>
        </p:nvSpPr>
        <p:spPr>
          <a:xfrm>
            <a:off x="960120" y="4174236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270" name="Google Shape;1270;p51"/>
          <p:cNvSpPr/>
          <p:nvPr/>
        </p:nvSpPr>
        <p:spPr>
          <a:xfrm>
            <a:off x="6085840" y="4133088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51"/>
          <p:cNvSpPr txBox="1"/>
          <p:nvPr/>
        </p:nvSpPr>
        <p:spPr>
          <a:xfrm>
            <a:off x="1737360" y="3995928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Peru</a:t>
            </a:r>
            <a:endParaRPr/>
          </a:p>
        </p:txBody>
      </p:sp>
      <p:sp>
        <p:nvSpPr>
          <p:cNvPr id="1272" name="Google Shape;1272;p51"/>
          <p:cNvSpPr txBox="1"/>
          <p:nvPr/>
        </p:nvSpPr>
        <p:spPr>
          <a:xfrm>
            <a:off x="6183630" y="3995928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പെറു</a:t>
            </a:r>
            <a:endParaRPr/>
          </a:p>
        </p:txBody>
      </p:sp>
      <p:sp>
        <p:nvSpPr>
          <p:cNvPr id="1273" name="Google Shape;1273;p51"/>
          <p:cNvSpPr/>
          <p:nvPr/>
        </p:nvSpPr>
        <p:spPr>
          <a:xfrm>
            <a:off x="640080" y="5175504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51"/>
          <p:cNvSpPr/>
          <p:nvPr/>
        </p:nvSpPr>
        <p:spPr>
          <a:xfrm>
            <a:off x="960120" y="5353812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275" name="Google Shape;1275;p51"/>
          <p:cNvSpPr/>
          <p:nvPr/>
        </p:nvSpPr>
        <p:spPr>
          <a:xfrm>
            <a:off x="6085840" y="5312664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51"/>
          <p:cNvSpPr txBox="1"/>
          <p:nvPr/>
        </p:nvSpPr>
        <p:spPr>
          <a:xfrm>
            <a:off x="1737360" y="5175504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Suriname</a:t>
            </a:r>
            <a:endParaRPr dirty="0"/>
          </a:p>
        </p:txBody>
      </p:sp>
      <p:sp>
        <p:nvSpPr>
          <p:cNvPr id="1277" name="Google Shape;1277;p51"/>
          <p:cNvSpPr txBox="1"/>
          <p:nvPr/>
        </p:nvSpPr>
        <p:spPr>
          <a:xfrm>
            <a:off x="6183630" y="5175504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സുരിനാം</a:t>
            </a:r>
            <a:endParaRPr dirty="0"/>
          </a:p>
        </p:txBody>
      </p:sp>
      <p:sp>
        <p:nvSpPr>
          <p:cNvPr id="1278" name="Google Shape;1278;p51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52"/>
          <p:cNvSpPr/>
          <p:nvPr/>
        </p:nvSpPr>
        <p:spPr>
          <a:xfrm>
            <a:off x="640080" y="457200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52"/>
          <p:cNvSpPr/>
          <p:nvPr/>
        </p:nvSpPr>
        <p:spPr>
          <a:xfrm>
            <a:off x="960120" y="635508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286" name="Google Shape;1286;p52"/>
          <p:cNvSpPr/>
          <p:nvPr/>
        </p:nvSpPr>
        <p:spPr>
          <a:xfrm>
            <a:off x="6085840" y="594360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52"/>
          <p:cNvSpPr txBox="1"/>
          <p:nvPr/>
        </p:nvSpPr>
        <p:spPr>
          <a:xfrm>
            <a:off x="1737360" y="457200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Uruguay</a:t>
            </a:r>
            <a:endParaRPr dirty="0"/>
          </a:p>
        </p:txBody>
      </p:sp>
      <p:sp>
        <p:nvSpPr>
          <p:cNvPr id="1288" name="Google Shape;1288;p52"/>
          <p:cNvSpPr txBox="1"/>
          <p:nvPr/>
        </p:nvSpPr>
        <p:spPr>
          <a:xfrm>
            <a:off x="6183630" y="457200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ഉറുഗ്വേ</a:t>
            </a:r>
            <a:endParaRPr dirty="0"/>
          </a:p>
        </p:txBody>
      </p:sp>
      <p:sp>
        <p:nvSpPr>
          <p:cNvPr id="1289" name="Google Shape;1289;p52"/>
          <p:cNvSpPr/>
          <p:nvPr/>
        </p:nvSpPr>
        <p:spPr>
          <a:xfrm>
            <a:off x="640080" y="1636776"/>
            <a:ext cx="10911840" cy="1042416"/>
          </a:xfrm>
          <a:prstGeom prst="roundRect">
            <a:avLst>
              <a:gd name="adj" fmla="val 15000"/>
            </a:avLst>
          </a:prstGeom>
          <a:solidFill>
            <a:schemeClr val="dk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52"/>
          <p:cNvSpPr/>
          <p:nvPr/>
        </p:nvSpPr>
        <p:spPr>
          <a:xfrm>
            <a:off x="960120" y="1815084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291" name="Google Shape;1291;p52"/>
          <p:cNvSpPr/>
          <p:nvPr/>
        </p:nvSpPr>
        <p:spPr>
          <a:xfrm>
            <a:off x="6085840" y="1773936"/>
            <a:ext cx="12700" cy="7680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52"/>
          <p:cNvSpPr txBox="1"/>
          <p:nvPr/>
        </p:nvSpPr>
        <p:spPr>
          <a:xfrm>
            <a:off x="1737360" y="1636776"/>
            <a:ext cx="426339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Venezuela</a:t>
            </a:r>
            <a:endParaRPr dirty="0"/>
          </a:p>
        </p:txBody>
      </p:sp>
      <p:sp>
        <p:nvSpPr>
          <p:cNvPr id="1293" name="Google Shape;1293;p52"/>
          <p:cNvSpPr txBox="1"/>
          <p:nvPr/>
        </p:nvSpPr>
        <p:spPr>
          <a:xfrm>
            <a:off x="6183630" y="1636776"/>
            <a:ext cx="523113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വെനിസ്വേല</a:t>
            </a:r>
            <a:endParaRPr dirty="0"/>
          </a:p>
        </p:txBody>
      </p:sp>
      <p:sp>
        <p:nvSpPr>
          <p:cNvPr id="1294" name="Google Shape;1294;p52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>
          <a:extLst>
            <a:ext uri="{FF2B5EF4-FFF2-40B4-BE49-F238E27FC236}">
              <a16:creationId xmlns:a16="http://schemas.microsoft.com/office/drawing/2014/main" id="{2E732043-8EC0-8BE9-217B-1669F896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49">
            <a:extLst>
              <a:ext uri="{FF2B5EF4-FFF2-40B4-BE49-F238E27FC236}">
                <a16:creationId xmlns:a16="http://schemas.microsoft.com/office/drawing/2014/main" id="{DDAB170D-0C50-98CA-19F1-1FA76BC1BD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2960" y="1828800"/>
            <a:ext cx="10911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mbria"/>
              <a:buNone/>
            </a:pPr>
            <a:endParaRPr dirty="0"/>
          </a:p>
        </p:txBody>
      </p:sp>
      <p:sp>
        <p:nvSpPr>
          <p:cNvPr id="1215" name="Google Shape;1215;p49">
            <a:extLst>
              <a:ext uri="{FF2B5EF4-FFF2-40B4-BE49-F238E27FC236}">
                <a16:creationId xmlns:a16="http://schemas.microsoft.com/office/drawing/2014/main" id="{72B68384-96B8-FB15-3F5C-251A918EAF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2960" y="4218038"/>
            <a:ext cx="10911840" cy="1189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</a:pPr>
            <a:endParaRPr dirty="0"/>
          </a:p>
        </p:txBody>
      </p:sp>
      <p:sp>
        <p:nvSpPr>
          <p:cNvPr id="1216" name="Google Shape;1216;p49">
            <a:extLst>
              <a:ext uri="{FF2B5EF4-FFF2-40B4-BE49-F238E27FC236}">
                <a16:creationId xmlns:a16="http://schemas.microsoft.com/office/drawing/2014/main" id="{37BFBA37-3EEA-93D8-8E7C-B1AF3EADC1F9}"/>
              </a:ext>
            </a:extLst>
          </p:cNvPr>
          <p:cNvSpPr txBox="1"/>
          <p:nvPr/>
        </p:nvSpPr>
        <p:spPr>
          <a:xfrm>
            <a:off x="822960" y="3017520"/>
            <a:ext cx="1091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032EB-B1B3-26FC-63E4-AD6A06CDA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086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igil">
  <a:themeElements>
    <a:clrScheme name="Vigil">
      <a:dk1>
        <a:srgbClr val="0A0F1E"/>
      </a:dk1>
      <a:lt1>
        <a:srgbClr val="F4EFE3"/>
      </a:lt1>
      <a:dk2>
        <a:srgbClr val="182038"/>
      </a:dk2>
      <a:lt2>
        <a:srgbClr val="AEB6CC"/>
      </a:lt2>
      <a:accent1>
        <a:srgbClr val="D4AF37"/>
      </a:accent1>
      <a:accent2>
        <a:srgbClr val="8E9BC4"/>
      </a:accent2>
      <a:accent3>
        <a:srgbClr val="B8860B"/>
      </a:accent3>
      <a:accent4>
        <a:srgbClr val="5C6A9A"/>
      </a:accent4>
      <a:accent5>
        <a:srgbClr val="E8D48A"/>
      </a:accent5>
      <a:accent6>
        <a:srgbClr val="3A4770"/>
      </a:accent6>
      <a:hlink>
        <a:srgbClr val="D4AF37"/>
      </a:hlink>
      <a:folHlink>
        <a:srgbClr val="AEB6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gil">
  <a:themeElements>
    <a:clrScheme name="Vigil">
      <a:dk1>
        <a:srgbClr val="0A0F1E"/>
      </a:dk1>
      <a:lt1>
        <a:srgbClr val="F4EFE3"/>
      </a:lt1>
      <a:dk2>
        <a:srgbClr val="182038"/>
      </a:dk2>
      <a:lt2>
        <a:srgbClr val="AEB6CC"/>
      </a:lt2>
      <a:accent1>
        <a:srgbClr val="D4AF37"/>
      </a:accent1>
      <a:accent2>
        <a:srgbClr val="8E9BC4"/>
      </a:accent2>
      <a:accent3>
        <a:srgbClr val="B8860B"/>
      </a:accent3>
      <a:accent4>
        <a:srgbClr val="5C6A9A"/>
      </a:accent4>
      <a:accent5>
        <a:srgbClr val="E8D48A"/>
      </a:accent5>
      <a:accent6>
        <a:srgbClr val="3A4770"/>
      </a:accent6>
      <a:hlink>
        <a:srgbClr val="D4AF37"/>
      </a:hlink>
      <a:folHlink>
        <a:srgbClr val="AEB6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1946</Words>
  <Application>Microsoft Office PowerPoint</Application>
  <PresentationFormat>Widescreen</PresentationFormat>
  <Paragraphs>696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Cambria</vt:lpstr>
      <vt:lpstr>Vigil</vt:lpstr>
      <vt:lpstr>Praying for the Nations</vt:lpstr>
      <vt:lpstr>AFRICA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EUROPE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NORTH AMERICA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OCEANIA</vt:lpstr>
      <vt:lpstr>PowerPoint Presentation</vt:lpstr>
      <vt:lpstr>PowerPoint Presentation</vt:lpstr>
      <vt:lpstr>PowerPoint Presentation</vt:lpstr>
      <vt:lpstr>SOUTH AMERICA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Joel John</cp:lastModifiedBy>
  <cp:revision>7</cp:revision>
  <dcterms:modified xsi:type="dcterms:W3CDTF">2026-10-03T04:12:50Z</dcterms:modified>
</cp:coreProperties>
</file>