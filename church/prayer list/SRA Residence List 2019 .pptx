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1" r:id="rId1"/>
  </p:sldMasterIdLst>
  <p:notesMasterIdLst>
    <p:notesMasterId r:id="rId60"/>
  </p:notesMasterIdLst>
  <p:sldIdLst>
    <p:sldId id="301" r:id="rId2"/>
    <p:sldId id="1221" r:id="rId3"/>
    <p:sldId id="2646" r:id="rId4"/>
    <p:sldId id="2638" r:id="rId5"/>
    <p:sldId id="345" r:id="rId6"/>
    <p:sldId id="2647" r:id="rId7"/>
    <p:sldId id="322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2648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386" r:id="rId50"/>
    <p:sldId id="387" r:id="rId51"/>
    <p:sldId id="388" r:id="rId52"/>
    <p:sldId id="389" r:id="rId53"/>
    <p:sldId id="390" r:id="rId54"/>
    <p:sldId id="2649" r:id="rId55"/>
    <p:sldId id="2653" r:id="rId56"/>
    <p:sldId id="2652" r:id="rId57"/>
    <p:sldId id="2651" r:id="rId58"/>
    <p:sldId id="284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CCE"/>
    <a:srgbClr val="FF33CC"/>
    <a:srgbClr val="56C8F0"/>
    <a:srgbClr val="D07689"/>
    <a:srgbClr val="DD87AC"/>
    <a:srgbClr val="E97BC2"/>
    <a:srgbClr val="9A6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19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4A488-E3D3-42F1-9483-4C1F3317A9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1C896-3C1F-421C-A292-931DDA02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9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617AFF-F109-9C4B-9ABE-C34B283801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856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756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7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0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3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7579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41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13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64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3075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206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700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4133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732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1881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75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90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E0D914D-B099-4142-A885-11F276715148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700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3338" y="880493"/>
            <a:ext cx="6755436" cy="2474766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ln>
                  <a:solidFill>
                    <a:schemeClr val="tx1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“പ്രാർത്ഥനയിൽ ഉറ്റിരിപ്പിൻ; സ്തോത്രത്തോടെ അതിൽ ജാഗരിപ്പിൻ”</a:t>
            </a:r>
            <a:r>
              <a:rPr lang="en-IN" sz="3600" b="1" dirty="0">
                <a:ln>
                  <a:solidFill>
                    <a:schemeClr val="tx1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ml-I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 </a:t>
            </a:r>
            <a:r>
              <a:rPr lang="ml-IN" sz="2800" b="1" dirty="0">
                <a:ln w="1016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കൊലൊസ്സ്യർ </a:t>
            </a:r>
            <a:r>
              <a:rPr lang="en-US" sz="2800" b="1" dirty="0">
                <a:ln w="1016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r>
              <a:rPr lang="ml-IN" sz="2800" b="1" dirty="0">
                <a:ln w="1016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:2</a:t>
            </a:r>
            <a:endParaRPr lang="en-IN" sz="2800" b="1" dirty="0">
              <a:ln w="1016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DE6B25-B504-ADE4-5DED-7A244759C8BB}"/>
              </a:ext>
            </a:extLst>
          </p:cNvPr>
          <p:cNvSpPr txBox="1">
            <a:spLocks/>
          </p:cNvSpPr>
          <p:nvPr/>
        </p:nvSpPr>
        <p:spPr>
          <a:xfrm>
            <a:off x="4250240" y="3502742"/>
            <a:ext cx="7301457" cy="19998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ml-IN" sz="3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 in Prayer and Watch in the same with Thanksgiving</a:t>
            </a:r>
            <a:r>
              <a:rPr lang="ml-IN" sz="3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ml-IN" sz="3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br>
              <a:rPr lang="en-IN" sz="36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 </a:t>
            </a:r>
            <a:r>
              <a:rPr lang="en-US" sz="2800" b="1" dirty="0">
                <a:ln w="1016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Colossians</a:t>
            </a:r>
            <a:r>
              <a:rPr lang="ml-IN" sz="2800" b="1" dirty="0">
                <a:ln w="1016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2800" b="1" dirty="0">
                <a:ln w="1016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r>
              <a:rPr lang="ml-IN" sz="2800" b="1" dirty="0">
                <a:ln w="1016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:2</a:t>
            </a:r>
            <a:endParaRPr lang="en-IN" sz="2800" b="1" dirty="0">
              <a:ln w="1016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60861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6455D2-D64D-D489-DF94-0E240C09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8601"/>
            <a:ext cx="8534400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3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CAEF3E-8222-FF96-0366-36F8B3049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863" y="316653"/>
            <a:ext cx="8724275" cy="62490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D3DE1F-C9A3-2F65-F37B-6943B22B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</p:spPr>
        <p:txBody>
          <a:bodyPr>
            <a:normAutofit fontScale="70000" lnSpcReduction="20000"/>
          </a:bodyPr>
          <a:lstStyle/>
          <a:p>
            <a:pPr defTabSz="457223">
              <a:spcAft>
                <a:spcPts val="600"/>
              </a:spcAft>
            </a:pPr>
            <a:fld id="{70C12960-6E85-460F-B6E3-5B82CB31AF3D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defTabSz="457223"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578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F15754-7398-1AC9-AEE6-639814E323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3" b="-2"/>
          <a:stretch>
            <a:fillRect/>
          </a:stretch>
        </p:blipFill>
        <p:spPr>
          <a:xfrm>
            <a:off x="2006601" y="664636"/>
            <a:ext cx="8178799" cy="55287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F2348-40E6-9FF8-3C28-ECFCA573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46">
              <a:spcAft>
                <a:spcPts val="600"/>
              </a:spcAft>
            </a:pPr>
            <a:fld id="{70C12960-6E85-460F-B6E3-5B82CB31AF3D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 defTabSz="914446">
                <a:spcAft>
                  <a:spcPts val="600"/>
                </a:spcAft>
              </a:pPr>
              <a:t>4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3909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6475" y="2621458"/>
            <a:ext cx="9619050" cy="1143132"/>
          </a:xfrm>
          <a:solidFill>
            <a:schemeClr val="accent1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>
                <a:ln w="19050"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FRAN PRAYER</a:t>
            </a:r>
            <a:endParaRPr lang="en-IN" b="1" dirty="0">
              <a:ln w="19050">
                <a:noFill/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605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501E0-84B6-8918-9F8D-D6CDB92A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066F-EF3B-D96E-2788-DD7DC9570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475" y="2621458"/>
            <a:ext cx="9619050" cy="1143132"/>
          </a:xfrm>
          <a:solidFill>
            <a:schemeClr val="accent1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>
                <a:ln w="19050"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Prayer For Neighbors</a:t>
            </a:r>
            <a:endParaRPr lang="en-IN" b="1" dirty="0">
              <a:ln w="19050">
                <a:noFill/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94731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C8A68A-2392-7846-7170-D249A83EF811}"/>
              </a:ext>
            </a:extLst>
          </p:cNvPr>
          <p:cNvSpPr txBox="1"/>
          <p:nvPr/>
        </p:nvSpPr>
        <p:spPr>
          <a:xfrm>
            <a:off x="1984887" y="659074"/>
            <a:ext cx="9002661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	 			S. Vijayakumaran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1A			K.C. Cherian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1B			N. Radhakrishna Kurup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1B(1)	Sasikumar. T.S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1C			S. Venugopal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363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3EA3-B813-9BCF-7D42-CBF9EF4B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57FDF4-C1AA-89FD-4008-025FF32B335D}"/>
              </a:ext>
            </a:extLst>
          </p:cNvPr>
          <p:cNvSpPr txBox="1"/>
          <p:nvPr/>
        </p:nvSpPr>
        <p:spPr>
          <a:xfrm>
            <a:off x="1984887" y="659074"/>
            <a:ext cx="9002661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	D 		S.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Gopakumar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1E			M.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Aliyarkunju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1F			A. Aji Kumar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				Dr. M.N.C. Bose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 			Dr. K. Jayaram Das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90922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E75CA-CF18-2907-553A-7FFE9538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216CCD-DE19-7F1B-785C-3F6D36B78D8A}"/>
              </a:ext>
            </a:extLst>
          </p:cNvPr>
          <p:cNvSpPr txBox="1"/>
          <p:nvPr/>
        </p:nvSpPr>
        <p:spPr>
          <a:xfrm>
            <a:off x="1194619" y="659074"/>
            <a:ext cx="979292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		 		N. Radhakrishna Kurup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4A			K. Harikrishnan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				P.K. Gopalakrishnan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				Padmavathy Amma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6A			Dr. Radhakrishnan. 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032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4584F-04F7-E52B-56F5-E5DD9B82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33CF10-7C81-B85F-2350-528A648E9899}"/>
              </a:ext>
            </a:extLst>
          </p:cNvPr>
          <p:cNvSpPr txBox="1"/>
          <p:nvPr/>
        </p:nvSpPr>
        <p:spPr>
          <a:xfrm>
            <a:off x="1194619" y="659074"/>
            <a:ext cx="979292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		 		Asha S.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7A			Jayachandran. T.R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 			C.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Divakaran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				N. Rajagopalan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9A			Jyothish. 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5558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EBB25-03E7-EC9D-8F8B-81E57479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30914A-80F9-169E-F3D5-33ECD442406E}"/>
              </a:ext>
            </a:extLst>
          </p:cNvPr>
          <p:cNvSpPr txBox="1"/>
          <p:nvPr/>
        </p:nvSpPr>
        <p:spPr>
          <a:xfrm>
            <a:off x="1194619" y="659074"/>
            <a:ext cx="979292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9B	 		Dr. N. Mukundan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9C			Sreenath. U.L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10 			N. Ajith Kumar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10A		Premachandran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10B		K. Biju Kumar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215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A974-618C-B39F-876E-4C493F38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FC351B-366F-C0CF-EAA8-5FCF1FD5DECC}"/>
              </a:ext>
            </a:extLst>
          </p:cNvPr>
          <p:cNvSpPr txBox="1"/>
          <p:nvPr/>
        </p:nvSpPr>
        <p:spPr>
          <a:xfrm>
            <a:off x="1194619" y="659074"/>
            <a:ext cx="979292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11	 		Jayaram Das. 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11A		Rajeswari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Gopimohan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12 			K. Mohan Das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12A		Sreekala Karunakaran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14			Jyothi. K.B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6005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5D32-A994-1DAD-0B66-A20D74A0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5E745C-E4D8-FC20-D3A3-6458D1A4153F}"/>
              </a:ext>
            </a:extLst>
          </p:cNvPr>
          <p:cNvSpPr txBox="1"/>
          <p:nvPr/>
        </p:nvSpPr>
        <p:spPr>
          <a:xfrm>
            <a:off x="1194619" y="659074"/>
            <a:ext cx="979292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15	 		K. Premachandran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15A		Jayakumaran. 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16 			Vinu V.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17			Ramachandran Nair. 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17A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Sajesh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Kumar. S.P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8811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38E4-19D5-E946-E98D-823B9865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D6F930-6179-AB7E-FBD5-C50ABE773969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18	 		Dr. G. Radhakrishna Kurup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18A		Anil Kumar. 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19 			G.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Gopakumar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20/21	D.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Christudas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22			G. Satheesh Kumar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674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79914-E47F-31F1-824B-BFCF27DB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5B3A8D-0CE8-F739-C162-046ECFB09F04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23	 		Harikumar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24			Sreekanth. 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25A		George Mathews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26			Dr. James George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27			Jayakumaran. 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9651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A6F7B-A041-F682-615D-12AC0ECD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AD5732-09AA-D00D-FBFC-6E02074C7BEF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28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29			T. Madhavan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			Mathew Roshan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32			Rafeek. 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6148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61DE9-D309-16BF-0481-8AA275E3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A9DF90-5343-E09C-8BA1-1C6CCDC8166F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33A		Rajan Pilla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33B		P. Omana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34			D.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Jayakumari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34A		Udayakumar. B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34B		Santhosh Kumar. B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5433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6F89D-263D-64E5-ED79-F701B60B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31731-94C4-1DDC-BB10-29EDA99E9E9B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33A		Rajan Pilla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33B		P. Omana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34			D.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Jayakumari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34A		Udayakumar. B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34B		Santhosh Kumar. B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2156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DB9F-6FAC-BC6D-12F9-04DC1A5E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ED6DF-D836-DFF5-FB1D-0C7769ED480E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34C		Santhosh Kumar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35			K. Chandrasekharan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35A		Anoop B. Krishnan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36			K. Vijayakumar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36A		Sreejith. P.C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1303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58A5-DBDD-A0BC-A64E-99C4883A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967A6B-239A-CC0A-92FD-07DB88985C7F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36B		Anand. A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36C		Arun Raj. 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37			K. Viju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38			Satheesh. 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38A		Rajeev. 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0490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0323-FBCB-1559-1772-56868146E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D4CD4D-DBB0-487B-DDD0-F7671D226F31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38B		K. Gilbert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			Ramachandran Nair. K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	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Reghunath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N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41B		Vijayakumaran Nair. V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41C		Sreedharan Pillai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02149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62E1-E36B-0F94-78F5-2098EB1A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FB7150-0B50-8D85-707D-B214C21D856E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			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	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Sivanandan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			R.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Ravindranathan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45A		Rajagopal. 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45B		M. Eswaran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843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C31CB-88A6-F7F9-7F62-9A68EC4C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56480F-1347-64D2-F12D-896734FD3060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45C		V. Gita Devi			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45D		S.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Ramesan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45E		Balagopal. K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45F		Alexander. K.J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45G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Vaishakh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B.P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5107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CD85-F5B8-73AC-DCF9-088472A9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D345F7-B3D6-B462-0EB0-576E6843C14A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45H		Vijai Raj. R		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46			T. Antony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47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48			Jacob. K.P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49			Thomas Mathew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331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4CE11-4648-F4BD-392F-334BBDEF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17DB82-A851-3B90-DD77-9954685681EB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			C. Ajith		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			Varughese. 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51A		Antony Martin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52			P. Sivadasan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53			P. Anilkumar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07898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E6B3-58BE-957B-05E9-EE3DEE33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05AC1-0E4D-BCC9-CF16-A3BC8B32E38C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54			Biju Narayanan		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55			Vijayan. 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56			P.N. Anil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57			Chandran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58			Saji. A.S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0929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F4938-708D-33F4-7870-EA8CFEC7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8D7D4C-8157-2316-2B12-9BD28E209447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59			Manjusha Rajesh			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60			V. Mohana Nathan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61			V. Rajendran Nair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72	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Gireesan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72A		V.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Muraleedharan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Nair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8622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51ECF-E110-3768-C7DF-B94372C7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E94938-0F3D-45CD-A9A3-1818E9247ABB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73			V. Ravindra Nathan Nair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74			K.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Shankunni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75			Thimothy Francis. C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76			Vinod Skaria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77			Eldhose T. Yacob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9193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5BB5-34AA-BE50-5D28-721644A37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5ED97-27FC-DEAA-907B-F6B44AD5523B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78			Omana. K.M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78A		Vineeth. V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79			Balakrishnan. P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80			B.J. Vijayan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81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9089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20CA-31C6-B2AA-1A41-966B7B3A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F05DC1-75A3-4476-9D11-1A2F07DB6407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82			Sheela. 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82B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84A		Dr. P.V. Joy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84B		Syamala. K.S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84C		V.J. Zacharia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276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51545-B823-CE3C-26A3-FE2D4792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1B2628-8F9B-7917-04A2-8123719BE9F6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84D		Santhosh. J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85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85A		Abdul Salim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85B		A. Nazar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85C		Tim Chacko Thomas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4835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083E-1F5F-9524-E70D-9B0E1AD7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0F3361-E8F7-2F71-74E0-D8493730AED7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86			Samson. S.N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86A		Jase Varghese, ICPF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86B		Vijayan. 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87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87A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8777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8D17F-3DC2-7B8A-C78D-99C52B2F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1CB0E5-0C6D-2557-981E-123293836536}"/>
              </a:ext>
            </a:extLst>
          </p:cNvPr>
          <p:cNvSpPr txBox="1"/>
          <p:nvPr/>
        </p:nvSpPr>
        <p:spPr>
          <a:xfrm>
            <a:off x="926690" y="681197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88		Soman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89		S Johnson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90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Madhusumanan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91		Nelson(S David)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92		Rajan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7354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164D-F559-F2A2-AE4B-1AE79617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BDDAB-747A-009E-578B-C8A25482C8AF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93	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Babusenan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94	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Josekutty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Job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95			Dr. Aneesh. 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96			M.A. Abraham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97/98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8997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41723-7110-A244-26BC-140EC5C0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9BB71-67A9-95EE-1506-F8B038EDD99D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201		Suresh Kumar. 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202		P.S. Santhosh Kumar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203		Dr. Rabi. 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204		K. Radhakrishnan Nair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205		Dr. C. Mohanan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4000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CC7C4-76EC-AC66-DC9E-8C40CB4A3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263787-6D36-B3E7-D23A-CE4B39DEA11D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206		S.K. Asokan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207		S.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mohanan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Asari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208		R. Padmavathi Amma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209	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210		Arifa Beevi. M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0873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6561-25FE-F635-C728-A8BBD34A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611EDF-23F0-D75C-1347-10EDD8CE641B}"/>
              </a:ext>
            </a:extLst>
          </p:cNvPr>
          <p:cNvSpPr txBox="1"/>
          <p:nvPr/>
        </p:nvSpPr>
        <p:spPr>
          <a:xfrm>
            <a:off x="1111045" y="799184"/>
            <a:ext cx="9969909" cy="6063198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211		Subiraj. 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212		Babitha. A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213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Thankamani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214		Babu. S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215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Thulasidharan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216		Ambi. V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9464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79A1-9415-EA48-CB75-749C49C7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E40CC-DF8B-AA5C-21B1-13C9B08DA269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301/302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303		Praveen. M.D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304		Christopher. 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305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Byju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C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305A	Gopi. P.U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2078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C93F1-E71D-A945-C2CE-0EBFEFF7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5441C-4F70-F36A-48D1-EA27F67C951E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305B		K. Santhini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306		Aravindan. 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307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308		Prof. M.J. George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309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Vijayagopal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88709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16737-D2B8-5BB2-3C3B-F5DABC7C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F4ADFD-2B72-BEFE-2D56-7E0B747D1548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310		Sasi. S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311		New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312		S. Savithri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313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Aliyamma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Joshua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314		IPC Sreekariyam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0146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5A95D-A096-B9EF-1E9E-6AC22CBE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F58BBD-93AF-C5C2-8FB4-BDB035F4D4A3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315		Jose Mathew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316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317		John Sundar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318		New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319		New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2355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AA3E-E48C-1747-FED4-23243E69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85F10E-8B58-A5C5-532F-97103D69782C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401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402		K.N.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Vijayamma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403		Prem Kumar. A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404		P. Arumugam Asari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405		T.T. Thomas		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913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FA61-B84F-B9D6-8680-47425EDB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14641B-1039-8FAB-BF8F-74E221A9D081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406		V. Manmadhan Nair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407		K.N.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Vijayamma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407A	Naveen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408	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409		Biju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Parameshwaran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2447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D4A60-431B-81A0-D30B-A9C4D3CA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F75F15-7BC3-3686-68B3-47CC1F7FF39C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410		C. Babu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411		W.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Minimol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412		Senthil Kumar. 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412A	Vijaya Chandran. A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413		M. Radhakrishnan Nair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0240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168CA-1BEC-B43F-6DF7-7F468A91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A1758-76AA-F7CA-0A5E-FDC2A6971E82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414		Biju. G.R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414A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Santhibhavanam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414B		P.M. Philip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414C	Sreejith. V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415	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Ushakumari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5727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21D7-D92F-14B5-FFD2-7CF7C4C0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706EDC-6C82-33CC-5B66-691C4B724354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415A	Aneesha. S.L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416		Leela. L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417		Vijayan. 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418		Shibu Kumar. A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419		Mahesh. G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659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041D-4E8C-9777-0F97-B0ED4D80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88B1D-D092-C4B1-64EF-626AFA61F3F4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420		Sunny George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421		Mohanan Nair. K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422		Sukumaran Nair. K.S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423		K. Manoharan Nair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424		Anoop. B.S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0739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01AA-3AA6-D414-88A0-80B79B70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D077C5-2ED4-6FB0-C8D5-5FCE1585D811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425		Premkumar. P.N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426		K. Sundara Raj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426A	R.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Prasobhan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426B		Dr. Manojkumar. G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427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6037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D683-D7CE-3773-6E49-2242F022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04EF9-B429-D328-640C-8D322A358568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428		N.G. Balakrishnan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428A	Bobby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428B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429		Dr. B. Unnikrishnan Nair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430		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5108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17679-9D05-B2A3-4FC6-371F8CD62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25F296-B1F0-4436-8138-F23C9BBD1002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431		Ramakrishnan. G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432/433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434		Archana Anil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435		Vijaya Kumaran Nair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436		K. Manikandan Nair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4765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655D-CF8B-8236-2EBA-F64749D4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8A1A24-FEA0-03A5-A4E4-989ECC9F1EC0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437/438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439		Gopi. V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440		Vasantha Amma. A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440A	Deepu. R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441		Syam Prasad. P		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825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624B-5884-2EEC-C037-32A378FF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CD2C3B-DD0C-A1A1-F11F-2274E701307F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441A	Prabhakaran Nair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442		G. Raman Nair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443		Vijayakumaran Nair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444		K. Leela Kumari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444A	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Muraleedharan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Nair. 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88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DEA7-93BF-CFB2-CE13-537CDB02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4AFA78-2868-C5C3-ED92-BF88D29F892D}"/>
              </a:ext>
            </a:extLst>
          </p:cNvPr>
          <p:cNvSpPr txBox="1"/>
          <p:nvPr/>
        </p:nvSpPr>
        <p:spPr>
          <a:xfrm>
            <a:off x="1111045" y="799184"/>
            <a:ext cx="9969909" cy="4589974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445		Saraswathi Amma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445A	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446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447		Sudhakaran. 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	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9196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66F3F-AEB4-7BD8-F86B-771D5511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B730F6-E756-0184-5593-7781F9104D24}"/>
              </a:ext>
            </a:extLst>
          </p:cNvPr>
          <p:cNvSpPr txBox="1"/>
          <p:nvPr/>
        </p:nvSpPr>
        <p:spPr>
          <a:xfrm>
            <a:off x="1111045" y="799184"/>
            <a:ext cx="9969909" cy="421653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501	S Jayakumaran  Nair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502		Premnath K.S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503/504/505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506	KP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Gopinadhan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Pillai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4453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F1D2-09A7-1CA3-89D6-4E26F99E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6155F4-9FC5-6465-AE45-D8FD044FEBC1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507	 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Adv.Aniyoor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 Ajithkumar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508/512	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509		S Karunakaran Nair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510		</a:t>
            </a:r>
            <a:r>
              <a:rPr lang="en-IN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NandhaKumar 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511	   G Asok Kumar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846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6ED4-E0E8-B688-427D-46683C1A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81550-59AE-B03B-85C7-A0A2C24B06BC}"/>
              </a:ext>
            </a:extLst>
          </p:cNvPr>
          <p:cNvSpPr txBox="1"/>
          <p:nvPr/>
        </p:nvSpPr>
        <p:spPr>
          <a:xfrm>
            <a:off x="1111045" y="799184"/>
            <a:ext cx="9969909" cy="5139869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516	     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Saseendran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Nair 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517		   K. Gopalan Nair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518		   R.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Radharemanan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518A		R. Sambathkumar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519	      Sanal Kumar 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7961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F7656-987C-35C1-5FED-59F5D528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E2BFB7-7005-F910-56A9-63158BF4C929}"/>
              </a:ext>
            </a:extLst>
          </p:cNvPr>
          <p:cNvSpPr txBox="1"/>
          <p:nvPr/>
        </p:nvSpPr>
        <p:spPr>
          <a:xfrm>
            <a:off x="1037303" y="791810"/>
            <a:ext cx="9969909" cy="366664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601	James Joseph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602		A.C. Oommen		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603		Jayakumar G	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 604		Manju S</a:t>
            </a:r>
          </a:p>
        </p:txBody>
      </p:sp>
    </p:spTree>
    <p:extLst>
      <p:ext uri="{BB962C8B-B14F-4D97-AF65-F5344CB8AC3E}">
        <p14:creationId xmlns:p14="http://schemas.microsoft.com/office/powerpoint/2010/main" val="1910509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48" r="-2" b="234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4052" y="2691580"/>
            <a:ext cx="8082115" cy="98814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0" b="1" dirty="0">
                <a:ln w="12700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God Bless India!</a:t>
            </a:r>
            <a:endParaRPr lang="en-IN" sz="8000" b="1" dirty="0">
              <a:ln w="12700">
                <a:solidFill>
                  <a:schemeClr val="bg1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9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7897</TotalTime>
  <Words>2254</Words>
  <Application>Microsoft Office PowerPoint</Application>
  <PresentationFormat>Widescreen</PresentationFormat>
  <Paragraphs>262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Aharoni</vt:lpstr>
      <vt:lpstr>Aptos</vt:lpstr>
      <vt:lpstr>Calibri</vt:lpstr>
      <vt:lpstr>Century Gothic</vt:lpstr>
      <vt:lpstr>Wingdings</vt:lpstr>
      <vt:lpstr>Wingdings 3</vt:lpstr>
      <vt:lpstr>Ion</vt:lpstr>
      <vt:lpstr>“പ്രാർത്ഥനയിൽ ഉറ്റിരിപ്പിൻ; സ്തോത്രത്തോടെ അതിൽ ജാഗരിപ്പിൻ”  കൊലൊസ്സ്യർ 4:2</vt:lpstr>
      <vt:lpstr>PowerPoint Presentation</vt:lpstr>
      <vt:lpstr>PowerPoint Presentation</vt:lpstr>
      <vt:lpstr>PowerPoint Presentation</vt:lpstr>
      <vt:lpstr>FRAN PRAYER</vt:lpstr>
      <vt:lpstr>Prayer For Neighbors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God Bless India!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Christian Greetings!</dc:title>
  <dc:creator>User</dc:creator>
  <cp:lastModifiedBy>Bob Geo</cp:lastModifiedBy>
  <cp:revision>510</cp:revision>
  <dcterms:created xsi:type="dcterms:W3CDTF">2021-08-14T02:31:31Z</dcterms:created>
  <dcterms:modified xsi:type="dcterms:W3CDTF">2026-10-02T10:01:04Z</dcterms:modified>
</cp:coreProperties>
</file>