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1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" name="Google Shape;2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we will pray for each of Kerala's 14 districts in turn, from Thiruvananthapuram in the south to Kasaragod in the north.</a:t>
            </a:r>
            <a:endParaRPr/>
          </a:p>
        </p:txBody>
      </p:sp>
      <p:sp>
        <p:nvSpPr>
          <p:cNvPr id="22" name="Google Shape;2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Thiruvananthapuram (തിരുവനന്തപുരം) — district 1 of 14</a:t>
            </a:r>
            <a:endParaRPr/>
          </a:p>
        </p:txBody>
      </p:sp>
      <p:sp>
        <p:nvSpPr>
          <p:cNvPr id="30" name="Google Shape;3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" name="Google Shape;3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Kollam (കൊല്ലം) — district 2 of 14</a:t>
            </a:r>
            <a:endParaRPr/>
          </a:p>
        </p:txBody>
      </p:sp>
      <p:sp>
        <p:nvSpPr>
          <p:cNvPr id="38" name="Google Shape;3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Pathanamthitta (പത്തനംതിട്ട) — district 3 of 14</a:t>
            </a:r>
            <a:endParaRPr/>
          </a:p>
        </p:txBody>
      </p:sp>
      <p:sp>
        <p:nvSpPr>
          <p:cNvPr id="46" name="Google Shape;4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Alappuzha (ആലപ്പുഴ) — district 4 of 14</a:t>
            </a:r>
            <a:endParaRPr/>
          </a:p>
        </p:txBody>
      </p:sp>
      <p:sp>
        <p:nvSpPr>
          <p:cNvPr id="54" name="Google Shape;5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Kottayam (കോട്ടയം) — district 5 of 14</a:t>
            </a:r>
            <a:endParaRPr/>
          </a:p>
        </p:txBody>
      </p:sp>
      <p:sp>
        <p:nvSpPr>
          <p:cNvPr id="62" name="Google Shape;6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Idukki (ഇടുക്കി) — district 6 of 14</a:t>
            </a:r>
            <a:endParaRPr/>
          </a:p>
        </p:txBody>
      </p:sp>
      <p:sp>
        <p:nvSpPr>
          <p:cNvPr id="70" name="Google Shape;7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Ernakulam (എറണാകുളം) — district 7 of 14</a:t>
            </a:r>
            <a:endParaRPr/>
          </a:p>
        </p:txBody>
      </p:sp>
      <p:sp>
        <p:nvSpPr>
          <p:cNvPr id="78" name="Google Shape;7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Thrissur (തൃശ്ശൂർ) — district 8 of 14</a:t>
            </a:r>
            <a:endParaRPr/>
          </a:p>
        </p:txBody>
      </p:sp>
      <p:sp>
        <p:nvSpPr>
          <p:cNvPr id="86" name="Google Shape;8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Palakkad (പാലക്കാട്) — district 9 of 14</a:t>
            </a:r>
            <a:endParaRPr/>
          </a:p>
        </p:txBody>
      </p:sp>
      <p:sp>
        <p:nvSpPr>
          <p:cNvPr id="94" name="Google Shape;9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Malappuram (മലപ്പുറം) — district 10 of 14</a:t>
            </a:r>
            <a:endParaRPr/>
          </a:p>
        </p:txBody>
      </p:sp>
      <p:sp>
        <p:nvSpPr>
          <p:cNvPr id="102" name="Google Shape;10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Kozhikode (കോഴിക്കോട്) — district 11 of 14</a:t>
            </a:r>
            <a:endParaRPr/>
          </a:p>
        </p:txBody>
      </p:sp>
      <p:sp>
        <p:nvSpPr>
          <p:cNvPr id="110" name="Google Shape;11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Wayanad (വയനാട്) — district 12 of 14</a:t>
            </a:r>
            <a:endParaRPr/>
          </a:p>
        </p:txBody>
      </p:sp>
      <p:sp>
        <p:nvSpPr>
          <p:cNvPr id="118" name="Google Shape;11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Kannur (കണ്ണൂർ) — district 13 of 14</a:t>
            </a:r>
            <a:endParaRPr/>
          </a:p>
        </p:txBody>
      </p:sp>
      <p:sp>
        <p:nvSpPr>
          <p:cNvPr id="126" name="Google Shape;126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Kasaragod (കാസർഗോഡ്) — district 14 of 14</a:t>
            </a:r>
            <a:endParaRPr/>
          </a:p>
        </p:txBody>
      </p:sp>
      <p:sp>
        <p:nvSpPr>
          <p:cNvPr id="134" name="Google Shape;134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7AAC8E49-B8CA-ED79-3CCD-C665AE781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:notes">
            <a:extLst>
              <a:ext uri="{FF2B5EF4-FFF2-40B4-BE49-F238E27FC236}">
                <a16:creationId xmlns:a16="http://schemas.microsoft.com/office/drawing/2014/main" id="{E917F795-D978-BE16-085A-AAAD3CE4AF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15:notes">
            <a:extLst>
              <a:ext uri="{FF2B5EF4-FFF2-40B4-BE49-F238E27FC236}">
                <a16:creationId xmlns:a16="http://schemas.microsoft.com/office/drawing/2014/main" id="{FD7D37EF-CDDE-C228-71EF-71683554A8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Kasaragod (കാസർഗോഡ്) — district 14 of 14</a:t>
            </a:r>
            <a:endParaRPr/>
          </a:p>
        </p:txBody>
      </p:sp>
      <p:sp>
        <p:nvSpPr>
          <p:cNvPr id="134" name="Google Shape;134;p15:notes">
            <a:extLst>
              <a:ext uri="{FF2B5EF4-FFF2-40B4-BE49-F238E27FC236}">
                <a16:creationId xmlns:a16="http://schemas.microsoft.com/office/drawing/2014/main" id="{DE4A107F-12A5-3444-7511-4C3423CAA6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7846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">
  <p:cSld name="INTRO">
    <p:bg>
      <p:bgPr>
        <a:solidFill>
          <a:schemeClr val="dk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731520" y="1737360"/>
            <a:ext cx="1072591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Cambria"/>
              <a:buNone/>
              <a:defRPr sz="64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731520" y="3291840"/>
            <a:ext cx="107259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88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TRICT">
  <p:cSld name="DISTRICT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731520" y="2011680"/>
            <a:ext cx="1072591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mbria"/>
              <a:buNone/>
              <a:defRPr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731520" y="3566160"/>
            <a:ext cx="1072591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31520" y="1737360"/>
            <a:ext cx="1072591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Cambria"/>
              <a:buNone/>
            </a:pPr>
            <a:r>
              <a:rPr lang="en-US" sz="6400" b="1" dirty="0">
                <a:solidFill>
                  <a:schemeClr val="lt1"/>
                </a:solidFill>
              </a:rPr>
              <a:t>Praying for </a:t>
            </a:r>
            <a:r>
              <a:rPr lang="en-US" sz="6400" b="1" dirty="0" err="1">
                <a:solidFill>
                  <a:schemeClr val="lt1"/>
                </a:solidFill>
              </a:rPr>
              <a:t>Keralam</a:t>
            </a:r>
            <a:endParaRPr sz="6400" dirty="0"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731520" y="3291840"/>
            <a:ext cx="107259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</a:pPr>
            <a:r>
              <a:rPr lang="en-US" sz="4400" b="1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കേരളം</a:t>
            </a:r>
            <a:endParaRPr sz="4400" b="1" dirty="0"/>
          </a:p>
        </p:txBody>
      </p:sp>
      <p:sp>
        <p:nvSpPr>
          <p:cNvPr id="26" name="Google Shape;26;p5"/>
          <p:cNvSpPr txBox="1"/>
          <p:nvPr/>
        </p:nvSpPr>
        <p:spPr>
          <a:xfrm>
            <a:off x="731525" y="4206250"/>
            <a:ext cx="10725900" cy="17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alibri"/>
              <a:buNone/>
            </a:pPr>
            <a:r>
              <a:rPr lang="en-US" sz="3200" b="1" i="0" u="none" strike="noStrike" cap="none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14 districts</a:t>
            </a:r>
            <a:endParaRPr sz="3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731520" y="2011680"/>
            <a:ext cx="1072591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mbria"/>
              <a:buNone/>
            </a:pPr>
            <a:r>
              <a:rPr lang="en-US" sz="6000" b="1">
                <a:solidFill>
                  <a:schemeClr val="lt1"/>
                </a:solidFill>
              </a:rPr>
              <a:t>Thiruvananthapuram</a:t>
            </a:r>
            <a:endParaRPr sz="6000"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731520" y="3566160"/>
            <a:ext cx="1072591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</a:pPr>
            <a:r>
              <a:rPr lang="en-US" sz="4000" b="1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തിരുവനന്തപുരം</a:t>
            </a:r>
            <a:endParaRPr sz="4000" b="1" dirty="0"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731520" y="2011680"/>
            <a:ext cx="1072591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mbria"/>
              <a:buNone/>
            </a:pPr>
            <a:r>
              <a:rPr lang="en-US" sz="6000" b="1">
                <a:solidFill>
                  <a:schemeClr val="lt1"/>
                </a:solidFill>
              </a:rPr>
              <a:t>Kollam</a:t>
            </a:r>
            <a:endParaRPr sz="6000"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731520" y="3566160"/>
            <a:ext cx="1072591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</a:pPr>
            <a:r>
              <a:rPr lang="en-US" sz="4000" b="1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കൊല്ലം</a:t>
            </a:r>
            <a:endParaRPr sz="4000" b="1" dirty="0"/>
          </a:p>
        </p:txBody>
      </p:sp>
      <p:sp>
        <p:nvSpPr>
          <p:cNvPr id="42" name="Google Shape;42;p7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731520" y="2011680"/>
            <a:ext cx="1072591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mbria"/>
              <a:buNone/>
            </a:pPr>
            <a:r>
              <a:rPr lang="en-US" sz="6000" b="1" dirty="0" err="1">
                <a:solidFill>
                  <a:schemeClr val="lt1"/>
                </a:solidFill>
              </a:rPr>
              <a:t>Pathanamthitta</a:t>
            </a:r>
            <a:endParaRPr sz="6000" dirty="0"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1"/>
          </p:nvPr>
        </p:nvSpPr>
        <p:spPr>
          <a:xfrm>
            <a:off x="731520" y="3566160"/>
            <a:ext cx="1072591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</a:pPr>
            <a:r>
              <a:rPr lang="en-US" sz="4000" b="1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പത്തനംതിട്ട</a:t>
            </a:r>
            <a:endParaRPr sz="4000" b="1" dirty="0"/>
          </a:p>
        </p:txBody>
      </p:sp>
      <p:sp>
        <p:nvSpPr>
          <p:cNvPr id="50" name="Google Shape;50;p8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31520" y="2011680"/>
            <a:ext cx="1072591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mbria"/>
              <a:buNone/>
            </a:pPr>
            <a:r>
              <a:rPr lang="en-US" sz="6000" b="1">
                <a:solidFill>
                  <a:schemeClr val="lt1"/>
                </a:solidFill>
              </a:rPr>
              <a:t>Alappuzha</a:t>
            </a:r>
            <a:endParaRPr sz="6000"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1"/>
          </p:nvPr>
        </p:nvSpPr>
        <p:spPr>
          <a:xfrm>
            <a:off x="731520" y="3566160"/>
            <a:ext cx="1072591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</a:pPr>
            <a:r>
              <a:rPr lang="en-US" sz="4000" b="1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ആലപ്പുഴ</a:t>
            </a:r>
            <a:endParaRPr sz="4000" b="1" dirty="0"/>
          </a:p>
        </p:txBody>
      </p:sp>
      <p:sp>
        <p:nvSpPr>
          <p:cNvPr id="58" name="Google Shape;58;p9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>
            <a:spLocks noGrp="1"/>
          </p:cNvSpPr>
          <p:nvPr>
            <p:ph type="title"/>
          </p:nvPr>
        </p:nvSpPr>
        <p:spPr>
          <a:xfrm>
            <a:off x="731520" y="2011680"/>
            <a:ext cx="1072591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mbria"/>
              <a:buNone/>
            </a:pPr>
            <a:r>
              <a:rPr lang="en-US" sz="6000" b="1">
                <a:solidFill>
                  <a:schemeClr val="lt1"/>
                </a:solidFill>
              </a:rPr>
              <a:t>Kottayam</a:t>
            </a:r>
            <a:endParaRPr sz="6000"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1"/>
          </p:nvPr>
        </p:nvSpPr>
        <p:spPr>
          <a:xfrm>
            <a:off x="731520" y="3566160"/>
            <a:ext cx="1072591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</a:pPr>
            <a:r>
              <a:rPr lang="en-US" sz="4000" b="1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കോട്ടയം</a:t>
            </a:r>
            <a:endParaRPr sz="4000" b="1" dirty="0"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731520" y="2011680"/>
            <a:ext cx="1072591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mbria"/>
              <a:buNone/>
            </a:pPr>
            <a:r>
              <a:rPr lang="en-US" sz="6000" b="1">
                <a:solidFill>
                  <a:schemeClr val="lt1"/>
                </a:solidFill>
              </a:rPr>
              <a:t>Idukki</a:t>
            </a:r>
            <a:endParaRPr sz="6000"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>
            <a:off x="731520" y="3566160"/>
            <a:ext cx="1072591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</a:pPr>
            <a:r>
              <a:rPr lang="en-US" sz="4000" b="1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ഇടുക്കി</a:t>
            </a:r>
            <a:endParaRPr sz="4000" b="1" dirty="0"/>
          </a:p>
        </p:txBody>
      </p:sp>
      <p:sp>
        <p:nvSpPr>
          <p:cNvPr id="74" name="Google Shape;74;p11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title"/>
          </p:nvPr>
        </p:nvSpPr>
        <p:spPr>
          <a:xfrm>
            <a:off x="731520" y="2011680"/>
            <a:ext cx="1072591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mbria"/>
              <a:buNone/>
            </a:pPr>
            <a:r>
              <a:rPr lang="en-US" sz="6000" b="1">
                <a:solidFill>
                  <a:schemeClr val="lt1"/>
                </a:solidFill>
              </a:rPr>
              <a:t>Ernakulam</a:t>
            </a:r>
            <a:endParaRPr sz="6000"/>
          </a:p>
        </p:txBody>
      </p:sp>
      <p:sp>
        <p:nvSpPr>
          <p:cNvPr id="81" name="Google Shape;81;p12"/>
          <p:cNvSpPr txBox="1">
            <a:spLocks noGrp="1"/>
          </p:cNvSpPr>
          <p:nvPr>
            <p:ph type="body" idx="1"/>
          </p:nvPr>
        </p:nvSpPr>
        <p:spPr>
          <a:xfrm>
            <a:off x="731520" y="3566160"/>
            <a:ext cx="1072591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</a:pPr>
            <a:r>
              <a:rPr lang="en-US" sz="4000" b="1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എറണാകുളം</a:t>
            </a:r>
            <a:endParaRPr sz="4000" b="1" dirty="0"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>
            <a:off x="731520" y="2011680"/>
            <a:ext cx="1072591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mbria"/>
              <a:buNone/>
            </a:pPr>
            <a:r>
              <a:rPr lang="en-US" sz="6000" b="1">
                <a:solidFill>
                  <a:schemeClr val="lt1"/>
                </a:solidFill>
              </a:rPr>
              <a:t>Thrissur</a:t>
            </a:r>
            <a:endParaRPr sz="6000"/>
          </a:p>
        </p:txBody>
      </p:sp>
      <p:sp>
        <p:nvSpPr>
          <p:cNvPr id="89" name="Google Shape;89;p13"/>
          <p:cNvSpPr txBox="1">
            <a:spLocks noGrp="1"/>
          </p:cNvSpPr>
          <p:nvPr>
            <p:ph type="body" idx="1"/>
          </p:nvPr>
        </p:nvSpPr>
        <p:spPr>
          <a:xfrm>
            <a:off x="731520" y="3566160"/>
            <a:ext cx="1072591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</a:pPr>
            <a:r>
              <a:rPr lang="en-US" sz="4000" b="1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തൃശ്ശൂ</a:t>
            </a:r>
            <a:r>
              <a:rPr lang="en-US" sz="4000" b="1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ർ</a:t>
            </a:r>
            <a:endParaRPr sz="4000" b="1" dirty="0"/>
          </a:p>
        </p:txBody>
      </p:sp>
      <p:sp>
        <p:nvSpPr>
          <p:cNvPr id="90" name="Google Shape;90;p13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731520" y="2011680"/>
            <a:ext cx="1072591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mbria"/>
              <a:buNone/>
            </a:pPr>
            <a:r>
              <a:rPr lang="en-US" sz="6000" b="1">
                <a:solidFill>
                  <a:schemeClr val="lt1"/>
                </a:solidFill>
              </a:rPr>
              <a:t>Palakkad</a:t>
            </a:r>
            <a:endParaRPr sz="6000"/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31520" y="3566160"/>
            <a:ext cx="1072591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</a:pPr>
            <a:r>
              <a:rPr lang="en-US" sz="4000" b="1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പാലക്കാട്</a:t>
            </a:r>
            <a:endParaRPr sz="4000" b="1" dirty="0"/>
          </a:p>
        </p:txBody>
      </p:sp>
      <p:sp>
        <p:nvSpPr>
          <p:cNvPr id="98" name="Google Shape;98;p14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731520" y="2011680"/>
            <a:ext cx="1072591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mbria"/>
              <a:buNone/>
            </a:pPr>
            <a:r>
              <a:rPr lang="en-US" sz="6000" b="1">
                <a:solidFill>
                  <a:schemeClr val="lt1"/>
                </a:solidFill>
              </a:rPr>
              <a:t>Malappuram</a:t>
            </a:r>
            <a:endParaRPr sz="6000"/>
          </a:p>
        </p:txBody>
      </p:sp>
      <p:sp>
        <p:nvSpPr>
          <p:cNvPr id="105" name="Google Shape;105;p15"/>
          <p:cNvSpPr txBox="1">
            <a:spLocks noGrp="1"/>
          </p:cNvSpPr>
          <p:nvPr>
            <p:ph type="body" idx="1"/>
          </p:nvPr>
        </p:nvSpPr>
        <p:spPr>
          <a:xfrm>
            <a:off x="731520" y="3566160"/>
            <a:ext cx="1072591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</a:pPr>
            <a:r>
              <a:rPr lang="en-US" sz="4000" b="1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മലപ്പുറം</a:t>
            </a:r>
            <a:endParaRPr sz="4000" b="1" dirty="0"/>
          </a:p>
        </p:txBody>
      </p:sp>
      <p:sp>
        <p:nvSpPr>
          <p:cNvPr id="106" name="Google Shape;106;p15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731520" y="2011680"/>
            <a:ext cx="1072591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mbria"/>
              <a:buNone/>
            </a:pPr>
            <a:r>
              <a:rPr lang="en-US" sz="6000" b="1">
                <a:solidFill>
                  <a:schemeClr val="lt1"/>
                </a:solidFill>
              </a:rPr>
              <a:t>Kozhikode</a:t>
            </a:r>
            <a:endParaRPr sz="6000"/>
          </a:p>
        </p:txBody>
      </p:sp>
      <p:sp>
        <p:nvSpPr>
          <p:cNvPr id="113" name="Google Shape;113;p16"/>
          <p:cNvSpPr txBox="1">
            <a:spLocks noGrp="1"/>
          </p:cNvSpPr>
          <p:nvPr>
            <p:ph type="body" idx="1"/>
          </p:nvPr>
        </p:nvSpPr>
        <p:spPr>
          <a:xfrm>
            <a:off x="731520" y="3566160"/>
            <a:ext cx="1072591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</a:pPr>
            <a:r>
              <a:rPr lang="en-US" sz="4000" b="1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കോഴിക്കോട്</a:t>
            </a:r>
            <a:endParaRPr sz="4000" b="1" dirty="0"/>
          </a:p>
        </p:txBody>
      </p:sp>
      <p:sp>
        <p:nvSpPr>
          <p:cNvPr id="114" name="Google Shape;114;p16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731520" y="2011680"/>
            <a:ext cx="1072591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mbria"/>
              <a:buNone/>
            </a:pPr>
            <a:r>
              <a:rPr lang="en-US" sz="6000" b="1">
                <a:solidFill>
                  <a:schemeClr val="lt1"/>
                </a:solidFill>
              </a:rPr>
              <a:t>Wayanad</a:t>
            </a:r>
            <a:endParaRPr sz="6000"/>
          </a:p>
        </p:txBody>
      </p:sp>
      <p:sp>
        <p:nvSpPr>
          <p:cNvPr id="121" name="Google Shape;121;p17"/>
          <p:cNvSpPr txBox="1">
            <a:spLocks noGrp="1"/>
          </p:cNvSpPr>
          <p:nvPr>
            <p:ph type="body" idx="1"/>
          </p:nvPr>
        </p:nvSpPr>
        <p:spPr>
          <a:xfrm>
            <a:off x="731520" y="3566160"/>
            <a:ext cx="1072591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</a:pPr>
            <a:r>
              <a:rPr lang="en-US" sz="4000" b="1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വയനാട്</a:t>
            </a:r>
            <a:endParaRPr sz="4000" b="1" dirty="0"/>
          </a:p>
        </p:txBody>
      </p:sp>
      <p:sp>
        <p:nvSpPr>
          <p:cNvPr id="122" name="Google Shape;122;p17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731520" y="2011680"/>
            <a:ext cx="1072591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mbria"/>
              <a:buNone/>
            </a:pPr>
            <a:r>
              <a:rPr lang="en-US" sz="6000" b="1">
                <a:solidFill>
                  <a:schemeClr val="lt1"/>
                </a:solidFill>
              </a:rPr>
              <a:t>Kannur</a:t>
            </a:r>
            <a:endParaRPr sz="6000"/>
          </a:p>
        </p:txBody>
      </p:sp>
      <p:sp>
        <p:nvSpPr>
          <p:cNvPr id="129" name="Google Shape;129;p18"/>
          <p:cNvSpPr txBox="1">
            <a:spLocks noGrp="1"/>
          </p:cNvSpPr>
          <p:nvPr>
            <p:ph type="body" idx="1"/>
          </p:nvPr>
        </p:nvSpPr>
        <p:spPr>
          <a:xfrm>
            <a:off x="731520" y="3566160"/>
            <a:ext cx="1072591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</a:pPr>
            <a:r>
              <a:rPr lang="en-US" sz="4000" b="1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കണ്ണൂ</a:t>
            </a:r>
            <a:r>
              <a:rPr lang="en-US" sz="4000" b="1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ർ</a:t>
            </a:r>
            <a:endParaRPr sz="4000" b="1" dirty="0"/>
          </a:p>
        </p:txBody>
      </p:sp>
      <p:sp>
        <p:nvSpPr>
          <p:cNvPr id="130" name="Google Shape;130;p18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731520" y="2011680"/>
            <a:ext cx="1072591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mbria"/>
              <a:buNone/>
            </a:pPr>
            <a:r>
              <a:rPr lang="en-US" sz="6000" b="1">
                <a:solidFill>
                  <a:schemeClr val="lt1"/>
                </a:solidFill>
              </a:rPr>
              <a:t>Kasaragod</a:t>
            </a:r>
            <a:endParaRPr sz="6000"/>
          </a:p>
        </p:txBody>
      </p:sp>
      <p:sp>
        <p:nvSpPr>
          <p:cNvPr id="137" name="Google Shape;137;p19"/>
          <p:cNvSpPr txBox="1">
            <a:spLocks noGrp="1"/>
          </p:cNvSpPr>
          <p:nvPr>
            <p:ph type="body" idx="1"/>
          </p:nvPr>
        </p:nvSpPr>
        <p:spPr>
          <a:xfrm>
            <a:off x="731520" y="3566160"/>
            <a:ext cx="1072591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</a:pPr>
            <a:r>
              <a:rPr lang="en-US" sz="4000" b="1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കാസർഗോഡ്</a:t>
            </a:r>
            <a:endParaRPr sz="4000" b="1" dirty="0"/>
          </a:p>
        </p:txBody>
      </p:sp>
      <p:sp>
        <p:nvSpPr>
          <p:cNvPr id="138" name="Google Shape;138;p19"/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D7BF98DF-9E9C-FD1B-15D9-51581A390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>
            <a:extLst>
              <a:ext uri="{FF2B5EF4-FFF2-40B4-BE49-F238E27FC236}">
                <a16:creationId xmlns:a16="http://schemas.microsoft.com/office/drawing/2014/main" id="{61AA51E3-576C-D337-083C-2357941615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1520" y="2011680"/>
            <a:ext cx="1072591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mbria"/>
              <a:buNone/>
            </a:pPr>
            <a:endParaRPr sz="6000" dirty="0"/>
          </a:p>
        </p:txBody>
      </p:sp>
      <p:sp>
        <p:nvSpPr>
          <p:cNvPr id="137" name="Google Shape;137;p19">
            <a:extLst>
              <a:ext uri="{FF2B5EF4-FFF2-40B4-BE49-F238E27FC236}">
                <a16:creationId xmlns:a16="http://schemas.microsoft.com/office/drawing/2014/main" id="{7564C0B4-3CB0-4905-20B0-A8FE534922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3566160"/>
            <a:ext cx="1072591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</a:pPr>
            <a:endParaRPr sz="4000" dirty="0"/>
          </a:p>
        </p:txBody>
      </p:sp>
      <p:sp>
        <p:nvSpPr>
          <p:cNvPr id="138" name="Google Shape;138;p19">
            <a:extLst>
              <a:ext uri="{FF2B5EF4-FFF2-40B4-BE49-F238E27FC236}">
                <a16:creationId xmlns:a16="http://schemas.microsoft.com/office/drawing/2014/main" id="{4ED85518-FFAA-5C69-4361-38587B67C787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1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9A348C-7EBF-C29A-8232-397178FD4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9296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Vigil">
  <a:themeElements>
    <a:clrScheme name="Vigil">
      <a:dk1>
        <a:srgbClr val="0A0F1E"/>
      </a:dk1>
      <a:lt1>
        <a:srgbClr val="F4EFE3"/>
      </a:lt1>
      <a:dk2>
        <a:srgbClr val="182038"/>
      </a:dk2>
      <a:lt2>
        <a:srgbClr val="AEB6CC"/>
      </a:lt2>
      <a:accent1>
        <a:srgbClr val="D4AF37"/>
      </a:accent1>
      <a:accent2>
        <a:srgbClr val="8E9BC4"/>
      </a:accent2>
      <a:accent3>
        <a:srgbClr val="B8860B"/>
      </a:accent3>
      <a:accent4>
        <a:srgbClr val="5C6A9A"/>
      </a:accent4>
      <a:accent5>
        <a:srgbClr val="E8D48A"/>
      </a:accent5>
      <a:accent6>
        <a:srgbClr val="3A4770"/>
      </a:accent6>
      <a:hlink>
        <a:srgbClr val="D4AF37"/>
      </a:hlink>
      <a:folHlink>
        <a:srgbClr val="AEB6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igil">
  <a:themeElements>
    <a:clrScheme name="Vigil">
      <a:dk1>
        <a:srgbClr val="0A0F1E"/>
      </a:dk1>
      <a:lt1>
        <a:srgbClr val="F4EFE3"/>
      </a:lt1>
      <a:dk2>
        <a:srgbClr val="182038"/>
      </a:dk2>
      <a:lt2>
        <a:srgbClr val="AEB6CC"/>
      </a:lt2>
      <a:accent1>
        <a:srgbClr val="D4AF37"/>
      </a:accent1>
      <a:accent2>
        <a:srgbClr val="8E9BC4"/>
      </a:accent2>
      <a:accent3>
        <a:srgbClr val="B8860B"/>
      </a:accent3>
      <a:accent4>
        <a:srgbClr val="5C6A9A"/>
      </a:accent4>
      <a:accent5>
        <a:srgbClr val="E8D48A"/>
      </a:accent5>
      <a:accent6>
        <a:srgbClr val="3A4770"/>
      </a:accent6>
      <a:hlink>
        <a:srgbClr val="D4AF37"/>
      </a:hlink>
      <a:folHlink>
        <a:srgbClr val="AEB6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225</Words>
  <Application>Microsoft Office PowerPoint</Application>
  <PresentationFormat>Widescreen</PresentationFormat>
  <Paragraphs>78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Vigil</vt:lpstr>
      <vt:lpstr>Praying for Keralam</vt:lpstr>
      <vt:lpstr>Thiruvananthapuram</vt:lpstr>
      <vt:lpstr>Kollam</vt:lpstr>
      <vt:lpstr>Pathanamthitta</vt:lpstr>
      <vt:lpstr>Alappuzha</vt:lpstr>
      <vt:lpstr>Kottayam</vt:lpstr>
      <vt:lpstr>Idukki</vt:lpstr>
      <vt:lpstr>Ernakulam</vt:lpstr>
      <vt:lpstr>Thrissur</vt:lpstr>
      <vt:lpstr>Palakkad</vt:lpstr>
      <vt:lpstr>Malappuram</vt:lpstr>
      <vt:lpstr>Kozhikode</vt:lpstr>
      <vt:lpstr>Wayanad</vt:lpstr>
      <vt:lpstr>Kannur</vt:lpstr>
      <vt:lpstr>Kasaragod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Joel John</cp:lastModifiedBy>
  <cp:revision>4</cp:revision>
  <dcterms:modified xsi:type="dcterms:W3CDTF">2026-10-03T04:12:56Z</dcterms:modified>
</cp:coreProperties>
</file>