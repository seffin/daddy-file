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16"/>
  </p:notesMasterIdLst>
  <p:sldIdLst>
    <p:sldId id="256" r:id="rId2"/>
    <p:sldId id="257" r:id="rId3"/>
    <p:sldId id="268" r:id="rId4"/>
    <p:sldId id="269" r:id="rId5"/>
    <p:sldId id="266" r:id="rId6"/>
    <p:sldId id="267" r:id="rId7"/>
    <p:sldId id="258" r:id="rId8"/>
    <p:sldId id="260" r:id="rId9"/>
    <p:sldId id="259" r:id="rId10"/>
    <p:sldId id="262" r:id="rId11"/>
    <p:sldId id="261" r:id="rId12"/>
    <p:sldId id="263" r:id="rId13"/>
    <p:sldId id="264" r:id="rId14"/>
    <p:sldId id="265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638EEFF-5747-B284-849C-B36745A8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FB8E7360-2FA9-4101-AAEC-00FBD20F8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E25F6DDE-06DD-EF62-8371-6FAE75282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E926940B-75E2-E80E-9C15-DB467D91D1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455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A94506F-4AA1-7C61-D66F-D91E0B51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C2A6030A-2947-E915-6F2F-6F9AA0EA0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F22C385B-FB2A-A84F-6263-7C1CCC654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CEE89B9E-A504-47ED-77DE-AF8D88F20B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61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DB374AB9-CEB2-046E-CFF3-DC8753A4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CE3BA3ED-73EB-0694-E8FE-36CD46679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1472A967-5C40-9DFD-ABC5-84E8D23DB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8939134D-1161-33BC-6CFC-9FAB94ADCD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10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499731F6-616D-8DE5-9D81-8E48EECF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2313766F-4891-3D21-005D-731B588EC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D1812DFE-9072-99F7-8E38-1177362E3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F1EBCAFE-3033-780E-7F2C-00BEA0A857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476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2E2624A4-AD42-F24A-80E6-437C636A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2FFB43E1-60E5-9C92-9AE4-B3CE73DA6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730BD7A6-4560-5958-BDDD-A15DEAE9F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8832B999-D30F-B2F7-D8C8-8DA3F4054F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0638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56E8B7F-E0F4-523E-5F0A-43B6BD2D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0C621E8F-BD99-CAA7-B9A9-25845C1D0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A982F31E-B03A-6CE3-64F5-A9568BA87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5342B265-522B-7FEE-45EF-68C2B48832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250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19931087-6D09-0D45-A8FF-FD177EE2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D1F89E7B-75C6-0FB5-54F6-A68728554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E960257D-1428-E593-9BB5-525A92BC1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248FDC85-3727-777C-81A6-ACF7BFA986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111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509BFA7A-1FCC-BA29-A1AD-E6A9409B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C0422FF7-FEE6-5E5D-16F9-2688D42C0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3E7EFB13-6AEB-CA7F-70AF-A8666A956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BF4B5FB1-A5FA-2CC4-84BD-640BBDD758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0178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316BBA4C-7AB8-DE2E-EB03-33DE8910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78896BD2-D252-2E1E-7519-34A1709B4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86A88D7A-F6D2-7F58-D4CE-DFF92152EC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677BC9CD-ACF6-7B40-ED96-25370C826C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204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AC0C560C-C8D5-7F61-47BD-96027448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36C23762-2EDB-6957-B857-258760C614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2254BCF2-F031-302C-4BE1-CFE2CF38F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CC3ACC5C-98B8-AFE1-7738-3101D512E7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497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7F8D1483-2307-F6BE-3D3D-CC98D49D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AA7DAAA0-74D4-50F3-BE94-6934924B7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B39F3E5C-4724-89AA-EF81-C15799BFD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0B7C8780-9868-506D-FC16-74F843AF2C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595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64D8A8F9-7E94-8734-2C98-6C6E36676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BA6F2E08-D4F4-2885-0A12-45E539102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70C31725-C544-3C77-5CCE-D34EF8733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0B2DA90B-29DD-CD11-5910-4464B77D97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6314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>
          <a:extLst>
            <a:ext uri="{FF2B5EF4-FFF2-40B4-BE49-F238E27FC236}">
              <a16:creationId xmlns:a16="http://schemas.microsoft.com/office/drawing/2014/main" id="{FDBAD916-7D2B-5704-26F3-E6B94D21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>
            <a:extLst>
              <a:ext uri="{FF2B5EF4-FFF2-40B4-BE49-F238E27FC236}">
                <a16:creationId xmlns:a16="http://schemas.microsoft.com/office/drawing/2014/main" id="{B4020B71-A850-6AB8-E8AA-DD40CC8EB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1:notes">
            <a:extLst>
              <a:ext uri="{FF2B5EF4-FFF2-40B4-BE49-F238E27FC236}">
                <a16:creationId xmlns:a16="http://schemas.microsoft.com/office/drawing/2014/main" id="{89E79085-301C-937F-0CDA-8B5C6C40A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we will pray for each of Kerala's 14 districts in turn, from Thiruvananthapuram in the south to Kasaragod in the north.</a:t>
            </a:r>
            <a:endParaRPr/>
          </a:p>
        </p:txBody>
      </p:sp>
      <p:sp>
        <p:nvSpPr>
          <p:cNvPr id="22" name="Google Shape;22;p1:notes">
            <a:extLst>
              <a:ext uri="{FF2B5EF4-FFF2-40B4-BE49-F238E27FC236}">
                <a16:creationId xmlns:a16="http://schemas.microsoft.com/office/drawing/2014/main" id="{09971CA5-C6F4-6DC3-FB85-966DA7FE21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093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731520" y="1737360"/>
            <a:ext cx="107259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731520" y="3291840"/>
            <a:ext cx="107259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29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ml-IN" sz="3600" dirty="0"/>
              <a:t>1</a:t>
            </a:r>
            <a:r>
              <a:rPr lang="en-US" sz="3600" dirty="0"/>
              <a:t>.</a:t>
            </a:r>
            <a:r>
              <a:rPr lang="ml-IN" sz="3600" dirty="0"/>
              <a:t> എന്തൻ കണ്മലയാണവരെയ് </a:t>
            </a:r>
            <a:br>
              <a:rPr lang="en-US" sz="3600" dirty="0"/>
            </a:br>
            <a:r>
              <a:rPr lang="ml-IN" sz="3600" dirty="0"/>
              <a:t>എന്നെയ് കാക്കും ദൈവം നീരേ (2)</a:t>
            </a:r>
            <a:br>
              <a:rPr lang="en-US" sz="3600" dirty="0"/>
            </a:br>
            <a:r>
              <a:rPr lang="ml-IN" sz="3600" dirty="0"/>
              <a:t>വല്ലമെയ് മാട്ച്ചിമെയ് നിറെയ്ന്തവരെയ്</a:t>
            </a:r>
            <a:br>
              <a:rPr lang="en-US" sz="3600" dirty="0"/>
            </a:br>
            <a:r>
              <a:rPr lang="ml-IN" sz="3600" dirty="0"/>
              <a:t>മഗിമെയ്ക്കു പാത്തിരരെയ് (2)</a:t>
            </a:r>
            <a:endParaRPr sz="36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A8A02F2B-3BF2-13E8-84E3-C37B1A691835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4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err="1">
                <a:latin typeface="+mj-lt"/>
              </a:rPr>
              <a:t>Enthan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Kanmalaiyaanavarae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Ennai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Kaakkum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Dhaivam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Neerae</a:t>
            </a:r>
            <a:r>
              <a:rPr lang="en-US" sz="4000" dirty="0">
                <a:latin typeface="+mj-lt"/>
              </a:rPr>
              <a:t> (2)</a:t>
            </a:r>
          </a:p>
          <a:p>
            <a:r>
              <a:rPr lang="en-US" sz="4000" dirty="0" err="1">
                <a:latin typeface="+mj-lt"/>
              </a:rPr>
              <a:t>Vallamai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Maatchimai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Nirainthavarae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Magimaikku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Paathirarae</a:t>
            </a:r>
            <a:r>
              <a:rPr lang="en-US" sz="4000" dirty="0">
                <a:latin typeface="+mj-lt"/>
              </a:rPr>
              <a:t> (2)</a:t>
            </a:r>
            <a:endParaRPr lang="ml-IN" sz="40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4D9523CC-5FF3-BD4D-7FA2-29ADC383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7B9ECA43-1FB0-6540-FD88-E5FC3FD4E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ആരാധനെയ് ഉമക്കേ ആരാധനെയ് ഉമക്കേ (2</a:t>
            </a:r>
            <a:r>
              <a:rPr lang="en-US" sz="4000" dirty="0"/>
              <a:t>x2)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DD16EFDE-D634-2707-1B98-7CB44887C634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 err="1">
                <a:latin typeface="+mj-lt"/>
              </a:rPr>
              <a:t>Aaraadhanai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Umakkae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 err="1">
                <a:latin typeface="+mj-lt"/>
              </a:rPr>
              <a:t>Aaraadhanai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Umakkae</a:t>
            </a:r>
            <a:r>
              <a:rPr lang="en-US" sz="4400" dirty="0">
                <a:latin typeface="+mj-lt"/>
              </a:rPr>
              <a:t> (2x2)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473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90AA0816-2272-FFF6-63A3-4EA45DDA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C1E1F658-1C25-C9C3-679E-CED657836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44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3600" dirty="0"/>
              <a:t>2.</a:t>
            </a:r>
            <a:r>
              <a:rPr lang="ml-IN" sz="3600" dirty="0"/>
              <a:t> എന്തൻ ഉയിരുള്ള നാട്കളെല്ലാം</a:t>
            </a:r>
            <a:br>
              <a:rPr lang="en-US" sz="3600" dirty="0"/>
            </a:br>
            <a:r>
              <a:rPr lang="ml-IN" sz="3600" dirty="0"/>
              <a:t>ഉമ്മെയ് പുഗഴ്‌ന്തു പാടിടുവേൻ (2)</a:t>
            </a:r>
            <a:br>
              <a:rPr lang="en-US" sz="3600" dirty="0"/>
            </a:br>
            <a:r>
              <a:rPr lang="ml-IN" sz="3600" dirty="0"/>
              <a:t>രാജാ നീർ സെയ്ത നന്മെയ് ഗളെയ്</a:t>
            </a:r>
            <a:br>
              <a:rPr lang="en-US" sz="3600" dirty="0"/>
            </a:br>
            <a:r>
              <a:rPr lang="ml-IN" sz="3600" dirty="0"/>
              <a:t>എണ്ണിയെ തുതിത്തിടുവേൻ (2)</a:t>
            </a:r>
            <a:endParaRPr sz="36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BBBA80B8-BFA3-E363-885E-CC05ED19D65C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66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err="1">
                <a:latin typeface="+mj-lt"/>
              </a:rPr>
              <a:t>Enthan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Uyirulla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Naatkalellaam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Ummai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Pugazhndhu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Paadiduvaen</a:t>
            </a:r>
            <a:r>
              <a:rPr lang="en-US" sz="4000" dirty="0">
                <a:latin typeface="+mj-lt"/>
              </a:rPr>
              <a:t> (2)</a:t>
            </a:r>
          </a:p>
          <a:p>
            <a:r>
              <a:rPr lang="en-US" sz="4000" dirty="0">
                <a:latin typeface="+mj-lt"/>
              </a:rPr>
              <a:t>Rajaa Neer </a:t>
            </a:r>
            <a:r>
              <a:rPr lang="en-US" sz="4000" dirty="0" err="1">
                <a:latin typeface="+mj-lt"/>
              </a:rPr>
              <a:t>Saitha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Nanmaigalai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Enniyae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Thuthithiduvaen</a:t>
            </a:r>
            <a:r>
              <a:rPr lang="en-US" sz="4000" dirty="0">
                <a:latin typeface="+mj-lt"/>
              </a:rPr>
              <a:t> (2)</a:t>
            </a:r>
            <a:endParaRPr lang="ml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970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623A19E0-BEF4-7221-06FD-B67E6502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AC93E5D0-38A1-8669-A71A-034B2546B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ആരാധനെയ് ഉമക്കേ ആരാധനെയ് ഉമക്കേ (2</a:t>
            </a:r>
            <a:r>
              <a:rPr lang="en-US" sz="4000" dirty="0"/>
              <a:t>x2)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B75ADE87-E87F-5752-027A-9B530E54E18F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 err="1">
                <a:latin typeface="+mj-lt"/>
              </a:rPr>
              <a:t>Aaraadhanai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Umakkae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 err="1">
                <a:latin typeface="+mj-lt"/>
              </a:rPr>
              <a:t>Aaraadhanai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Umakkae</a:t>
            </a:r>
            <a:r>
              <a:rPr lang="en-US" sz="4400" dirty="0">
                <a:latin typeface="+mj-lt"/>
              </a:rPr>
              <a:t> (2x2)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572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06179E06-B5A1-15DC-239C-8E25C655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5AB74E4D-8E10-2661-B826-490AD379E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ml-IN" sz="3600" dirty="0"/>
              <a:t>1</a:t>
            </a:r>
            <a:r>
              <a:rPr lang="en-US" sz="3600" dirty="0"/>
              <a:t>.</a:t>
            </a:r>
            <a:r>
              <a:rPr lang="ml-IN" sz="3600" dirty="0"/>
              <a:t> എന്റെ പാറയാകും യേശുനാഥാ </a:t>
            </a:r>
            <a:br>
              <a:rPr lang="en-US" sz="3600" dirty="0"/>
            </a:br>
            <a:r>
              <a:rPr lang="ml-IN" sz="3600" dirty="0"/>
              <a:t>എന്നെ കാക്കും ദൈവം നീയേ (2)</a:t>
            </a:r>
            <a:br>
              <a:rPr lang="en-US" sz="3600" dirty="0"/>
            </a:br>
            <a:r>
              <a:rPr lang="ml-IN" sz="3600" dirty="0"/>
              <a:t>മഹിമയും ബലവും നിറഞ്ഞവ</a:t>
            </a:r>
            <a:r>
              <a:rPr lang="ml-IN" sz="3600" dirty="0">
                <a:latin typeface="Bodoni MT" panose="02070603080606020203" pitchFamily="18" charset="0"/>
              </a:rPr>
              <a:t>നേ</a:t>
            </a:r>
            <a:br>
              <a:rPr lang="en-US" sz="3600" dirty="0"/>
            </a:br>
            <a:r>
              <a:rPr lang="ml-IN" sz="3600" dirty="0"/>
              <a:t>എന്നെന്നും സ്തുതി നിനക്കേ (2)</a:t>
            </a:r>
            <a:endParaRPr sz="36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CBB81589-E6F0-47F8-036E-CEA85A91B877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4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+mj-lt"/>
              </a:rPr>
              <a:t>Ente </a:t>
            </a:r>
            <a:r>
              <a:rPr lang="en-US" sz="4000" dirty="0" err="1">
                <a:latin typeface="+mj-lt"/>
              </a:rPr>
              <a:t>Paarayaakum</a:t>
            </a:r>
            <a:r>
              <a:rPr lang="en-US" sz="4000" dirty="0">
                <a:latin typeface="+mj-lt"/>
              </a:rPr>
              <a:t> Yeshu </a:t>
            </a:r>
            <a:r>
              <a:rPr lang="en-US" sz="4000" dirty="0" err="1">
                <a:latin typeface="+mj-lt"/>
              </a:rPr>
              <a:t>Naadhaa</a:t>
            </a:r>
            <a:endParaRPr lang="en-US" sz="4000" dirty="0">
              <a:latin typeface="+mj-lt"/>
            </a:endParaRPr>
          </a:p>
          <a:p>
            <a:r>
              <a:rPr lang="en-US" sz="4000" dirty="0">
                <a:latin typeface="+mj-lt"/>
              </a:rPr>
              <a:t>Enne </a:t>
            </a:r>
            <a:r>
              <a:rPr lang="en-US" sz="4000" dirty="0" err="1">
                <a:latin typeface="+mj-lt"/>
              </a:rPr>
              <a:t>Kaakkum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Daivam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Neeye</a:t>
            </a:r>
            <a:r>
              <a:rPr lang="en-US" sz="4000" dirty="0">
                <a:latin typeface="+mj-lt"/>
              </a:rPr>
              <a:t> (2)</a:t>
            </a:r>
          </a:p>
          <a:p>
            <a:r>
              <a:rPr lang="en-US" sz="4000" dirty="0" err="1">
                <a:latin typeface="+mj-lt"/>
              </a:rPr>
              <a:t>Mahimayum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Balavum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Niranjavane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Ennennum</a:t>
            </a:r>
            <a:r>
              <a:rPr lang="en-US" sz="4000" dirty="0">
                <a:latin typeface="+mj-lt"/>
              </a:rPr>
              <a:t> Sthuthi </a:t>
            </a:r>
            <a:r>
              <a:rPr lang="en-US" sz="4000" dirty="0" err="1">
                <a:latin typeface="+mj-lt"/>
              </a:rPr>
              <a:t>Ninakke</a:t>
            </a:r>
            <a:r>
              <a:rPr lang="en-US" sz="4000" dirty="0">
                <a:latin typeface="+mj-lt"/>
              </a:rPr>
              <a:t> (2)</a:t>
            </a:r>
            <a:endParaRPr lang="ml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376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644207E1-7E6F-DA58-14E6-E6149192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E607689A-E62B-32AE-5F76-CCF58D0A36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 അങ്ങേയ്ക്ക്</a:t>
            </a:r>
            <a:br>
              <a:rPr lang="en-US" sz="4000" dirty="0"/>
            </a:br>
            <a:r>
              <a:rPr lang="ml-IN" sz="4000" dirty="0"/>
              <a:t>ആരാധന അങ്ങേയ്ക്ക് (2</a:t>
            </a:r>
            <a:r>
              <a:rPr lang="en-US" sz="4000" dirty="0"/>
              <a:t>x2)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6730929E-1F7F-5BE6-0549-46DD3ECFA392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r>
              <a:rPr lang="en-US" sz="4400" dirty="0">
                <a:latin typeface="+mj-lt"/>
              </a:rPr>
              <a:t> (2x2)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010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FE95B7AA-1ABE-B889-21A6-F6EF94E8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1DA83764-0628-1D19-DA38-6478A0697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ml-IN" sz="3600" dirty="0">
                <a:latin typeface="Bodoni MT" panose="02070603080606020203" pitchFamily="18" charset="0"/>
              </a:rPr>
              <a:t>2</a:t>
            </a:r>
            <a:r>
              <a:rPr lang="en-US" sz="3600" dirty="0">
                <a:latin typeface="Bodoni MT" panose="02070603080606020203" pitchFamily="18" charset="0"/>
              </a:rPr>
              <a:t>.</a:t>
            </a:r>
            <a:r>
              <a:rPr lang="ml-IN" sz="3600" dirty="0">
                <a:latin typeface="Bodoni MT" panose="02070603080606020203" pitchFamily="18" charset="0"/>
              </a:rPr>
              <a:t> എന്റെ ബലഹീന നേരങ്ങളിൽ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തിരുകൃപയെന്നിൽ പകർന്നല്ലോ നീ (2)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യേശു നാഥനെൻ ബലമാകയാൽ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ഒന്നുമെ</a:t>
            </a:r>
            <a:r>
              <a:rPr lang="en-US" sz="3600" dirty="0">
                <a:latin typeface="Bodoni MT" panose="02070603080606020203" pitchFamily="18" charset="0"/>
              </a:rPr>
              <a:t> </a:t>
            </a:r>
            <a:r>
              <a:rPr lang="ml-IN" sz="3600" dirty="0">
                <a:latin typeface="Bodoni MT" panose="02070603080606020203" pitchFamily="18" charset="0"/>
              </a:rPr>
              <a:t>ഭയപ്പെടില്ല (2)</a:t>
            </a:r>
            <a:endParaRPr sz="3600" dirty="0">
              <a:latin typeface="Bodoni MT" panose="02070603080606020203" pitchFamily="18" charset="0"/>
            </a:endParaRPr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53088AE0-9354-8FFE-1C83-5F50986E52FB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4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+mj-lt"/>
              </a:rPr>
              <a:t>Ente </a:t>
            </a:r>
            <a:r>
              <a:rPr lang="en-US" sz="4000" dirty="0" err="1">
                <a:latin typeface="+mj-lt"/>
              </a:rPr>
              <a:t>Balaheena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Nerngalil</a:t>
            </a:r>
            <a:endParaRPr lang="en-US" sz="4000" dirty="0">
              <a:latin typeface="+mj-lt"/>
            </a:endParaRPr>
          </a:p>
          <a:p>
            <a:r>
              <a:rPr lang="en-US" sz="4000" dirty="0">
                <a:latin typeface="+mj-lt"/>
              </a:rPr>
              <a:t>Thiru </a:t>
            </a:r>
            <a:r>
              <a:rPr lang="en-US" sz="4000" dirty="0" err="1">
                <a:latin typeface="+mj-lt"/>
              </a:rPr>
              <a:t>Krupayennil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Pakarnnallo</a:t>
            </a:r>
            <a:r>
              <a:rPr lang="en-US" sz="4000" dirty="0">
                <a:latin typeface="+mj-lt"/>
              </a:rPr>
              <a:t> Nee (2) </a:t>
            </a:r>
          </a:p>
          <a:p>
            <a:r>
              <a:rPr lang="en-US" sz="4000" dirty="0">
                <a:latin typeface="+mj-lt"/>
              </a:rPr>
              <a:t>Yeshu </a:t>
            </a:r>
            <a:r>
              <a:rPr lang="en-US" sz="4000" dirty="0" err="1">
                <a:latin typeface="+mj-lt"/>
              </a:rPr>
              <a:t>Nadhanen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Balamaakayaal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Onnume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Bhayappedilla</a:t>
            </a:r>
            <a:r>
              <a:rPr lang="en-US" sz="4000" dirty="0">
                <a:latin typeface="+mj-lt"/>
              </a:rPr>
              <a:t> (2)</a:t>
            </a:r>
            <a:endParaRPr lang="ml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509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5875451C-60D4-B927-9956-88DD8C81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E1CC84F0-2CE3-127A-AFFC-F0F18AC635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 അങ്ങേയ്ക്ക്</a:t>
            </a:r>
            <a:br>
              <a:rPr lang="en-US" sz="4000" dirty="0"/>
            </a:br>
            <a:r>
              <a:rPr lang="ml-IN" sz="4000" dirty="0"/>
              <a:t>ആരാധന അങ്ങേയ്ക്ക് (2</a:t>
            </a:r>
            <a:r>
              <a:rPr lang="en-US" sz="4000" dirty="0"/>
              <a:t>x2)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F1C4CD8E-F248-182B-6311-9BAFB17AF913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r>
              <a:rPr lang="en-US" sz="4400" dirty="0">
                <a:latin typeface="+mj-lt"/>
              </a:rPr>
              <a:t> (2x2)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987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651CB805-8D48-6854-2E22-B2854A94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33456A48-6BC2-BCB6-745A-F17BC36E4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ml-IN" sz="3600" dirty="0">
                <a:latin typeface="Bodoni MT" panose="02070603080606020203" pitchFamily="18" charset="0"/>
              </a:rPr>
              <a:t>3</a:t>
            </a:r>
            <a:r>
              <a:rPr lang="en-US" sz="3600" dirty="0">
                <a:latin typeface="Bodoni MT" panose="02070603080606020203" pitchFamily="18" charset="0"/>
              </a:rPr>
              <a:t>.</a:t>
            </a:r>
            <a:r>
              <a:rPr lang="ml-IN" sz="3600" dirty="0">
                <a:latin typeface="Bodoni MT" panose="02070603080606020203" pitchFamily="18" charset="0"/>
              </a:rPr>
              <a:t> അങ്ങേ ചിറകുകളിൻ നിഴലിൽ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എന്നെന്നും ആനന്ദമേ (2)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വിശ്വസ്തനേ എൻ തുണയായോനേ സ്തുതികൾക്കു യോഗ്യനും നീ (2)</a:t>
            </a:r>
            <a:endParaRPr sz="3600" dirty="0">
              <a:latin typeface="Bodoni MT" panose="02070603080606020203" pitchFamily="18" charset="0"/>
            </a:endParaRPr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7063E385-EFC3-279F-3246-D5D9AB087572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4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+mj-lt"/>
              </a:rPr>
              <a:t>Ange </a:t>
            </a:r>
            <a:r>
              <a:rPr lang="en-US" sz="4000" dirty="0" err="1">
                <a:latin typeface="+mj-lt"/>
              </a:rPr>
              <a:t>Chirakukalin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Nizhalil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Ennennum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Aanandame</a:t>
            </a:r>
            <a:r>
              <a:rPr lang="en-US" sz="4000" dirty="0">
                <a:latin typeface="+mj-lt"/>
              </a:rPr>
              <a:t> (2)</a:t>
            </a:r>
          </a:p>
          <a:p>
            <a:r>
              <a:rPr lang="en-US" sz="4000" dirty="0" err="1">
                <a:latin typeface="+mj-lt"/>
              </a:rPr>
              <a:t>Vishvasthane</a:t>
            </a:r>
            <a:r>
              <a:rPr lang="en-US" sz="4000" dirty="0">
                <a:latin typeface="+mj-lt"/>
              </a:rPr>
              <a:t> En </a:t>
            </a:r>
            <a:r>
              <a:rPr lang="en-US" sz="4000" dirty="0" err="1">
                <a:latin typeface="+mj-lt"/>
              </a:rPr>
              <a:t>Thunayayone</a:t>
            </a:r>
            <a:r>
              <a:rPr lang="en-US" sz="4000" dirty="0">
                <a:latin typeface="+mj-lt"/>
              </a:rPr>
              <a:t> </a:t>
            </a:r>
          </a:p>
          <a:p>
            <a:r>
              <a:rPr lang="en-US" sz="4000" dirty="0" err="1">
                <a:latin typeface="+mj-lt"/>
              </a:rPr>
              <a:t>Sthuthikalkku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Yogyanum</a:t>
            </a:r>
            <a:r>
              <a:rPr lang="en-US" sz="4000" dirty="0">
                <a:latin typeface="+mj-lt"/>
              </a:rPr>
              <a:t> Nee (2)</a:t>
            </a:r>
            <a:endParaRPr lang="ml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2868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FF3474F7-DB37-BA95-1EA9-63D2A763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FF569686-496D-78CA-EA5B-B11815304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 അങ്ങേയ്ക്ക്</a:t>
            </a:r>
            <a:br>
              <a:rPr lang="en-US" sz="4000" dirty="0"/>
            </a:br>
            <a:r>
              <a:rPr lang="ml-IN" sz="4000" dirty="0"/>
              <a:t>ആരാധന അങ്ങേയ്ക്ക് (2</a:t>
            </a:r>
            <a:r>
              <a:rPr lang="en-US" sz="4000" dirty="0"/>
              <a:t>x2)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46E0C818-DF8A-275E-A2CC-9F680AF611A0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r>
              <a:rPr lang="en-US" sz="4400" dirty="0">
                <a:latin typeface="+mj-lt"/>
              </a:rPr>
              <a:t> (2x2)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7775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185F3229-2696-41AB-2ED4-224E91B8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23A6E142-0972-38CA-BD3A-35DFEB251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ml-IN" sz="3600" dirty="0">
                <a:latin typeface="Bodoni MT" panose="02070603080606020203" pitchFamily="18" charset="0"/>
              </a:rPr>
              <a:t>3</a:t>
            </a:r>
            <a:r>
              <a:rPr lang="en-US" sz="3600" dirty="0">
                <a:latin typeface="Bodoni MT" panose="02070603080606020203" pitchFamily="18" charset="0"/>
              </a:rPr>
              <a:t>.</a:t>
            </a:r>
            <a:r>
              <a:rPr lang="ml-IN" sz="3600" dirty="0">
                <a:latin typeface="Bodoni MT" panose="02070603080606020203" pitchFamily="18" charset="0"/>
              </a:rPr>
              <a:t> എന്നിൽ ജീവനുള്ള കാലമെന്നും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അങ്ങേ സ്തുതിച്ചു പാടിടുമേ </a:t>
            </a:r>
            <a:r>
              <a:rPr lang="en-US" sz="3600" dirty="0">
                <a:latin typeface="Bodoni MT" panose="02070603080606020203" pitchFamily="18" charset="0"/>
              </a:rPr>
              <a:t>(</a:t>
            </a:r>
            <a:r>
              <a:rPr lang="ml-IN" sz="3600" dirty="0">
                <a:latin typeface="Bodoni MT" panose="02070603080606020203" pitchFamily="18" charset="0"/>
              </a:rPr>
              <a:t>2</a:t>
            </a:r>
            <a:r>
              <a:rPr lang="en-US" sz="3600" dirty="0">
                <a:latin typeface="Bodoni MT" panose="02070603080606020203" pitchFamily="18" charset="0"/>
              </a:rPr>
              <a:t>)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നാഥാ നീ ചെയ്ത നന്മകളെ</a:t>
            </a:r>
            <a:br>
              <a:rPr lang="en-US" sz="3600" dirty="0">
                <a:latin typeface="Bodoni MT" panose="02070603080606020203" pitchFamily="18" charset="0"/>
              </a:rPr>
            </a:br>
            <a:r>
              <a:rPr lang="ml-IN" sz="3600" dirty="0">
                <a:latin typeface="Bodoni MT" panose="02070603080606020203" pitchFamily="18" charset="0"/>
              </a:rPr>
              <a:t>എന്നാളും സ്തുതിച്ചിടുമേ </a:t>
            </a:r>
            <a:r>
              <a:rPr lang="en-US" sz="3600" dirty="0">
                <a:latin typeface="Bodoni MT" panose="02070603080606020203" pitchFamily="18" charset="0"/>
              </a:rPr>
              <a:t>(</a:t>
            </a:r>
            <a:r>
              <a:rPr lang="ml-IN" sz="3600" dirty="0">
                <a:latin typeface="Bodoni MT" panose="02070603080606020203" pitchFamily="18" charset="0"/>
              </a:rPr>
              <a:t>2</a:t>
            </a:r>
            <a:r>
              <a:rPr lang="en-US" sz="3600" dirty="0">
                <a:latin typeface="Bodoni MT" panose="02070603080606020203" pitchFamily="18" charset="0"/>
              </a:rPr>
              <a:t>)</a:t>
            </a:r>
            <a:endParaRPr sz="3600" dirty="0">
              <a:latin typeface="Bodoni MT" panose="02070603080606020203" pitchFamily="18" charset="0"/>
            </a:endParaRPr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E21A93FC-9720-A549-404A-AA905F9891BF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4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 err="1">
                <a:latin typeface="+mj-lt"/>
              </a:rPr>
              <a:t>Ennil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Jeevanulla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Kaalamennum</a:t>
            </a:r>
            <a:endParaRPr lang="en-US" sz="4000" dirty="0">
              <a:latin typeface="+mj-lt"/>
            </a:endParaRPr>
          </a:p>
          <a:p>
            <a:r>
              <a:rPr lang="en-US" sz="4000" dirty="0">
                <a:latin typeface="+mj-lt"/>
              </a:rPr>
              <a:t>Ange </a:t>
            </a:r>
            <a:r>
              <a:rPr lang="en-US" sz="4000" dirty="0" err="1">
                <a:latin typeface="+mj-lt"/>
              </a:rPr>
              <a:t>Sthuthichu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Paadidume</a:t>
            </a:r>
            <a:r>
              <a:rPr lang="en-US" sz="4000" dirty="0">
                <a:latin typeface="+mj-lt"/>
              </a:rPr>
              <a:t> (2)</a:t>
            </a:r>
          </a:p>
          <a:p>
            <a:r>
              <a:rPr lang="en-US" sz="4000" dirty="0" err="1">
                <a:latin typeface="+mj-lt"/>
              </a:rPr>
              <a:t>Nadhaa</a:t>
            </a:r>
            <a:r>
              <a:rPr lang="en-US" sz="4000" dirty="0">
                <a:latin typeface="+mj-lt"/>
              </a:rPr>
              <a:t> Nee </a:t>
            </a:r>
            <a:r>
              <a:rPr lang="en-US" sz="4000" dirty="0" err="1">
                <a:latin typeface="+mj-lt"/>
              </a:rPr>
              <a:t>Cheytha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nanmakale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Ennaalum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Sthuthichidume</a:t>
            </a:r>
            <a:r>
              <a:rPr lang="en-US" sz="4000" dirty="0">
                <a:latin typeface="+mj-lt"/>
              </a:rPr>
              <a:t> (2)</a:t>
            </a:r>
            <a:endParaRPr lang="ml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64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EADDA1F2-3DA4-FD1D-1C29-A4D6F90F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14AED01F-6FF1-F0DF-2621-5DE00E4D6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 അങ്ങേയ്ക്ക്</a:t>
            </a:r>
            <a:br>
              <a:rPr lang="en-US" sz="4000" dirty="0"/>
            </a:br>
            <a:r>
              <a:rPr lang="ml-IN" sz="4000" dirty="0"/>
              <a:t>ആരാധന അങ്ങേയ്ക്ക് </a:t>
            </a:r>
            <a:r>
              <a:rPr lang="en-US" sz="4000" dirty="0"/>
              <a:t>(</a:t>
            </a:r>
            <a:r>
              <a:rPr lang="ml-IN" sz="4000" dirty="0"/>
              <a:t>2</a:t>
            </a:r>
            <a:r>
              <a:rPr lang="en-US" sz="4000" dirty="0"/>
              <a:t>x2)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C6A4018A-1EF6-3B95-8E74-6BDE5BE22C2F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r>
              <a:rPr lang="en-US" sz="4400" dirty="0">
                <a:latin typeface="+mj-lt"/>
              </a:rPr>
              <a:t> (2x2)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247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9D60D2B1-B30C-F468-C9F1-A77DAB75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EC8953FA-4159-AE57-A294-AD7EC85F6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3044" y="629139"/>
            <a:ext cx="1072591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ml-IN" sz="3600" dirty="0"/>
              <a:t>1</a:t>
            </a:r>
            <a:r>
              <a:rPr lang="en-US" sz="3600" dirty="0"/>
              <a:t>.</a:t>
            </a:r>
            <a:r>
              <a:rPr lang="ml-IN" sz="3600" dirty="0"/>
              <a:t> എന്റെ പാറയാകും യേശുനാഥാ </a:t>
            </a:r>
            <a:br>
              <a:rPr lang="en-US" sz="3600" dirty="0"/>
            </a:br>
            <a:r>
              <a:rPr lang="ml-IN" sz="3600" dirty="0"/>
              <a:t>എന്നെ കാക്കും ദൈവം നീയേ (2)</a:t>
            </a:r>
            <a:br>
              <a:rPr lang="en-US" sz="3600" dirty="0"/>
            </a:br>
            <a:r>
              <a:rPr lang="ml-IN" sz="3600" dirty="0"/>
              <a:t>മഹിമയും ബലവും നിറഞ്ഞവനെ</a:t>
            </a:r>
            <a:br>
              <a:rPr lang="en-US" sz="3600" dirty="0"/>
            </a:br>
            <a:r>
              <a:rPr lang="ml-IN" sz="3600" dirty="0"/>
              <a:t>എന്നെന്നും സ്തുതി നിനക്കേ (2)</a:t>
            </a:r>
            <a:endParaRPr sz="36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8E08AC46-6BAE-1BD2-CE24-2E8D7E8B1DFE}"/>
              </a:ext>
            </a:extLst>
          </p:cNvPr>
          <p:cNvSpPr txBox="1">
            <a:spLocks/>
          </p:cNvSpPr>
          <p:nvPr/>
        </p:nvSpPr>
        <p:spPr>
          <a:xfrm>
            <a:off x="733044" y="3077307"/>
            <a:ext cx="10725912" cy="247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+mj-lt"/>
              </a:rPr>
              <a:t>Ente </a:t>
            </a:r>
            <a:r>
              <a:rPr lang="en-US" sz="4000" dirty="0" err="1">
                <a:latin typeface="+mj-lt"/>
              </a:rPr>
              <a:t>Paarayaakum</a:t>
            </a:r>
            <a:r>
              <a:rPr lang="en-US" sz="4000" dirty="0">
                <a:latin typeface="+mj-lt"/>
              </a:rPr>
              <a:t> Yeshu </a:t>
            </a:r>
            <a:r>
              <a:rPr lang="en-US" sz="4000" dirty="0" err="1">
                <a:latin typeface="+mj-lt"/>
              </a:rPr>
              <a:t>Naadhaa</a:t>
            </a:r>
            <a:endParaRPr lang="en-US" sz="4000" dirty="0">
              <a:latin typeface="+mj-lt"/>
            </a:endParaRPr>
          </a:p>
          <a:p>
            <a:r>
              <a:rPr lang="en-US" sz="4000" dirty="0">
                <a:latin typeface="+mj-lt"/>
              </a:rPr>
              <a:t>Enne </a:t>
            </a:r>
            <a:r>
              <a:rPr lang="en-US" sz="4000" dirty="0" err="1">
                <a:latin typeface="+mj-lt"/>
              </a:rPr>
              <a:t>Kaakkum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Daivam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Neeye</a:t>
            </a:r>
            <a:r>
              <a:rPr lang="en-US" sz="4000" dirty="0">
                <a:latin typeface="+mj-lt"/>
              </a:rPr>
              <a:t> (2)</a:t>
            </a:r>
          </a:p>
          <a:p>
            <a:r>
              <a:rPr lang="en-US" sz="4000" dirty="0" err="1">
                <a:latin typeface="+mj-lt"/>
              </a:rPr>
              <a:t>Mahimayum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Balavum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Niranjavane</a:t>
            </a:r>
            <a:endParaRPr lang="en-US" sz="4000" dirty="0">
              <a:latin typeface="+mj-lt"/>
            </a:endParaRPr>
          </a:p>
          <a:p>
            <a:r>
              <a:rPr lang="en-US" sz="4000" dirty="0" err="1">
                <a:latin typeface="+mj-lt"/>
              </a:rPr>
              <a:t>Ennennum</a:t>
            </a:r>
            <a:r>
              <a:rPr lang="en-US" sz="4000" dirty="0">
                <a:latin typeface="+mj-lt"/>
              </a:rPr>
              <a:t> Sthuthi </a:t>
            </a:r>
            <a:r>
              <a:rPr lang="en-US" sz="4000" dirty="0" err="1">
                <a:latin typeface="+mj-lt"/>
              </a:rPr>
              <a:t>Ninakke</a:t>
            </a:r>
            <a:r>
              <a:rPr lang="en-US" sz="4000" dirty="0">
                <a:latin typeface="+mj-lt"/>
              </a:rPr>
              <a:t> (2)</a:t>
            </a:r>
            <a:endParaRPr lang="ml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20620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>
          <a:extLst>
            <a:ext uri="{FF2B5EF4-FFF2-40B4-BE49-F238E27FC236}">
              <a16:creationId xmlns:a16="http://schemas.microsoft.com/office/drawing/2014/main" id="{4C6ED5D6-8702-3C67-B68A-83DA5C53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9649A8BA-530C-D229-DB47-A566D9A47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3385" y="1350106"/>
            <a:ext cx="8245230" cy="141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 algn="l"/>
            <a:r>
              <a:rPr lang="ml-IN" sz="4000" dirty="0"/>
              <a:t>ആരാധന അങ്ങേയ്ക്ക്</a:t>
            </a:r>
            <a:br>
              <a:rPr lang="en-US" sz="4000" dirty="0"/>
            </a:br>
            <a:r>
              <a:rPr lang="ml-IN" sz="4000" dirty="0"/>
              <a:t>ആരാധന അങ്ങേയ്ക്ക്</a:t>
            </a:r>
            <a:r>
              <a:rPr lang="en-US" sz="4000" dirty="0"/>
              <a:t>…</a:t>
            </a:r>
            <a:endParaRPr sz="4000" dirty="0"/>
          </a:p>
        </p:txBody>
      </p:sp>
      <p:sp>
        <p:nvSpPr>
          <p:cNvPr id="2" name="Google Shape;24;p5">
            <a:extLst>
              <a:ext uri="{FF2B5EF4-FFF2-40B4-BE49-F238E27FC236}">
                <a16:creationId xmlns:a16="http://schemas.microsoft.com/office/drawing/2014/main" id="{169F5711-F030-D169-08DC-347DD5E204E7}"/>
              </a:ext>
            </a:extLst>
          </p:cNvPr>
          <p:cNvSpPr txBox="1">
            <a:spLocks/>
          </p:cNvSpPr>
          <p:nvPr/>
        </p:nvSpPr>
        <p:spPr>
          <a:xfrm>
            <a:off x="2071075" y="3132015"/>
            <a:ext cx="7494955" cy="14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Cambria"/>
              <a:buNone/>
              <a:defRPr sz="6400" b="1" i="0" u="none" strike="noStrike" cap="none" spc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endParaRPr lang="en-US" sz="4400" dirty="0">
              <a:latin typeface="+mj-lt"/>
            </a:endParaRPr>
          </a:p>
          <a:p>
            <a:pPr algn="l"/>
            <a:r>
              <a:rPr lang="en-US" sz="4400" dirty="0">
                <a:latin typeface="+mj-lt"/>
              </a:rPr>
              <a:t>Aaradhana </a:t>
            </a:r>
            <a:r>
              <a:rPr lang="en-US" sz="4400" dirty="0" err="1">
                <a:latin typeface="+mj-lt"/>
              </a:rPr>
              <a:t>Angeykke</a:t>
            </a:r>
            <a:r>
              <a:rPr lang="en-US" sz="4400" dirty="0">
                <a:latin typeface="+mj-lt"/>
              </a:rPr>
              <a:t>…</a:t>
            </a:r>
            <a:endParaRPr lang="ml-IN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7377532"/>
      </p:ext>
    </p:extLst>
  </p:cSld>
  <p:clrMapOvr>
    <a:masterClrMapping/>
  </p:clrMapOvr>
</p:sld>
</file>

<file path=ppt/theme/theme1.xml><?xml version="1.0" encoding="utf-8"?>
<a:theme xmlns:a="http://schemas.openxmlformats.org/drawingml/2006/main" name="Vigil">
  <a:themeElements>
    <a:clrScheme name="Vigil">
      <a:dk1>
        <a:srgbClr val="0A0F1E"/>
      </a:dk1>
      <a:lt1>
        <a:srgbClr val="F4EFE3"/>
      </a:lt1>
      <a:dk2>
        <a:srgbClr val="182038"/>
      </a:dk2>
      <a:lt2>
        <a:srgbClr val="AEB6CC"/>
      </a:lt2>
      <a:accent1>
        <a:srgbClr val="D4AF37"/>
      </a:accent1>
      <a:accent2>
        <a:srgbClr val="8E9BC4"/>
      </a:accent2>
      <a:accent3>
        <a:srgbClr val="B8860B"/>
      </a:accent3>
      <a:accent4>
        <a:srgbClr val="5C6A9A"/>
      </a:accent4>
      <a:accent5>
        <a:srgbClr val="E8D48A"/>
      </a:accent5>
      <a:accent6>
        <a:srgbClr val="3A4770"/>
      </a:accent6>
      <a:hlink>
        <a:srgbClr val="D4AF37"/>
      </a:hlink>
      <a:folHlink>
        <a:srgbClr val="AEB6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gil">
  <a:themeElements>
    <a:clrScheme name="Vigil">
      <a:dk1>
        <a:srgbClr val="0A0F1E"/>
      </a:dk1>
      <a:lt1>
        <a:srgbClr val="F4EFE3"/>
      </a:lt1>
      <a:dk2>
        <a:srgbClr val="182038"/>
      </a:dk2>
      <a:lt2>
        <a:srgbClr val="AEB6CC"/>
      </a:lt2>
      <a:accent1>
        <a:srgbClr val="D4AF37"/>
      </a:accent1>
      <a:accent2>
        <a:srgbClr val="8E9BC4"/>
      </a:accent2>
      <a:accent3>
        <a:srgbClr val="B8860B"/>
      </a:accent3>
      <a:accent4>
        <a:srgbClr val="5C6A9A"/>
      </a:accent4>
      <a:accent5>
        <a:srgbClr val="E8D48A"/>
      </a:accent5>
      <a:accent6>
        <a:srgbClr val="3A4770"/>
      </a:accent6>
      <a:hlink>
        <a:srgbClr val="D4AF37"/>
      </a:hlink>
      <a:folHlink>
        <a:srgbClr val="AEB6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757</Words>
  <Application>Microsoft Office PowerPoint</Application>
  <PresentationFormat>Widescreen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Bodoni MT</vt:lpstr>
      <vt:lpstr>Calibri</vt:lpstr>
      <vt:lpstr>Cambria</vt:lpstr>
      <vt:lpstr>Vigil</vt:lpstr>
      <vt:lpstr>1. എന്തൻ കണ്മലയാണവരെയ്  എന്നെയ് കാക്കും ദൈവം നീരേ (2) വല്ലമെയ് മാട്ച്ചിമെയ് നിറെയ്ന്തവരെയ് മഗിമെയ്ക്കു പാത്തിരരെയ് (2)</vt:lpstr>
      <vt:lpstr>ആരാധനെയ് ഉമക്കേ ആരാധനെയ് ഉമക്കേ (2x2)</vt:lpstr>
      <vt:lpstr>2. എന്തൻ ഉയിരുള്ള നാട്കളെല്ലാം ഉമ്മെയ് പുഗഴ്‌ന്തു പാടിടുവേൻ (2) രാജാ നീർ സെയ്ത നന്മെയ് ഗളെയ് എണ്ണിയെ തുതിത്തിടുവേൻ (2)</vt:lpstr>
      <vt:lpstr>ആരാധനെയ് ഉമക്കേ ആരാധനെയ് ഉമക്കേ (2x2)</vt:lpstr>
      <vt:lpstr>1. എന്റെ പാറയാകും യേശുനാഥാ  എന്നെ കാക്കും ദൈവം നീയേ (2) മഹിമയും ബലവും നിറഞ്ഞവനേ എന്നെന്നും സ്തുതി നിനക്കേ (2)</vt:lpstr>
      <vt:lpstr>ആരാധന അങ്ങേയ്ക്ക് ആരാധന അങ്ങേയ്ക്ക് (2x2)</vt:lpstr>
      <vt:lpstr>2. എന്റെ ബലഹീന നേരങ്ങളിൽ തിരുകൃപയെന്നിൽ പകർന്നല്ലോ നീ (2) യേശു നാഥനെൻ ബലമാകയാൽ ഒന്നുമെ ഭയപ്പെടില്ല (2)</vt:lpstr>
      <vt:lpstr>ആരാധന അങ്ങേയ്ക്ക് ആരാധന അങ്ങേയ്ക്ക് (2x2)</vt:lpstr>
      <vt:lpstr>3. അങ്ങേ ചിറകുകളിൻ നിഴലിൽ എന്നെന്നും ആനന്ദമേ (2) വിശ്വസ്തനേ എൻ തുണയായോനേ സ്തുതികൾക്കു യോഗ്യനും നീ (2)</vt:lpstr>
      <vt:lpstr>ആരാധന അങ്ങേയ്ക്ക് ആരാധന അങ്ങേയ്ക്ക് (2x2)</vt:lpstr>
      <vt:lpstr>3. എന്നിൽ ജീവനുള്ള കാലമെന്നും അങ്ങേ സ്തുതിച്ചു പാടിടുമേ (2) നാഥാ നീ ചെയ്ത നന്മകളെ എന്നാളും സ്തുതിച്ചിടുമേ (2)</vt:lpstr>
      <vt:lpstr>ആരാധന അങ്ങേയ്ക്ക് ആരാധന അങ്ങേയ്ക്ക് (2x2)</vt:lpstr>
      <vt:lpstr>1. എന്റെ പാറയാകും യേശുനാഥാ  എന്നെ കാക്കും ദൈവം നീയേ (2) മഹിമയും ബലവും നിറഞ്ഞവനെ എന്നെന്നും സ്തുതി നിനക്കേ (2)</vt:lpstr>
      <vt:lpstr>ആരാധന അങ്ങേയ്ക്ക് ആരാധന അങ്ങേയ്ക്ക്…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Bob Geo</dc:creator>
  <cp:lastModifiedBy>Bob Geo</cp:lastModifiedBy>
  <cp:revision>18</cp:revision>
  <dcterms:modified xsi:type="dcterms:W3CDTF">2026-10-09T17:31:31Z</dcterms:modified>
</cp:coreProperties>
</file>