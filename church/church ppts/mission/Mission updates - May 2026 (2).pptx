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8" r:id="rId3"/>
    <p:sldId id="259" r:id="rId4"/>
    <p:sldId id="353" r:id="rId5"/>
    <p:sldId id="362" r:id="rId6"/>
    <p:sldId id="356" r:id="rId7"/>
    <p:sldId id="373" r:id="rId8"/>
    <p:sldId id="375" r:id="rId9"/>
    <p:sldId id="379" r:id="rId10"/>
    <p:sldId id="358" r:id="rId11"/>
    <p:sldId id="361" r:id="rId12"/>
    <p:sldId id="3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5DE4A3-0075-43AD-81AD-A011414C9807}">
          <p14:sldIdLst>
            <p14:sldId id="256"/>
            <p14:sldId id="258"/>
            <p14:sldId id="259"/>
            <p14:sldId id="353"/>
            <p14:sldId id="362"/>
            <p14:sldId id="356"/>
            <p14:sldId id="373"/>
            <p14:sldId id="375"/>
            <p14:sldId id="379"/>
            <p14:sldId id="358"/>
            <p14:sldId id="361"/>
            <p14:sldId id="3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6A5E-3C42-CE31-052C-F1FD87D54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94AE9-F55F-313A-E9C0-880366669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C8E65-9771-E023-EBF5-7110D298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3F71E-B7B8-CF2B-7D41-85185037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07201-5C5D-51BF-626E-7C6BFEB3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5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804F0-A10B-A097-28E4-E55EC20E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CCCE-370B-5294-3FBE-B4135187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359E1-11F6-8EAD-3858-9E3FAAD8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A3C87-62E2-609D-FB17-A8CDF017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B57C3-BEBC-263A-02D2-D60B20CB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6984-E1F8-E4AC-8097-DEF74A9A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7FA4D-9B89-EF16-CB72-9EF43594B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65FF8-5F1F-E5DB-54C9-0F49E07F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63BF0-B470-B2B9-ECB5-52037F19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DA7BA-19D6-709A-6CDF-50564D94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06BF-19D1-EFE9-0837-6C3F7318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88EC-8EF9-F31C-FA85-A3A235B34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87151-4D39-472E-BCD3-84A232E50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7DEF8-5348-DD1F-57F0-853155F1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7525A-4535-A1BC-D8BF-5C95300B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F29BE-0443-2D51-D307-155073CD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8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B503-0BCB-2957-F496-829AA870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0ADB3-E36B-5891-FE99-F22129C19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85456-1DCF-94D1-33CD-7E97096FE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814D4-8BC5-0D84-E2C3-53D0E12A0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3B321-3ADA-85EB-425C-C494CC103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117C54-72BB-7522-7ECF-9E72E4C5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35B31-EF23-B0E7-7A52-F8464231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9BA59-5825-5A0C-D194-5066501F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2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3FC6-E6CE-8034-8BFD-BD095618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791D5-2EDC-14B4-6285-557FE37D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4D104-D798-F189-0B66-94A2C243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54491-377F-EAB6-D03C-2CD86A76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9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3EF462-3A1A-5A51-B08B-A84299F3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84AF2-B392-8E46-F0CC-D3803CC4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2CF30-DBA6-9689-2F4E-E43546F8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2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9E1C-A207-1AC3-5D4E-B1323184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1459-04AA-3D56-E490-5EB7D6A5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382C-87C9-843D-D431-EECEB4C3C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56E2C-0CE4-0BA3-9CBF-13A87826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EB9BF-59AF-1690-416D-062D227E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BE312-A3E1-21FE-34DB-59AAC150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2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BF21-3DD9-EC64-CA8D-87FFA5DF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60986-5AF2-B583-DECD-0A8446FA8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CDE73-69A7-7948-631B-A2AFAD92E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BD144-0247-A256-45A1-FF8DD825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73229-DD7B-652E-4408-CC58081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85044-28AE-805A-B1C1-91B2814E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5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1BAB-6A51-936A-7119-47113657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74936-1E74-6F0D-81EF-35F41A5E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C22DB-BA4F-3668-4FAD-5530DAF8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5F89-4151-EF25-C1AD-D379A118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6E8EF-77E9-7E31-251F-7A2B6367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1D4944-4A95-407F-4A0D-69CEC7909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15830-0C1F-C08E-18CF-28FEBAD89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92A8-E547-8EB9-5BED-CAC9B0AC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ECF9D-7537-816C-E5C3-70139099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734B9-D840-90AF-8F5D-81181397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ACD79-1E8B-A818-3C94-06E31D8B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DFD0-B92C-B9FB-428E-E585059F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9A60-E3E1-41F9-3DF1-95A804129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DC471-E431-DFED-2DD3-0A0B3F5D4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DDD1B-7A1F-EF8D-977D-060DBD747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6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9BD4-9568-0F38-2A8B-65D3A2170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solidFill>
                  <a:schemeClr val="bg1"/>
                </a:solidFill>
              </a:rPr>
              <a:t>MISSION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B0068-07A8-E75F-4A6E-D3A05F7D7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>
                <a:solidFill>
                  <a:schemeClr val="bg1"/>
                </a:solidFill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98796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2684-300D-99B0-869A-09185348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9D7D084-099B-B535-CE75-BC8CC9E00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133" y="0"/>
            <a:ext cx="6811347" cy="6811347"/>
          </a:xfrm>
        </p:spPr>
      </p:pic>
    </p:spTree>
    <p:extLst>
      <p:ext uri="{BB962C8B-B14F-4D97-AF65-F5344CB8AC3E}">
        <p14:creationId xmlns:p14="http://schemas.microsoft.com/office/powerpoint/2010/main" val="45735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CF3D-91CC-DFE0-202A-E4E5DBBF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chemeClr val="bg1"/>
                </a:solidFill>
              </a:rPr>
              <a:t>Mission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75D1-C9AF-4B8F-FBDE-E8FF2CAB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10 mission stations supported in Jharkhand – </a:t>
            </a:r>
            <a:r>
              <a:rPr lang="en-IN" b="1" err="1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Khunti</a:t>
            </a:r>
            <a:r>
              <a:rPr lang="en-IN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 Dist.</a:t>
            </a:r>
          </a:p>
          <a:p>
            <a:r>
              <a:rPr lang="en-IN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5 mission stations supported in U.P. – </a:t>
            </a:r>
            <a:r>
              <a:rPr lang="en-IN" b="1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Balia</a:t>
            </a:r>
            <a:r>
              <a:rPr lang="en-IN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(2) and </a:t>
            </a:r>
            <a:r>
              <a:rPr lang="en-IN" b="1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Varanasi</a:t>
            </a:r>
            <a:r>
              <a:rPr lang="en-IN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 Dist. (3)</a:t>
            </a:r>
          </a:p>
          <a:p>
            <a:r>
              <a:rPr lang="en-IN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1 ICPF workstation supported in North-east India (</a:t>
            </a:r>
            <a:r>
              <a:rPr lang="en-IN" b="1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Dimapur</a:t>
            </a:r>
            <a:r>
              <a:rPr lang="en-IN">
                <a:solidFill>
                  <a:schemeClr val="bg1"/>
                </a:solidFill>
                <a:latin typeface="Calibri body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0373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944F-20B8-786D-5688-176992D79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785"/>
            <a:ext cx="10515600" cy="4724178"/>
          </a:xfrm>
        </p:spPr>
        <p:txBody>
          <a:bodyPr/>
          <a:lstStyle/>
          <a:p>
            <a:pPr marL="0" indent="0" algn="ctr">
              <a:buNone/>
            </a:pPr>
            <a:r>
              <a:rPr lang="en-IN">
                <a:solidFill>
                  <a:schemeClr val="bg1"/>
                </a:solidFill>
              </a:rPr>
              <a:t>NORTH INDIA MISSION</a:t>
            </a:r>
          </a:p>
          <a:p>
            <a:pPr marL="0" indent="0" algn="ctr">
              <a:buNone/>
            </a:pP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F51F9B-3250-4EE6-3FFE-9D798F7AAC82}"/>
              </a:ext>
            </a:extLst>
          </p:cNvPr>
          <p:cNvCxnSpPr>
            <a:cxnSpLocks/>
          </p:cNvCxnSpPr>
          <p:nvPr/>
        </p:nvCxnSpPr>
        <p:spPr>
          <a:xfrm>
            <a:off x="5813756" y="1849961"/>
            <a:ext cx="0" cy="6469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1265C6-C00C-FEE5-F24B-8F7098A99985}"/>
              </a:ext>
            </a:extLst>
          </p:cNvPr>
          <p:cNvCxnSpPr/>
          <p:nvPr/>
        </p:nvCxnSpPr>
        <p:spPr>
          <a:xfrm>
            <a:off x="1925816" y="2496883"/>
            <a:ext cx="810830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EB2D1E-04E2-36E3-9797-D1139AEAF646}"/>
              </a:ext>
            </a:extLst>
          </p:cNvPr>
          <p:cNvSpPr txBox="1"/>
          <p:nvPr/>
        </p:nvSpPr>
        <p:spPr>
          <a:xfrm>
            <a:off x="1025922" y="2958570"/>
            <a:ext cx="2368417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>
                <a:solidFill>
                  <a:schemeClr val="bg1"/>
                </a:solidFill>
              </a:rPr>
              <a:t>UP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5 Stations - ₹3000 each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Balia and Varanasi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8EB4BB-6424-9EA3-486B-8FAD6990CFED}"/>
              </a:ext>
            </a:extLst>
          </p:cNvPr>
          <p:cNvSpPr txBox="1"/>
          <p:nvPr/>
        </p:nvSpPr>
        <p:spPr>
          <a:xfrm>
            <a:off x="4317495" y="2958570"/>
            <a:ext cx="2368417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>
                <a:solidFill>
                  <a:schemeClr val="bg1"/>
                </a:solidFill>
              </a:rPr>
              <a:t>Jharkhand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10 Stations - ₹3000 each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err="1">
                <a:solidFill>
                  <a:schemeClr val="bg1"/>
                </a:solidFill>
              </a:rPr>
              <a:t>Khunti</a:t>
            </a:r>
            <a:r>
              <a:rPr lang="en-IN">
                <a:solidFill>
                  <a:schemeClr val="bg1"/>
                </a:solidFill>
              </a:rPr>
              <a:t> District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78A6E-CA3E-6A18-3930-1F1BBB3ADC54}"/>
              </a:ext>
            </a:extLst>
          </p:cNvPr>
          <p:cNvSpPr txBox="1"/>
          <p:nvPr/>
        </p:nvSpPr>
        <p:spPr>
          <a:xfrm>
            <a:off x="8484040" y="2958570"/>
            <a:ext cx="236841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>
                <a:solidFill>
                  <a:schemeClr val="bg1"/>
                </a:solidFill>
              </a:rPr>
              <a:t>ICPF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1 Station - ₹5000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Dimapur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B8E37C-D502-3777-8D43-95FBE3C3E17C}"/>
              </a:ext>
            </a:extLst>
          </p:cNvPr>
          <p:cNvCxnSpPr/>
          <p:nvPr/>
        </p:nvCxnSpPr>
        <p:spPr>
          <a:xfrm>
            <a:off x="1925816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B8E37C-D502-3777-8D43-95FBE3C3E17C}"/>
              </a:ext>
            </a:extLst>
          </p:cNvPr>
          <p:cNvCxnSpPr/>
          <p:nvPr/>
        </p:nvCxnSpPr>
        <p:spPr>
          <a:xfrm>
            <a:off x="5501703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B8E37C-D502-3777-8D43-95FBE3C3E17C}"/>
              </a:ext>
            </a:extLst>
          </p:cNvPr>
          <p:cNvCxnSpPr/>
          <p:nvPr/>
        </p:nvCxnSpPr>
        <p:spPr>
          <a:xfrm>
            <a:off x="10034118" y="2496883"/>
            <a:ext cx="0" cy="4410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48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44DC0-0F09-A447-723F-021F5E4F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339DA-F0EB-81BD-15A7-137DE7BE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>
                <a:solidFill>
                  <a:schemeClr val="bg1"/>
                </a:solidFill>
              </a:rPr>
              <a:t>Jharkhand</a:t>
            </a:r>
          </a:p>
        </p:txBody>
      </p:sp>
    </p:spTree>
    <p:extLst>
      <p:ext uri="{BB962C8B-B14F-4D97-AF65-F5344CB8AC3E}">
        <p14:creationId xmlns:p14="http://schemas.microsoft.com/office/powerpoint/2010/main" val="26456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EB26-3D2B-6B5D-EE1D-C3D549E1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Village Visiting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8FC40B-233F-E777-F2C8-C0B2A27E7E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74905" y="1431234"/>
            <a:ext cx="8401216" cy="34111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18236B-D9B8-60BC-6554-9384939BAC42}"/>
              </a:ext>
            </a:extLst>
          </p:cNvPr>
          <p:cNvSpPr txBox="1"/>
          <p:nvPr/>
        </p:nvSpPr>
        <p:spPr>
          <a:xfrm>
            <a:off x="1974904" y="5152445"/>
            <a:ext cx="8473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Four young men are ready for Bible School, traveling to </a:t>
            </a:r>
            <a:r>
              <a:rPr lang="en-US" sz="2400" b="1">
                <a:solidFill>
                  <a:schemeClr val="bg1"/>
                </a:solidFill>
              </a:rPr>
              <a:t>Bhopal</a:t>
            </a:r>
            <a:r>
              <a:rPr lang="en-US" sz="2400">
                <a:solidFill>
                  <a:schemeClr val="bg1"/>
                </a:solidFill>
              </a:rPr>
              <a:t> to pursue  </a:t>
            </a:r>
            <a:r>
              <a:rPr lang="en-US" sz="2400" b="1" err="1">
                <a:solidFill>
                  <a:schemeClr val="bg1"/>
                </a:solidFill>
              </a:rPr>
              <a:t>B.Th</a:t>
            </a:r>
            <a:endParaRPr lang="en-IN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981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F6575-ACB9-AB86-3AE9-9027C75F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C91F-38D3-A79C-903D-957CCC7E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Praying for the Sick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33EF69-34BF-38AF-6B47-1C968E73B6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75422" y="1439186"/>
            <a:ext cx="5232797" cy="473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5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F619A-AF20-A89C-B39E-1C933D71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0DA7-CDC6-7235-A275-165CA8DF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New Family added to Church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7C5019C-0C0F-9C45-ACC2-60A74EA3C8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92357" y="1690688"/>
            <a:ext cx="8671560" cy="400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6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D413-0D42-02F1-C594-3A567224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Night prayer in a Village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09D8B0-2F52-8F08-2C8C-6B4518669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593" y="1423282"/>
            <a:ext cx="6217920" cy="520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72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0817-0A41-FE19-669D-591E5095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894" y="400050"/>
            <a:ext cx="9118241" cy="115045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 7 Days Fasting Prayer</a:t>
            </a:r>
            <a:br>
              <a:rPr lang="en-IN" b="1">
                <a:solidFill>
                  <a:schemeClr val="bg1"/>
                </a:solidFill>
              </a:rPr>
            </a:br>
            <a:endParaRPr lang="en-IN" b="1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A56F8-FA5F-064E-5549-8CBF41282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865" y="1550505"/>
            <a:ext cx="9018270" cy="384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2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2A84DD-96B9-0E08-CEA2-A87E3053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0977" cy="104098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Village Church</a:t>
            </a:r>
            <a:br>
              <a:rPr lang="en-IN" b="1">
                <a:solidFill>
                  <a:schemeClr val="bg1"/>
                </a:solidFill>
              </a:rPr>
            </a:br>
            <a:endParaRPr lang="en-IN" b="1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8316C-8F13-DB9A-79EE-F9E4B23C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1205520"/>
            <a:ext cx="10155067" cy="444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2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32E8-52A1-DD45-8039-FE3DA856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663FD-EE23-DC30-CC30-162ED15D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60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sz="60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785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MISSION UPDATES</vt:lpstr>
      <vt:lpstr>PowerPoint Presentation</vt:lpstr>
      <vt:lpstr>Mission Stations</vt:lpstr>
      <vt:lpstr>PowerPoint Presentation</vt:lpstr>
      <vt:lpstr>Jharkhand</vt:lpstr>
      <vt:lpstr>Village Visiting</vt:lpstr>
      <vt:lpstr>Praying for the Sick</vt:lpstr>
      <vt:lpstr>New Family added to Church</vt:lpstr>
      <vt:lpstr>Night prayer in a Village</vt:lpstr>
      <vt:lpstr> 7 Days Fasting Prayer </vt:lpstr>
      <vt:lpstr>Village Church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UPDATES</dc:title>
  <dc:creator>Joel</dc:creator>
  <cp:lastModifiedBy>Joel John</cp:lastModifiedBy>
  <cp:revision>3</cp:revision>
  <dcterms:created xsi:type="dcterms:W3CDTF">2023-08-05T09:44:26Z</dcterms:created>
  <dcterms:modified xsi:type="dcterms:W3CDTF">2026-05-02T17:47:22Z</dcterms:modified>
</cp:coreProperties>
</file>