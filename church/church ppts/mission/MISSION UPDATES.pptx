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21edba53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f621edba53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21edba53_3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621edba53_3_8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21edba53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f621edba53_3_8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621edba53_3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f621edba53_3_9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f621edba53_3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f621edba53_3_10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21edba53_3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621edba53_3_1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621edba53_3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621edba53_3_1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21edba53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621edba53_3_1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621edba53_3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f621edba53_3_1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621edba53_3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621edba53_3_1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621edba53_3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621edba53_3_16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MISSION UPDATES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b="1" lang="en-GB">
                <a:solidFill>
                  <a:schemeClr val="lt1"/>
                </a:solidFill>
              </a:rPr>
              <a:t>August</a:t>
            </a:r>
            <a:r>
              <a:rPr b="1" lang="en-GB">
                <a:solidFill>
                  <a:schemeClr val="lt1"/>
                </a:solidFill>
              </a:rPr>
              <a:t>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chemeClr val="dk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id="136" name="Google Shape;136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5350" y="0"/>
            <a:ext cx="5108510" cy="5108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Mission Stations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mission stations supported in Jharkhand – </a:t>
            </a:r>
            <a:r>
              <a:rPr b="1"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Khunti</a:t>
            </a: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Dist.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mission stations supported in U.P. – </a:t>
            </a:r>
            <a:r>
              <a:rPr b="1"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Balia</a:t>
            </a: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(2) and </a:t>
            </a:r>
            <a:r>
              <a:rPr b="1"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Varanasi</a:t>
            </a: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Dist. (3)</a:t>
            </a:r>
            <a:endParaRPr/>
          </a:p>
          <a:p>
            <a:pPr indent="-17145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</a:pPr>
            <a:r>
              <a:rPr lang="en-GB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ICPF workstation supported in North-east India (Dimapur).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628650" y="1089589"/>
            <a:ext cx="7886700" cy="354313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</a:pPr>
            <a:r>
              <a:rPr lang="en-GB">
                <a:solidFill>
                  <a:schemeClr val="lt1"/>
                </a:solidFill>
              </a:rPr>
              <a:t>NORTH INDIA MISSION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cxnSp>
        <p:nvCxnSpPr>
          <p:cNvPr id="148" name="Google Shape;148;p28"/>
          <p:cNvCxnSpPr/>
          <p:nvPr/>
        </p:nvCxnSpPr>
        <p:spPr>
          <a:xfrm>
            <a:off x="4360317" y="1387471"/>
            <a:ext cx="0" cy="485192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49" name="Google Shape;149;p28"/>
          <p:cNvCxnSpPr/>
          <p:nvPr/>
        </p:nvCxnSpPr>
        <p:spPr>
          <a:xfrm>
            <a:off x="1444362" y="1872662"/>
            <a:ext cx="6081227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0" name="Google Shape;150;p28"/>
          <p:cNvSpPr txBox="1"/>
          <p:nvPr/>
        </p:nvSpPr>
        <p:spPr>
          <a:xfrm>
            <a:off x="769441" y="2218928"/>
            <a:ext cx="1776313" cy="90024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UP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 Stations - ₹3000 each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Balia and Varanasi</a:t>
            </a:r>
            <a:endParaRPr sz="1100"/>
          </a:p>
        </p:txBody>
      </p:sp>
      <p:sp>
        <p:nvSpPr>
          <p:cNvPr id="151" name="Google Shape;151;p28"/>
          <p:cNvSpPr txBox="1"/>
          <p:nvPr/>
        </p:nvSpPr>
        <p:spPr>
          <a:xfrm>
            <a:off x="3238121" y="2218928"/>
            <a:ext cx="1776313" cy="90024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Jharkhand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10 Stations - ₹3000 each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Khunti District</a:t>
            </a:r>
            <a:endParaRPr sz="1100"/>
          </a:p>
        </p:txBody>
      </p:sp>
      <p:sp>
        <p:nvSpPr>
          <p:cNvPr id="152" name="Google Shape;152;p28"/>
          <p:cNvSpPr txBox="1"/>
          <p:nvPr/>
        </p:nvSpPr>
        <p:spPr>
          <a:xfrm>
            <a:off x="6363030" y="2218928"/>
            <a:ext cx="1776313" cy="692497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ICPF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 Station - ₹5000</a:t>
            </a:r>
            <a:endParaRPr sz="1100"/>
          </a:p>
          <a:p>
            <a:pPr indent="-215900" lvl="0" marL="215900" marR="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Dimapur</a:t>
            </a:r>
            <a:endParaRPr sz="1100"/>
          </a:p>
        </p:txBody>
      </p:sp>
      <p:cxnSp>
        <p:nvCxnSpPr>
          <p:cNvPr id="153" name="Google Shape;153;p28"/>
          <p:cNvCxnSpPr/>
          <p:nvPr/>
        </p:nvCxnSpPr>
        <p:spPr>
          <a:xfrm>
            <a:off x="1444362" y="1872662"/>
            <a:ext cx="0" cy="330808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4" name="Google Shape;154;p28"/>
          <p:cNvCxnSpPr/>
          <p:nvPr/>
        </p:nvCxnSpPr>
        <p:spPr>
          <a:xfrm>
            <a:off x="4126277" y="1872662"/>
            <a:ext cx="0" cy="330808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55" name="Google Shape;155;p28"/>
          <p:cNvCxnSpPr/>
          <p:nvPr/>
        </p:nvCxnSpPr>
        <p:spPr>
          <a:xfrm>
            <a:off x="7525589" y="1872662"/>
            <a:ext cx="0" cy="330808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628650" y="1862381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b="1" lang="en-GB" sz="3800">
                <a:solidFill>
                  <a:schemeClr val="lt1"/>
                </a:solidFill>
              </a:rPr>
              <a:t>JHARKHAND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628650" y="273844"/>
            <a:ext cx="7886700" cy="7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Fasting </a:t>
            </a:r>
            <a:r>
              <a:rPr b="1" lang="en-GB">
                <a:solidFill>
                  <a:schemeClr val="lt1"/>
                </a:solidFill>
              </a:rPr>
              <a:t>Prayer</a:t>
            </a:r>
            <a:endParaRPr/>
          </a:p>
        </p:txBody>
      </p:sp>
      <p:pic>
        <p:nvPicPr>
          <p:cNvPr id="166" name="Google Shape;1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8550" y="1034075"/>
            <a:ext cx="6461451" cy="385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 txBox="1"/>
          <p:nvPr>
            <p:ph type="title"/>
          </p:nvPr>
        </p:nvSpPr>
        <p:spPr>
          <a:xfrm>
            <a:off x="0" y="0"/>
            <a:ext cx="9144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Village Ministry</a:t>
            </a:r>
            <a:endParaRPr/>
          </a:p>
        </p:txBody>
      </p:sp>
      <p:sp>
        <p:nvSpPr>
          <p:cNvPr id="172" name="Google Shape;172;p3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73" name="Google Shape;17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875" y="1042700"/>
            <a:ext cx="6812150" cy="353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Sunday Service 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81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</p:txBody>
      </p:sp>
      <p:pic>
        <p:nvPicPr>
          <p:cNvPr id="180" name="Google Shape;18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3575" y="1194621"/>
            <a:ext cx="6403126" cy="3576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3"/>
          <p:cNvSpPr txBox="1"/>
          <p:nvPr>
            <p:ph type="title"/>
          </p:nvPr>
        </p:nvSpPr>
        <p:spPr>
          <a:xfrm>
            <a:off x="628650" y="273844"/>
            <a:ext cx="8183233" cy="780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Youth Meeting </a:t>
            </a:r>
            <a:endParaRPr/>
          </a:p>
        </p:txBody>
      </p:sp>
      <p:pic>
        <p:nvPicPr>
          <p:cNvPr id="186" name="Google Shape;18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912" y="1054575"/>
            <a:ext cx="6764699" cy="378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4"/>
          <p:cNvSpPr txBox="1"/>
          <p:nvPr>
            <p:ph type="title"/>
          </p:nvPr>
        </p:nvSpPr>
        <p:spPr>
          <a:xfrm>
            <a:off x="623888" y="246461"/>
            <a:ext cx="7886700" cy="7472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00"/>
              <a:buFont typeface="Calibri"/>
              <a:buNone/>
            </a:pPr>
            <a:r>
              <a:rPr b="1" lang="en-GB" sz="3800">
                <a:solidFill>
                  <a:schemeClr val="lt1"/>
                </a:solidFill>
              </a:rPr>
              <a:t>Funeral Service </a:t>
            </a:r>
            <a:endParaRPr b="1" sz="3800">
              <a:solidFill>
                <a:schemeClr val="lt1"/>
              </a:solidFill>
            </a:endParaRPr>
          </a:p>
        </p:txBody>
      </p:sp>
      <p:sp>
        <p:nvSpPr>
          <p:cNvPr id="192" name="Google Shape;192;p34"/>
          <p:cNvSpPr txBox="1"/>
          <p:nvPr>
            <p:ph idx="1" type="body"/>
          </p:nvPr>
        </p:nvSpPr>
        <p:spPr>
          <a:xfrm>
            <a:off x="258925" y="4441375"/>
            <a:ext cx="8251800" cy="5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</a:pPr>
            <a:r>
              <a:t/>
            </a:r>
            <a:endParaRPr sz="2130"/>
          </a:p>
          <a:p>
            <a:pPr indent="0" lvl="0" marL="0" rtl="0" algn="l">
              <a:lnSpc>
                <a:spcPct val="7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530"/>
              <a:buNone/>
            </a:pPr>
            <a:r>
              <a:rPr b="1" lang="en-GB" sz="2130"/>
              <a:t>Please pray for the  bereaved families.</a:t>
            </a:r>
            <a:endParaRPr b="1" sz="2130"/>
          </a:p>
        </p:txBody>
      </p:sp>
      <p:pic>
        <p:nvPicPr>
          <p:cNvPr id="193" name="Google Shape;19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46775"/>
            <a:ext cx="4807600" cy="3335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7575" y="1049725"/>
            <a:ext cx="4266425" cy="3335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3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None/>
            </a:pPr>
            <a:r>
              <a:t/>
            </a:r>
            <a:endParaRPr b="1" sz="45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</a:pPr>
            <a:r>
              <a:rPr b="1" lang="en-GB" sz="4500">
                <a:solidFill>
                  <a:schemeClr val="lt1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