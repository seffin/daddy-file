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59" r:id="rId4"/>
    <p:sldId id="353" r:id="rId5"/>
    <p:sldId id="362" r:id="rId6"/>
    <p:sldId id="356" r:id="rId7"/>
    <p:sldId id="373" r:id="rId8"/>
    <p:sldId id="375" r:id="rId9"/>
    <p:sldId id="379" r:id="rId10"/>
    <p:sldId id="381" r:id="rId11"/>
    <p:sldId id="382" r:id="rId12"/>
    <p:sldId id="383" r:id="rId13"/>
    <p:sldId id="385" r:id="rId14"/>
    <p:sldId id="386" r:id="rId15"/>
    <p:sldId id="384" r:id="rId16"/>
    <p:sldId id="380" r:id="rId17"/>
    <p:sldId id="374" r:id="rId18"/>
    <p:sldId id="3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5DE4A3-0075-43AD-81AD-A011414C9807}">
          <p14:sldIdLst>
            <p14:sldId id="256"/>
            <p14:sldId id="258"/>
            <p14:sldId id="259"/>
            <p14:sldId id="353"/>
            <p14:sldId id="362"/>
            <p14:sldId id="356"/>
            <p14:sldId id="373"/>
            <p14:sldId id="375"/>
            <p14:sldId id="379"/>
            <p14:sldId id="381"/>
            <p14:sldId id="382"/>
            <p14:sldId id="383"/>
            <p14:sldId id="385"/>
            <p14:sldId id="386"/>
            <p14:sldId id="384"/>
            <p14:sldId id="380"/>
            <p14:sldId id="374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78352-8387-49AB-91A4-7A52BB919F92}" v="19" dt="2026-06-05T12:13:51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John" userId="06765d9d8a48aa4a" providerId="LiveId" clId="{004B146A-20BA-43D1-BFDA-37F6FB9D8E78}"/>
    <pc:docChg chg="undo custSel addSld delSld modSld sldOrd modSection">
      <pc:chgData name="Joel John" userId="06765d9d8a48aa4a" providerId="LiveId" clId="{004B146A-20BA-43D1-BFDA-37F6FB9D8E78}" dt="2026-06-05T16:16:01.110" v="570" actId="20577"/>
      <pc:docMkLst>
        <pc:docMk/>
      </pc:docMkLst>
      <pc:sldChg chg="modSp mod">
        <pc:chgData name="Joel John" userId="06765d9d8a48aa4a" providerId="LiveId" clId="{004B146A-20BA-43D1-BFDA-37F6FB9D8E78}" dt="2026-06-05T12:11:54.744" v="520" actId="113"/>
        <pc:sldMkLst>
          <pc:docMk/>
          <pc:sldMk cId="987960980" sldId="256"/>
        </pc:sldMkLst>
        <pc:spChg chg="mod">
          <ac:chgData name="Joel John" userId="06765d9d8a48aa4a" providerId="LiveId" clId="{004B146A-20BA-43D1-BFDA-37F6FB9D8E78}" dt="2026-06-05T12:11:54.744" v="520" actId="113"/>
          <ac:spMkLst>
            <pc:docMk/>
            <pc:sldMk cId="987960980" sldId="256"/>
            <ac:spMk id="2" creationId="{C8DE9BD4-9568-0F38-2A8B-65D3A2170C29}"/>
          </ac:spMkLst>
        </pc:spChg>
      </pc:sldChg>
      <pc:sldChg chg="modSp mod">
        <pc:chgData name="Joel John" userId="06765d9d8a48aa4a" providerId="LiveId" clId="{004B146A-20BA-43D1-BFDA-37F6FB9D8E78}" dt="2026-06-05T12:12:48.499" v="548" actId="113"/>
        <pc:sldMkLst>
          <pc:docMk/>
          <pc:sldMk cId="1603737444" sldId="259"/>
        </pc:sldMkLst>
        <pc:spChg chg="mod">
          <ac:chgData name="Joel John" userId="06765d9d8a48aa4a" providerId="LiveId" clId="{004B146A-20BA-43D1-BFDA-37F6FB9D8E78}" dt="2026-06-05T12:12:48.499" v="548" actId="113"/>
          <ac:spMkLst>
            <pc:docMk/>
            <pc:sldMk cId="1603737444" sldId="259"/>
            <ac:spMk id="3" creationId="{CFF975D1-C9AF-4B8F-FBDE-E8FF2CAB8A36}"/>
          </ac:spMkLst>
        </pc:spChg>
      </pc:sldChg>
      <pc:sldChg chg="modSp mod">
        <pc:chgData name="Joel John" userId="06765d9d8a48aa4a" providerId="LiveId" clId="{004B146A-20BA-43D1-BFDA-37F6FB9D8E78}" dt="2026-06-04T18:50:49.179" v="198" actId="113"/>
        <pc:sldMkLst>
          <pc:docMk/>
          <pc:sldMk cId="4047850634" sldId="303"/>
        </pc:sldMkLst>
        <pc:spChg chg="mod">
          <ac:chgData name="Joel John" userId="06765d9d8a48aa4a" providerId="LiveId" clId="{004B146A-20BA-43D1-BFDA-37F6FB9D8E78}" dt="2026-06-04T18:50:49.179" v="198" actId="113"/>
          <ac:spMkLst>
            <pc:docMk/>
            <pc:sldMk cId="4047850634" sldId="303"/>
            <ac:spMk id="3" creationId="{0A0663FD-EE23-DC30-CC30-162ED15D087D}"/>
          </ac:spMkLst>
        </pc:spChg>
      </pc:sldChg>
      <pc:sldChg chg="addSp modSp mod">
        <pc:chgData name="Joel John" userId="06765d9d8a48aa4a" providerId="LiveId" clId="{004B146A-20BA-43D1-BFDA-37F6FB9D8E78}" dt="2026-06-05T16:16:01.110" v="570" actId="20577"/>
        <pc:sldMkLst>
          <pc:docMk/>
          <pc:sldMk cId="4023981158" sldId="356"/>
        </pc:sldMkLst>
        <pc:spChg chg="mod">
          <ac:chgData name="Joel John" userId="06765d9d8a48aa4a" providerId="LiveId" clId="{004B146A-20BA-43D1-BFDA-37F6FB9D8E78}" dt="2026-06-05T16:16:01.110" v="570" actId="20577"/>
          <ac:spMkLst>
            <pc:docMk/>
            <pc:sldMk cId="4023981158" sldId="356"/>
            <ac:spMk id="2" creationId="{F4CBEB26-3D2B-6B5D-EE1D-C3D549E1874B}"/>
          </ac:spMkLst>
        </pc:spChg>
        <pc:picChg chg="mod">
          <ac:chgData name="Joel John" userId="06765d9d8a48aa4a" providerId="LiveId" clId="{004B146A-20BA-43D1-BFDA-37F6FB9D8E78}" dt="2026-06-04T16:20:11.432" v="43" actId="1076"/>
          <ac:picMkLst>
            <pc:docMk/>
            <pc:sldMk cId="4023981158" sldId="356"/>
            <ac:picMk id="7" creationId="{A39EE7E5-F523-1F0A-34BD-3725749AD790}"/>
          </ac:picMkLst>
        </pc:picChg>
        <pc:picChg chg="add mod">
          <ac:chgData name="Joel John" userId="06765d9d8a48aa4a" providerId="LiveId" clId="{004B146A-20BA-43D1-BFDA-37F6FB9D8E78}" dt="2026-06-04T16:20:45.687" v="48" actId="14100"/>
          <ac:picMkLst>
            <pc:docMk/>
            <pc:sldMk cId="4023981158" sldId="356"/>
            <ac:picMk id="9" creationId="{4E220921-F6B9-FA47-9672-3D8ED3053413}"/>
          </ac:picMkLst>
        </pc:picChg>
      </pc:sldChg>
      <pc:sldChg chg="del">
        <pc:chgData name="Joel John" userId="06765d9d8a48aa4a" providerId="LiveId" clId="{004B146A-20BA-43D1-BFDA-37F6FB9D8E78}" dt="2026-06-04T16:21:59.977" v="49" actId="47"/>
        <pc:sldMkLst>
          <pc:docMk/>
          <pc:sldMk cId="3107321228" sldId="358"/>
        </pc:sldMkLst>
      </pc:sldChg>
      <pc:sldChg chg="del">
        <pc:chgData name="Joel John" userId="06765d9d8a48aa4a" providerId="LiveId" clId="{004B146A-20BA-43D1-BFDA-37F6FB9D8E78}" dt="2026-06-04T16:21:59.977" v="49" actId="47"/>
        <pc:sldMkLst>
          <pc:docMk/>
          <pc:sldMk cId="1719248293" sldId="360"/>
        </pc:sldMkLst>
      </pc:sldChg>
      <pc:sldChg chg="del">
        <pc:chgData name="Joel John" userId="06765d9d8a48aa4a" providerId="LiveId" clId="{004B146A-20BA-43D1-BFDA-37F6FB9D8E78}" dt="2026-06-04T16:21:59.977" v="49" actId="47"/>
        <pc:sldMkLst>
          <pc:docMk/>
          <pc:sldMk cId="4005727099" sldId="361"/>
        </pc:sldMkLst>
      </pc:sldChg>
      <pc:sldChg chg="modSp mod">
        <pc:chgData name="Joel John" userId="06765d9d8a48aa4a" providerId="LiveId" clId="{004B146A-20BA-43D1-BFDA-37F6FB9D8E78}" dt="2026-06-04T16:46:20.377" v="196" actId="113"/>
        <pc:sldMkLst>
          <pc:docMk/>
          <pc:sldMk cId="264561482" sldId="362"/>
        </pc:sldMkLst>
        <pc:spChg chg="mod">
          <ac:chgData name="Joel John" userId="06765d9d8a48aa4a" providerId="LiveId" clId="{004B146A-20BA-43D1-BFDA-37F6FB9D8E78}" dt="2026-06-04T16:46:20.377" v="196" actId="113"/>
          <ac:spMkLst>
            <pc:docMk/>
            <pc:sldMk cId="264561482" sldId="362"/>
            <ac:spMk id="2" creationId="{248339DA-F0EB-81BD-15A7-137DE7BEA287}"/>
          </ac:spMkLst>
        </pc:spChg>
      </pc:sldChg>
      <pc:sldChg chg="addSp delSp modSp mod">
        <pc:chgData name="Joel John" userId="06765d9d8a48aa4a" providerId="LiveId" clId="{004B146A-20BA-43D1-BFDA-37F6FB9D8E78}" dt="2026-06-05T11:49:25.635" v="238" actId="1076"/>
        <pc:sldMkLst>
          <pc:docMk/>
          <pc:sldMk cId="1566959012" sldId="373"/>
        </pc:sldMkLst>
        <pc:spChg chg="mod">
          <ac:chgData name="Joel John" userId="06765d9d8a48aa4a" providerId="LiveId" clId="{004B146A-20BA-43D1-BFDA-37F6FB9D8E78}" dt="2026-06-05T11:47:38.636" v="230" actId="115"/>
          <ac:spMkLst>
            <pc:docMk/>
            <pc:sldMk cId="1566959012" sldId="373"/>
            <ac:spMk id="2" creationId="{5F85C91F-38D3-A79C-903D-957CCC7EDE8C}"/>
          </ac:spMkLst>
        </pc:spChg>
        <pc:spChg chg="del">
          <ac:chgData name="Joel John" userId="06765d9d8a48aa4a" providerId="LiveId" clId="{004B146A-20BA-43D1-BFDA-37F6FB9D8E78}" dt="2026-06-05T11:46:59.169" v="219" actId="22"/>
          <ac:spMkLst>
            <pc:docMk/>
            <pc:sldMk cId="1566959012" sldId="373"/>
            <ac:spMk id="6" creationId="{E90816E5-15DB-C576-C02C-0F2A76EBD668}"/>
          </ac:spMkLst>
        </pc:spChg>
        <pc:picChg chg="add mod ord">
          <ac:chgData name="Joel John" userId="06765d9d8a48aa4a" providerId="LiveId" clId="{004B146A-20BA-43D1-BFDA-37F6FB9D8E78}" dt="2026-06-05T11:49:22.978" v="237" actId="14100"/>
          <ac:picMkLst>
            <pc:docMk/>
            <pc:sldMk cId="1566959012" sldId="373"/>
            <ac:picMk id="4" creationId="{BB6C3320-B9C0-E77B-DCAF-7C50602ADC92}"/>
          </ac:picMkLst>
        </pc:picChg>
        <pc:picChg chg="add mod">
          <ac:chgData name="Joel John" userId="06765d9d8a48aa4a" providerId="LiveId" clId="{004B146A-20BA-43D1-BFDA-37F6FB9D8E78}" dt="2026-06-05T11:49:25.635" v="238" actId="1076"/>
          <ac:picMkLst>
            <pc:docMk/>
            <pc:sldMk cId="1566959012" sldId="373"/>
            <ac:picMk id="7" creationId="{E9906218-0880-3F58-F9A0-DAF707F8D22D}"/>
          </ac:picMkLst>
        </pc:picChg>
      </pc:sldChg>
      <pc:sldChg chg="addSp delSp modSp mod">
        <pc:chgData name="Joel John" userId="06765d9d8a48aa4a" providerId="LiveId" clId="{004B146A-20BA-43D1-BFDA-37F6FB9D8E78}" dt="2026-06-05T12:04:18.616" v="335" actId="255"/>
        <pc:sldMkLst>
          <pc:docMk/>
          <pc:sldMk cId="2688954068" sldId="374"/>
        </pc:sldMkLst>
        <pc:spChg chg="mod">
          <ac:chgData name="Joel John" userId="06765d9d8a48aa4a" providerId="LiveId" clId="{004B146A-20BA-43D1-BFDA-37F6FB9D8E78}" dt="2026-06-05T12:04:18.616" v="335" actId="255"/>
          <ac:spMkLst>
            <pc:docMk/>
            <pc:sldMk cId="2688954068" sldId="374"/>
            <ac:spMk id="2" creationId="{1E9E650C-49D6-0684-3A14-E6D6F031841F}"/>
          </ac:spMkLst>
        </pc:spChg>
        <pc:spChg chg="del mod">
          <ac:chgData name="Joel John" userId="06765d9d8a48aa4a" providerId="LiveId" clId="{004B146A-20BA-43D1-BFDA-37F6FB9D8E78}" dt="2026-06-04T16:31:17.641" v="132" actId="3680"/>
          <ac:spMkLst>
            <pc:docMk/>
            <pc:sldMk cId="2688954068" sldId="374"/>
            <ac:spMk id="5" creationId="{8DB02095-3775-A767-326A-C4B3DCD70819}"/>
          </ac:spMkLst>
        </pc:spChg>
        <pc:graphicFrameChg chg="add mod ord modGraphic">
          <ac:chgData name="Joel John" userId="06765d9d8a48aa4a" providerId="LiveId" clId="{004B146A-20BA-43D1-BFDA-37F6FB9D8E78}" dt="2026-06-04T16:38:45.420" v="186" actId="20577"/>
          <ac:graphicFrameMkLst>
            <pc:docMk/>
            <pc:sldMk cId="2688954068" sldId="374"/>
            <ac:graphicFrameMk id="3" creationId="{03964ED4-1569-DC58-24C4-366E912BE893}"/>
          </ac:graphicFrameMkLst>
        </pc:graphicFrameChg>
      </pc:sldChg>
      <pc:sldChg chg="addSp modSp mod">
        <pc:chgData name="Joel John" userId="06765d9d8a48aa4a" providerId="LiveId" clId="{004B146A-20BA-43D1-BFDA-37F6FB9D8E78}" dt="2026-06-05T11:53:04.310" v="253" actId="14100"/>
        <pc:sldMkLst>
          <pc:docMk/>
          <pc:sldMk cId="2391464544" sldId="375"/>
        </pc:sldMkLst>
        <pc:spChg chg="mod">
          <ac:chgData name="Joel John" userId="06765d9d8a48aa4a" providerId="LiveId" clId="{004B146A-20BA-43D1-BFDA-37F6FB9D8E78}" dt="2026-06-04T16:18:58.759" v="0" actId="20577"/>
          <ac:spMkLst>
            <pc:docMk/>
            <pc:sldMk cId="2391464544" sldId="375"/>
            <ac:spMk id="2" creationId="{6D480DA7-CDC6-7235-A275-165CA8DF6923}"/>
          </ac:spMkLst>
        </pc:spChg>
        <pc:picChg chg="add mod">
          <ac:chgData name="Joel John" userId="06765d9d8a48aa4a" providerId="LiveId" clId="{004B146A-20BA-43D1-BFDA-37F6FB9D8E78}" dt="2026-06-05T11:53:04.310" v="253" actId="14100"/>
          <ac:picMkLst>
            <pc:docMk/>
            <pc:sldMk cId="2391464544" sldId="375"/>
            <ac:picMk id="4" creationId="{E2C3F15B-20D6-AE1B-56B9-5E72EEC26ADE}"/>
          </ac:picMkLst>
        </pc:picChg>
        <pc:picChg chg="add mod">
          <ac:chgData name="Joel John" userId="06765d9d8a48aa4a" providerId="LiveId" clId="{004B146A-20BA-43D1-BFDA-37F6FB9D8E78}" dt="2026-06-05T11:53:00.435" v="252" actId="14100"/>
          <ac:picMkLst>
            <pc:docMk/>
            <pc:sldMk cId="2391464544" sldId="375"/>
            <ac:picMk id="7" creationId="{CA6A9C6A-3B7C-ADDA-959A-D5A7F36CD2DF}"/>
          </ac:picMkLst>
        </pc:picChg>
      </pc:sldChg>
      <pc:sldChg chg="del">
        <pc:chgData name="Joel John" userId="06765d9d8a48aa4a" providerId="LiveId" clId="{004B146A-20BA-43D1-BFDA-37F6FB9D8E78}" dt="2026-06-04T16:21:59.977" v="49" actId="47"/>
        <pc:sldMkLst>
          <pc:docMk/>
          <pc:sldMk cId="3405560389" sldId="376"/>
        </pc:sldMkLst>
      </pc:sldChg>
      <pc:sldChg chg="del">
        <pc:chgData name="Joel John" userId="06765d9d8a48aa4a" providerId="LiveId" clId="{004B146A-20BA-43D1-BFDA-37F6FB9D8E78}" dt="2026-06-04T16:21:59.977" v="49" actId="47"/>
        <pc:sldMkLst>
          <pc:docMk/>
          <pc:sldMk cId="1339747391" sldId="377"/>
        </pc:sldMkLst>
      </pc:sldChg>
      <pc:sldChg chg="del">
        <pc:chgData name="Joel John" userId="06765d9d8a48aa4a" providerId="LiveId" clId="{004B146A-20BA-43D1-BFDA-37F6FB9D8E78}" dt="2026-06-05T12:11:42.646" v="517" actId="2696"/>
        <pc:sldMkLst>
          <pc:docMk/>
          <pc:sldMk cId="2532885275" sldId="378"/>
        </pc:sldMkLst>
      </pc:sldChg>
      <pc:sldChg chg="addSp delSp modSp mod">
        <pc:chgData name="Joel John" userId="06765d9d8a48aa4a" providerId="LiveId" clId="{004B146A-20BA-43D1-BFDA-37F6FB9D8E78}" dt="2026-06-05T11:59:04.342" v="272" actId="14100"/>
        <pc:sldMkLst>
          <pc:docMk/>
          <pc:sldMk cId="2626072631" sldId="379"/>
        </pc:sldMkLst>
        <pc:spChg chg="mod">
          <ac:chgData name="Joel John" userId="06765d9d8a48aa4a" providerId="LiveId" clId="{004B146A-20BA-43D1-BFDA-37F6FB9D8E78}" dt="2026-06-04T16:19:02.295" v="1" actId="20577"/>
          <ac:spMkLst>
            <pc:docMk/>
            <pc:sldMk cId="2626072631" sldId="379"/>
            <ac:spMk id="2" creationId="{9577D413-0D42-02F1-C594-3A567224EBA3}"/>
          </ac:spMkLst>
        </pc:spChg>
        <pc:spChg chg="del">
          <ac:chgData name="Joel John" userId="06765d9d8a48aa4a" providerId="LiveId" clId="{004B146A-20BA-43D1-BFDA-37F6FB9D8E78}" dt="2026-06-05T11:55:02.997" v="254" actId="22"/>
          <ac:spMkLst>
            <pc:docMk/>
            <pc:sldMk cId="2626072631" sldId="379"/>
            <ac:spMk id="4" creationId="{494C78FA-9136-38A8-B73B-FED0C2D1F155}"/>
          </ac:spMkLst>
        </pc:spChg>
        <pc:picChg chg="add mod ord">
          <ac:chgData name="Joel John" userId="06765d9d8a48aa4a" providerId="LiveId" clId="{004B146A-20BA-43D1-BFDA-37F6FB9D8E78}" dt="2026-06-05T11:59:04.342" v="272" actId="14100"/>
          <ac:picMkLst>
            <pc:docMk/>
            <pc:sldMk cId="2626072631" sldId="379"/>
            <ac:picMk id="5" creationId="{A4FBDEBF-501D-5DD9-A222-5954FEE57CFD}"/>
          </ac:picMkLst>
        </pc:picChg>
      </pc:sldChg>
      <pc:sldChg chg="modSp add mod ord">
        <pc:chgData name="Joel John" userId="06765d9d8a48aa4a" providerId="LiveId" clId="{004B146A-20BA-43D1-BFDA-37F6FB9D8E78}" dt="2026-06-05T12:12:29.781" v="541" actId="20577"/>
        <pc:sldMkLst>
          <pc:docMk/>
          <pc:sldMk cId="1574791031" sldId="380"/>
        </pc:sldMkLst>
        <pc:spChg chg="mod">
          <ac:chgData name="Joel John" userId="06765d9d8a48aa4a" providerId="LiveId" clId="{004B146A-20BA-43D1-BFDA-37F6FB9D8E78}" dt="2026-06-05T12:12:29.781" v="541" actId="20577"/>
          <ac:spMkLst>
            <pc:docMk/>
            <pc:sldMk cId="1574791031" sldId="380"/>
            <ac:spMk id="2" creationId="{DBACB97F-E1BA-863F-8771-7CCEA1382B91}"/>
          </ac:spMkLst>
        </pc:spChg>
      </pc:sldChg>
      <pc:sldChg chg="addSp delSp modSp new mod setBg">
        <pc:chgData name="Joel John" userId="06765d9d8a48aa4a" providerId="LiveId" clId="{004B146A-20BA-43D1-BFDA-37F6FB9D8E78}" dt="2026-06-05T11:58:17.455" v="271" actId="14100"/>
        <pc:sldMkLst>
          <pc:docMk/>
          <pc:sldMk cId="1947734214" sldId="381"/>
        </pc:sldMkLst>
        <pc:spChg chg="del">
          <ac:chgData name="Joel John" userId="06765d9d8a48aa4a" providerId="LiveId" clId="{004B146A-20BA-43D1-BFDA-37F6FB9D8E78}" dt="2026-06-05T11:57:24.179" v="261" actId="22"/>
          <ac:spMkLst>
            <pc:docMk/>
            <pc:sldMk cId="1947734214" sldId="381"/>
            <ac:spMk id="3" creationId="{DC6BFFC9-6791-3052-2717-F1117521A10B}"/>
          </ac:spMkLst>
        </pc:spChg>
        <pc:picChg chg="add mod ord">
          <ac:chgData name="Joel John" userId="06765d9d8a48aa4a" providerId="LiveId" clId="{004B146A-20BA-43D1-BFDA-37F6FB9D8E78}" dt="2026-06-05T11:58:17.455" v="271" actId="14100"/>
          <ac:picMkLst>
            <pc:docMk/>
            <pc:sldMk cId="1947734214" sldId="381"/>
            <ac:picMk id="5" creationId="{9C94ED31-1EEE-E61E-2DE1-FB98CBB741D3}"/>
          </ac:picMkLst>
        </pc:picChg>
        <pc:picChg chg="add mod">
          <ac:chgData name="Joel John" userId="06765d9d8a48aa4a" providerId="LiveId" clId="{004B146A-20BA-43D1-BFDA-37F6FB9D8E78}" dt="2026-06-05T11:58:12.241" v="270" actId="14100"/>
          <ac:picMkLst>
            <pc:docMk/>
            <pc:sldMk cId="1947734214" sldId="381"/>
            <ac:picMk id="7" creationId="{3DAFD3DB-B443-A841-DDCE-BD4A457590B5}"/>
          </ac:picMkLst>
        </pc:picChg>
      </pc:sldChg>
      <pc:sldChg chg="addSp delSp modSp new mod setBg">
        <pc:chgData name="Joel John" userId="06765d9d8a48aa4a" providerId="LiveId" clId="{004B146A-20BA-43D1-BFDA-37F6FB9D8E78}" dt="2026-06-05T12:00:32.454" v="281" actId="1076"/>
        <pc:sldMkLst>
          <pc:docMk/>
          <pc:sldMk cId="4100475704" sldId="382"/>
        </pc:sldMkLst>
        <pc:spChg chg="del">
          <ac:chgData name="Joel John" userId="06765d9d8a48aa4a" providerId="LiveId" clId="{004B146A-20BA-43D1-BFDA-37F6FB9D8E78}" dt="2026-06-05T12:00:08.729" v="275" actId="22"/>
          <ac:spMkLst>
            <pc:docMk/>
            <pc:sldMk cId="4100475704" sldId="382"/>
            <ac:spMk id="3" creationId="{43F0C5B7-764A-57F2-5C95-F8FD83887D6A}"/>
          </ac:spMkLst>
        </pc:spChg>
        <pc:picChg chg="add mod ord">
          <ac:chgData name="Joel John" userId="06765d9d8a48aa4a" providerId="LiveId" clId="{004B146A-20BA-43D1-BFDA-37F6FB9D8E78}" dt="2026-06-05T12:00:32.454" v="281" actId="1076"/>
          <ac:picMkLst>
            <pc:docMk/>
            <pc:sldMk cId="4100475704" sldId="382"/>
            <ac:picMk id="5" creationId="{855A6392-344C-3D55-BE9B-41BC08F4F269}"/>
          </ac:picMkLst>
        </pc:picChg>
      </pc:sldChg>
      <pc:sldChg chg="addSp modSp new mod setBg">
        <pc:chgData name="Joel John" userId="06765d9d8a48aa4a" providerId="LiveId" clId="{004B146A-20BA-43D1-BFDA-37F6FB9D8E78}" dt="2026-06-05T12:01:34.746" v="289" actId="14100"/>
        <pc:sldMkLst>
          <pc:docMk/>
          <pc:sldMk cId="3366618002" sldId="383"/>
        </pc:sldMkLst>
        <pc:picChg chg="add mod">
          <ac:chgData name="Joel John" userId="06765d9d8a48aa4a" providerId="LiveId" clId="{004B146A-20BA-43D1-BFDA-37F6FB9D8E78}" dt="2026-06-05T12:01:34.746" v="289" actId="14100"/>
          <ac:picMkLst>
            <pc:docMk/>
            <pc:sldMk cId="3366618002" sldId="383"/>
            <ac:picMk id="5" creationId="{1D635CAE-A4A8-982E-B228-4650DC926618}"/>
          </ac:picMkLst>
        </pc:picChg>
      </pc:sldChg>
      <pc:sldChg chg="modSp add mod modAnim">
        <pc:chgData name="Joel John" userId="06765d9d8a48aa4a" providerId="LiveId" clId="{004B146A-20BA-43D1-BFDA-37F6FB9D8E78}" dt="2026-06-05T12:13:51.182" v="549"/>
        <pc:sldMkLst>
          <pc:docMk/>
          <pc:sldMk cId="1295669227" sldId="384"/>
        </pc:sldMkLst>
        <pc:spChg chg="mod">
          <ac:chgData name="Joel John" userId="06765d9d8a48aa4a" providerId="LiveId" clId="{004B146A-20BA-43D1-BFDA-37F6FB9D8E78}" dt="2026-06-05T12:06:53.032" v="359" actId="207"/>
          <ac:spMkLst>
            <pc:docMk/>
            <pc:sldMk cId="1295669227" sldId="384"/>
            <ac:spMk id="2" creationId="{FBB69458-4DFC-6AE9-C5CC-37E6118D2958}"/>
          </ac:spMkLst>
        </pc:spChg>
        <pc:spChg chg="mod">
          <ac:chgData name="Joel John" userId="06765d9d8a48aa4a" providerId="LiveId" clId="{004B146A-20BA-43D1-BFDA-37F6FB9D8E78}" dt="2026-06-05T12:10:01.040" v="499" actId="20577"/>
          <ac:spMkLst>
            <pc:docMk/>
            <pc:sldMk cId="1295669227" sldId="384"/>
            <ac:spMk id="3" creationId="{703236BE-FB05-4AD1-D524-FCD7F821B006}"/>
          </ac:spMkLst>
        </pc:spChg>
      </pc:sldChg>
      <pc:sldChg chg="addSp delSp modSp add mod">
        <pc:chgData name="Joel John" userId="06765d9d8a48aa4a" providerId="LiveId" clId="{004B146A-20BA-43D1-BFDA-37F6FB9D8E78}" dt="2026-06-05T12:03:44.477" v="326" actId="14100"/>
        <pc:sldMkLst>
          <pc:docMk/>
          <pc:sldMk cId="2682670339" sldId="385"/>
        </pc:sldMkLst>
        <pc:spChg chg="mod">
          <ac:chgData name="Joel John" userId="06765d9d8a48aa4a" providerId="LiveId" clId="{004B146A-20BA-43D1-BFDA-37F6FB9D8E78}" dt="2026-06-05T12:01:55.924" v="303" actId="115"/>
          <ac:spMkLst>
            <pc:docMk/>
            <pc:sldMk cId="2682670339" sldId="385"/>
            <ac:spMk id="2" creationId="{84A2B9E8-FFE3-FED5-7A39-28B88E6C602C}"/>
          </ac:spMkLst>
        </pc:spChg>
        <pc:spChg chg="del">
          <ac:chgData name="Joel John" userId="06765d9d8a48aa4a" providerId="LiveId" clId="{004B146A-20BA-43D1-BFDA-37F6FB9D8E78}" dt="2026-06-05T12:02:16.226" v="304" actId="22"/>
          <ac:spMkLst>
            <pc:docMk/>
            <pc:sldMk cId="2682670339" sldId="385"/>
            <ac:spMk id="3" creationId="{227B0648-F1B3-2190-170D-E9C27587ECA6}"/>
          </ac:spMkLst>
        </pc:spChg>
        <pc:picChg chg="add mod ord">
          <ac:chgData name="Joel John" userId="06765d9d8a48aa4a" providerId="LiveId" clId="{004B146A-20BA-43D1-BFDA-37F6FB9D8E78}" dt="2026-06-05T12:03:36.416" v="323" actId="14100"/>
          <ac:picMkLst>
            <pc:docMk/>
            <pc:sldMk cId="2682670339" sldId="385"/>
            <ac:picMk id="5" creationId="{3CA1F3B1-574F-1BE5-326B-95614C30B94E}"/>
          </ac:picMkLst>
        </pc:picChg>
        <pc:picChg chg="add mod">
          <ac:chgData name="Joel John" userId="06765d9d8a48aa4a" providerId="LiveId" clId="{004B146A-20BA-43D1-BFDA-37F6FB9D8E78}" dt="2026-06-05T12:03:37.964" v="324" actId="1076"/>
          <ac:picMkLst>
            <pc:docMk/>
            <pc:sldMk cId="2682670339" sldId="385"/>
            <ac:picMk id="7" creationId="{1877AD7D-8707-7E7F-88CA-B28CD9A161FA}"/>
          </ac:picMkLst>
        </pc:picChg>
        <pc:picChg chg="add mod">
          <ac:chgData name="Joel John" userId="06765d9d8a48aa4a" providerId="LiveId" clId="{004B146A-20BA-43D1-BFDA-37F6FB9D8E78}" dt="2026-06-05T12:03:44.477" v="326" actId="14100"/>
          <ac:picMkLst>
            <pc:docMk/>
            <pc:sldMk cId="2682670339" sldId="385"/>
            <ac:picMk id="9" creationId="{4C2A55CA-182D-18AB-2B18-58CDB0FC662D}"/>
          </ac:picMkLst>
        </pc:picChg>
      </pc:sldChg>
      <pc:sldChg chg="modSp add mod ord">
        <pc:chgData name="Joel John" userId="06765d9d8a48aa4a" providerId="LiveId" clId="{004B146A-20BA-43D1-BFDA-37F6FB9D8E78}" dt="2026-06-05T12:11:33.013" v="516" actId="20577"/>
        <pc:sldMkLst>
          <pc:docMk/>
          <pc:sldMk cId="2870878109" sldId="386"/>
        </pc:sldMkLst>
        <pc:spChg chg="mod">
          <ac:chgData name="Joel John" userId="06765d9d8a48aa4a" providerId="LiveId" clId="{004B146A-20BA-43D1-BFDA-37F6FB9D8E78}" dt="2026-06-05T12:11:33.013" v="516" actId="20577"/>
          <ac:spMkLst>
            <pc:docMk/>
            <pc:sldMk cId="2870878109" sldId="386"/>
            <ac:spMk id="2" creationId="{7D807490-2451-D42C-2D7A-F965A1A1E01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6A5E-3C42-CE31-052C-F1FD87D54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94AE9-F55F-313A-E9C0-88036666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C8E65-9771-E023-EBF5-7110D298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3F71E-B7B8-CF2B-7D41-8518503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07201-5C5D-51BF-626E-7C6BFEB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5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04F0-A10B-A097-28E4-E55EC20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CCCE-370B-5294-3FBE-B4135187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59E1-11F6-8EAD-3858-9E3FAAD8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A3C87-62E2-609D-FB17-A8CDF01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B57C3-BEBC-263A-02D2-D60B20CB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6984-E1F8-E4AC-8097-DEF74A9A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7FA4D-9B89-EF16-CB72-9EF43594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65FF8-5F1F-E5DB-54C9-0F49E07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3BF0-B470-B2B9-ECB5-52037F1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DA7BA-19D6-709A-6CDF-50564D94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06BF-19D1-EFE9-0837-6C3F731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88EC-8EF9-F31C-FA85-A3A235B34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87151-4D39-472E-BCD3-84A232E5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7DEF8-5348-DD1F-57F0-853155F1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7525A-4535-A1BC-D8BF-5C95300B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F29BE-0443-2D51-D307-155073CD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B503-0BCB-2957-F496-829AA87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0ADB3-E36B-5891-FE99-F22129C1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85456-1DCF-94D1-33CD-7E97096F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814D4-8BC5-0D84-E2C3-53D0E12A0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3B321-3ADA-85EB-425C-C494CC10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17C54-72BB-7522-7ECF-9E72E4C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35B31-EF23-B0E7-7A52-F846423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9BA59-5825-5A0C-D194-5066501F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3FC6-E6CE-8034-8BFD-BD09561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791D5-2EDC-14B4-6285-557FE37D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4D104-D798-F189-0B66-94A2C24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54491-377F-EAB6-D03C-2CD86A7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9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EF462-3A1A-5A51-B08B-A84299F3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84AF2-B392-8E46-F0CC-D3803CC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2CF30-DBA6-9689-2F4E-E43546F8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9E1C-A207-1AC3-5D4E-B132318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1459-04AA-3D56-E490-5EB7D6A5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382C-87C9-843D-D431-EECEB4C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56E2C-0CE4-0BA3-9CBF-13A87826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EB9BF-59AF-1690-416D-062D227E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BE312-A3E1-21FE-34DB-59AAC150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2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BF21-3DD9-EC64-CA8D-87FFA5DF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60986-5AF2-B583-DECD-0A8446FA8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CDE73-69A7-7948-631B-A2AFAD92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BD144-0247-A256-45A1-FF8DD82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73229-DD7B-652E-4408-CC5808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85044-28AE-805A-B1C1-91B2814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1BAB-6A51-936A-7119-47113657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74936-1E74-6F0D-81EF-35F41A5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22DB-BA4F-3668-4FAD-5530DAF8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5F89-4151-EF25-C1AD-D379A1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6E8EF-77E9-7E31-251F-7A2B6367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D4944-4A95-407F-4A0D-69CEC7909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15830-0C1F-C08E-18CF-28FEBAD8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92A8-E547-8EB9-5BED-CAC9B0AC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ECF9D-7537-816C-E5C3-7013909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734B9-D840-90AF-8F5D-81181397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ACD79-1E8B-A818-3C94-06E31D8B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DFD0-B92C-B9FB-428E-E585059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9A60-E3E1-41F9-3DF1-95A804129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C471-E431-DFED-2DD3-0A0B3F5D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DDD1B-7A1F-EF8D-977D-060DBD74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BD4-9568-0F38-2A8B-65D3A217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MISSION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B0068-07A8-E75F-4A6E-D3A05F7D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May  2026</a:t>
            </a:r>
          </a:p>
        </p:txBody>
      </p:sp>
    </p:spTree>
    <p:extLst>
      <p:ext uri="{BB962C8B-B14F-4D97-AF65-F5344CB8AC3E}">
        <p14:creationId xmlns:p14="http://schemas.microsoft.com/office/powerpoint/2010/main" val="9879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2684-300D-99B0-869A-09185348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9D7D084-099B-B535-CE75-BC8CC9E00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33" y="0"/>
            <a:ext cx="6811347" cy="6811347"/>
          </a:xfrm>
        </p:spPr>
      </p:pic>
    </p:spTree>
    <p:extLst>
      <p:ext uri="{BB962C8B-B14F-4D97-AF65-F5344CB8AC3E}">
        <p14:creationId xmlns:p14="http://schemas.microsoft.com/office/powerpoint/2010/main" val="45735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CF3D-91CC-DFE0-202A-E4E5DBBF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Mission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75D1-C9AF-4B8F-FBDE-E8FF2CA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10 mission stations supported in Jharkhand – </a:t>
            </a:r>
            <a:r>
              <a:rPr lang="en-IN" b="1" dirty="0" err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Khunti</a:t>
            </a:r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 Dist.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5 mission stations supported in U.P. – </a:t>
            </a:r>
            <a:r>
              <a:rPr lang="en-IN" b="1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Balia</a:t>
            </a:r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(2) and </a:t>
            </a:r>
            <a:r>
              <a:rPr lang="en-IN" b="1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Varanasi </a:t>
            </a:r>
            <a:r>
              <a:rPr lang="en-IN" dirty="0" err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dist</a:t>
            </a:r>
            <a:r>
              <a:rPr lang="en-IN" b="1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. (3)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 ICPF workstation supported in North-east India (</a:t>
            </a:r>
            <a:r>
              <a:rPr lang="en-IN" b="1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Dimapur</a:t>
            </a:r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0373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944F-20B8-786D-5688-176992D7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bg1"/>
                </a:solidFill>
              </a:rPr>
              <a:t>NORTH INDIA MISSION</a:t>
            </a:r>
          </a:p>
          <a:p>
            <a:pPr marL="0" indent="0" algn="ctr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F51F9B-3250-4EE6-3FFE-9D798F7AAC82}"/>
              </a:ext>
            </a:extLst>
          </p:cNvPr>
          <p:cNvCxnSpPr>
            <a:cxnSpLocks/>
          </p:cNvCxnSpPr>
          <p:nvPr/>
        </p:nvCxnSpPr>
        <p:spPr>
          <a:xfrm>
            <a:off x="5813756" y="1849961"/>
            <a:ext cx="0" cy="646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1265C6-C00C-FEE5-F24B-8F7098A99985}"/>
              </a:ext>
            </a:extLst>
          </p:cNvPr>
          <p:cNvCxnSpPr/>
          <p:nvPr/>
        </p:nvCxnSpPr>
        <p:spPr>
          <a:xfrm>
            <a:off x="1925816" y="2496883"/>
            <a:ext cx="81083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EB2D1E-04E2-36E3-9797-D1139AEAF646}"/>
              </a:ext>
            </a:extLst>
          </p:cNvPr>
          <p:cNvSpPr txBox="1"/>
          <p:nvPr/>
        </p:nvSpPr>
        <p:spPr>
          <a:xfrm>
            <a:off x="1025922" y="2958570"/>
            <a:ext cx="236841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5 Stations - ₹3000 each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Balia and Varanasi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8EB4BB-6424-9EA3-486B-8FAD6990CFED}"/>
              </a:ext>
            </a:extLst>
          </p:cNvPr>
          <p:cNvSpPr txBox="1"/>
          <p:nvPr/>
        </p:nvSpPr>
        <p:spPr>
          <a:xfrm>
            <a:off x="4317495" y="2958570"/>
            <a:ext cx="236841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Jharkhand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 Stations - ₹3000 each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Khunti</a:t>
            </a:r>
            <a:r>
              <a:rPr lang="en-IN" dirty="0">
                <a:solidFill>
                  <a:schemeClr val="bg1"/>
                </a:solidFill>
              </a:rPr>
              <a:t> District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78A6E-CA3E-6A18-3930-1F1BBB3ADC54}"/>
              </a:ext>
            </a:extLst>
          </p:cNvPr>
          <p:cNvSpPr txBox="1"/>
          <p:nvPr/>
        </p:nvSpPr>
        <p:spPr>
          <a:xfrm>
            <a:off x="8484040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ICPF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 Station - ₹5000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Dimapur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1925816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5501703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10034118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48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44DC0-0F09-A447-723F-021F5E4F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39DA-F0EB-81BD-15A7-137DE7BE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>
                <a:solidFill>
                  <a:schemeClr val="bg1"/>
                </a:solidFill>
              </a:rPr>
              <a:t>JHARKHAND</a:t>
            </a:r>
          </a:p>
        </p:txBody>
      </p:sp>
    </p:spTree>
    <p:extLst>
      <p:ext uri="{BB962C8B-B14F-4D97-AF65-F5344CB8AC3E}">
        <p14:creationId xmlns:p14="http://schemas.microsoft.com/office/powerpoint/2010/main" val="26456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EB26-3D2B-6B5D-EE1D-C3D549E1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Borewell  sponsored at </a:t>
            </a:r>
            <a:r>
              <a:rPr lang="en-IN" b="1" u="sng" dirty="0" err="1">
                <a:solidFill>
                  <a:schemeClr val="bg1"/>
                </a:solidFill>
              </a:rPr>
              <a:t>Chuchi</a:t>
            </a:r>
            <a:r>
              <a:rPr lang="en-IN" b="1" u="sng" dirty="0">
                <a:solidFill>
                  <a:schemeClr val="bg1"/>
                </a:solidFill>
              </a:rPr>
              <a:t>, </a:t>
            </a:r>
            <a:r>
              <a:rPr lang="en-IN" b="1" u="sng" dirty="0" err="1">
                <a:solidFill>
                  <a:schemeClr val="bg1"/>
                </a:solidFill>
              </a:rPr>
              <a:t>Sahibganj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499B0-9342-6A1B-86A3-7370B19FB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9EE7E5-F523-1F0A-34BD-3725749A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67669"/>
            <a:ext cx="5257800" cy="4667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220921-F6B9-FA47-9672-3D8ED3053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950" y="1667669"/>
            <a:ext cx="5429257" cy="46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8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F6575-ACB9-AB86-3AE9-9027C75F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C91F-38D3-A79C-903D-957CCC7E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bg1"/>
                </a:solidFill>
              </a:rPr>
              <a:t>Slum </a:t>
            </a:r>
            <a:r>
              <a:rPr lang="en-IN" b="1" u="sng" dirty="0" err="1">
                <a:solidFill>
                  <a:schemeClr val="bg1"/>
                </a:solidFill>
              </a:rPr>
              <a:t>Ministry,Bokaro</a:t>
            </a:r>
            <a:endParaRPr lang="en-IN" b="1" u="sng" dirty="0">
              <a:solidFill>
                <a:schemeClr val="bg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C3320-B9C0-E77B-DCAF-7C50602ADC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0386" y="1816295"/>
            <a:ext cx="5125614" cy="4248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906218-0880-3F58-F9A0-DAF707F8D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912" y="1816295"/>
            <a:ext cx="4746088" cy="424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5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F619A-AF20-A89C-B39E-1C933D71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0DA7-CDC6-7235-A275-165CA8DF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C8F85-B15D-C06C-8283-C20B4992A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94227" cy="4351338"/>
          </a:xfrm>
        </p:spPr>
        <p:txBody>
          <a:bodyPr>
            <a:normAutofit/>
          </a:bodyPr>
          <a:lstStyle/>
          <a:p>
            <a:endParaRPr lang="en-IN" sz="3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3F15B-20D6-AE1B-56B9-5E72EEC26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00276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A9C6A-3B7C-ADDA-959A-D5A7F36CD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426" y="1825624"/>
            <a:ext cx="449088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6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D413-0D42-02F1-C594-3A567224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FBDEBF-501D-5DD9-A222-5954FEE57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3363" y="1825623"/>
            <a:ext cx="8014996" cy="466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7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0829-2BD9-CCA1-3EEB-C9003D17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4ED31-1EEE-E61E-2DE1-FB98CBB74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192" y="1844286"/>
            <a:ext cx="569167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FD3DB-B443-A841-DDCE-BD4A45759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90" y="1844286"/>
            <a:ext cx="49783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3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34E-6D8C-58C4-653E-8B13FD01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A6392-344C-3D55-BE9B-41BC08F4F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575" y="1872278"/>
            <a:ext cx="8518849" cy="462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7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2132-6840-B578-83D5-D9A02333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3D74-5563-A4FB-4A8E-BBB78B0EB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35CAE-A4A8-982E-B228-4650DC92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80" y="1825625"/>
            <a:ext cx="8061649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18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E4502-BA32-04A7-A1C1-D4EC48DE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B9E8-FFE3-FED5-7A39-28B88E6C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bg1"/>
                </a:solidFill>
              </a:rPr>
              <a:t>Baptisms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1F3B1-574F-1BE5-326B-95614C30B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59" y="1984246"/>
            <a:ext cx="3778328" cy="3894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7AD7D-8707-7E7F-88CA-B28CD9A16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287" y="1984246"/>
            <a:ext cx="3778328" cy="3894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A55CA-182D-18AB-2B18-58CDB0FC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515" y="1984246"/>
            <a:ext cx="3358297" cy="389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7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2D1A4-1F0F-4989-CC9D-A920B44C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7490-2451-D42C-2D7A-F965A1A1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>
                <a:solidFill>
                  <a:schemeClr val="bg1"/>
                </a:solidFill>
              </a:rPr>
              <a:t>UTTAR PRADESH</a:t>
            </a:r>
          </a:p>
        </p:txBody>
      </p:sp>
    </p:spTree>
    <p:extLst>
      <p:ext uri="{BB962C8B-B14F-4D97-AF65-F5344CB8AC3E}">
        <p14:creationId xmlns:p14="http://schemas.microsoft.com/office/powerpoint/2010/main" val="2870878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A750E-0CDC-93F8-A976-7BE449C8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9458-4DFC-6AE9-C5CC-37E6118D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36BE-FB05-4AD1-D524-FCD7F821B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Pray for the VBS to be conducted.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Pray for Pr. </a:t>
            </a:r>
            <a:r>
              <a:rPr lang="en-IN" i="1" dirty="0">
                <a:solidFill>
                  <a:schemeClr val="bg1"/>
                </a:solidFill>
              </a:rPr>
              <a:t>Sunny </a:t>
            </a:r>
            <a:r>
              <a:rPr lang="en-IN" i="1" dirty="0" err="1">
                <a:solidFill>
                  <a:schemeClr val="bg1"/>
                </a:solidFill>
              </a:rPr>
              <a:t>George,</a:t>
            </a:r>
            <a:r>
              <a:rPr lang="en-IN" dirty="0" err="1">
                <a:solidFill>
                  <a:schemeClr val="bg1"/>
                </a:solidFill>
              </a:rPr>
              <a:t>undergoing</a:t>
            </a:r>
            <a:r>
              <a:rPr lang="en-IN" dirty="0">
                <a:solidFill>
                  <a:schemeClr val="bg1"/>
                </a:solidFill>
              </a:rPr>
              <a:t> treatment at Kottayam.</a:t>
            </a:r>
          </a:p>
        </p:txBody>
      </p:sp>
    </p:spTree>
    <p:extLst>
      <p:ext uri="{BB962C8B-B14F-4D97-AF65-F5344CB8AC3E}">
        <p14:creationId xmlns:p14="http://schemas.microsoft.com/office/powerpoint/2010/main" val="129566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650A0-A953-68C9-B1B9-3E08B98E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B97F-E1BA-863F-8771-7CCEA138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>
                <a:solidFill>
                  <a:schemeClr val="bg1"/>
                </a:solidFill>
              </a:rPr>
              <a:t>NAGALAND(North-East)</a:t>
            </a:r>
          </a:p>
        </p:txBody>
      </p:sp>
    </p:spTree>
    <p:extLst>
      <p:ext uri="{BB962C8B-B14F-4D97-AF65-F5344CB8AC3E}">
        <p14:creationId xmlns:p14="http://schemas.microsoft.com/office/powerpoint/2010/main" val="157479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9BD0B-E445-0ECA-3B94-B0E3C562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650C-49D6-0684-3A14-E6D6F031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6367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ICPF MISSION STATION- DIMAPUR</a:t>
            </a:r>
            <a:br>
              <a:rPr lang="en-IN" sz="3600" b="1" dirty="0">
                <a:solidFill>
                  <a:schemeClr val="bg1"/>
                </a:solidFill>
              </a:rPr>
            </a:br>
            <a:r>
              <a:rPr lang="en-IN" sz="3600" b="1" dirty="0">
                <a:solidFill>
                  <a:schemeClr val="bg1"/>
                </a:solidFill>
              </a:rPr>
              <a:t>Staff worker: Priscilla </a:t>
            </a:r>
            <a:r>
              <a:rPr lang="en-IN" sz="3600" b="1" dirty="0" err="1">
                <a:solidFill>
                  <a:schemeClr val="bg1"/>
                </a:solidFill>
              </a:rPr>
              <a:t>Ngullie</a:t>
            </a:r>
            <a:br>
              <a:rPr lang="en-IN" sz="3600" b="1" dirty="0">
                <a:solidFill>
                  <a:schemeClr val="bg1"/>
                </a:solidFill>
              </a:rPr>
            </a:br>
            <a:br>
              <a:rPr lang="en-IN" sz="3600" b="1" dirty="0">
                <a:solidFill>
                  <a:schemeClr val="bg1"/>
                </a:solidFill>
              </a:rPr>
            </a:br>
            <a:r>
              <a:rPr lang="en-US" sz="3600" b="1" u="sng" dirty="0">
                <a:solidFill>
                  <a:schemeClr val="bg1"/>
                </a:solidFill>
              </a:rPr>
              <a:t>MINISTRY RESULTS</a:t>
            </a:r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 APR 2025 TO MAY 2026</a:t>
            </a:r>
            <a:endParaRPr lang="en-IN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3964ED4-1569-DC58-24C4-366E912BE89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07873645"/>
              </p:ext>
            </p:extLst>
          </p:nvPr>
        </p:nvGraphicFramePr>
        <p:xfrm>
          <a:off x="3505200" y="2379306"/>
          <a:ext cx="5181600" cy="39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796">
                  <a:extLst>
                    <a:ext uri="{9D8B030D-6E8A-4147-A177-3AD203B41FA5}">
                      <a16:colId xmlns:a16="http://schemas.microsoft.com/office/drawing/2014/main" val="3323350734"/>
                    </a:ext>
                  </a:extLst>
                </a:gridCol>
                <a:gridCol w="2576804">
                  <a:extLst>
                    <a:ext uri="{9D8B030D-6E8A-4147-A177-3AD203B41FA5}">
                      <a16:colId xmlns:a16="http://schemas.microsoft.com/office/drawing/2014/main" val="650725770"/>
                    </a:ext>
                  </a:extLst>
                </a:gridCol>
              </a:tblGrid>
              <a:tr h="36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336276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Accepted Christ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69527"/>
                  </a:ext>
                </a:extLst>
              </a:tr>
              <a:tr h="639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for Water Baptisms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89019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Baptisms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05989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Holy Spirit Baptisms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511678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Ministry Commitments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187929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 Evangelism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127516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House Visits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346386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CGPF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282331"/>
                  </a:ext>
                </a:extLst>
              </a:tr>
              <a:tr h="37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Counselling &amp; Mentoring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954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32E8-52A1-DD45-8039-FE3DA856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663FD-EE23-DC30-CC30-162ED15D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60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785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1457</TotalTime>
  <Words>168</Words>
  <Application>Microsoft Office PowerPoint</Application>
  <PresentationFormat>Widescreen</PresentationFormat>
  <Paragraphs>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body</vt:lpstr>
      <vt:lpstr>Calibri Light</vt:lpstr>
      <vt:lpstr>Office Theme</vt:lpstr>
      <vt:lpstr>MISSION UPDATES</vt:lpstr>
      <vt:lpstr>PowerPoint Presentation</vt:lpstr>
      <vt:lpstr>Mission Stations</vt:lpstr>
      <vt:lpstr>PowerPoint Presentation</vt:lpstr>
      <vt:lpstr>JHARKHAND</vt:lpstr>
      <vt:lpstr>Borewell  sponsored at Chuchi, Sahibganj</vt:lpstr>
      <vt:lpstr>Slum Ministry,Bokaro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Baptisms</vt:lpstr>
      <vt:lpstr>UTTAR PRADESH</vt:lpstr>
      <vt:lpstr>PowerPoint Presentation</vt:lpstr>
      <vt:lpstr>NAGALAND(North-East)</vt:lpstr>
      <vt:lpstr>ICPF MISSION STATION- DIMAPUR Staff worker: Priscilla Ngullie  MINISTRY RESULTS  APR 2025 TO MAY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UPDATES</dc:title>
  <dc:creator>Joel</dc:creator>
  <cp:lastModifiedBy>Joel John</cp:lastModifiedBy>
  <cp:revision>240</cp:revision>
  <dcterms:created xsi:type="dcterms:W3CDTF">2023-08-05T09:44:26Z</dcterms:created>
  <dcterms:modified xsi:type="dcterms:W3CDTF">2026-06-05T16:16:05Z</dcterms:modified>
</cp:coreProperties>
</file>