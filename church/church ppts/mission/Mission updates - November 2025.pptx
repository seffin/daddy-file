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1"/>
  </p:sldMasterIdLst>
  <p:sldIdLst>
    <p:sldId id="256" r:id="rId2"/>
    <p:sldId id="258" r:id="rId3"/>
    <p:sldId id="259" r:id="rId4"/>
    <p:sldId id="353" r:id="rId5"/>
    <p:sldId id="362" r:id="rId6"/>
    <p:sldId id="375" r:id="rId7"/>
    <p:sldId id="356" r:id="rId8"/>
    <p:sldId id="364" r:id="rId9"/>
    <p:sldId id="365" r:id="rId10"/>
    <p:sldId id="376" r:id="rId11"/>
    <p:sldId id="358" r:id="rId12"/>
    <p:sldId id="360" r:id="rId13"/>
    <p:sldId id="361" r:id="rId14"/>
    <p:sldId id="372" r:id="rId15"/>
    <p:sldId id="379" r:id="rId16"/>
    <p:sldId id="377" r:id="rId17"/>
    <p:sldId id="378" r:id="rId18"/>
    <p:sldId id="381" r:id="rId19"/>
    <p:sldId id="380" r:id="rId20"/>
    <p:sldId id="383" r:id="rId21"/>
    <p:sldId id="382" r:id="rId22"/>
    <p:sldId id="303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05DE4A3-0075-43AD-81AD-A011414C9807}">
          <p14:sldIdLst>
            <p14:sldId id="256"/>
            <p14:sldId id="258"/>
            <p14:sldId id="259"/>
            <p14:sldId id="353"/>
            <p14:sldId id="362"/>
            <p14:sldId id="375"/>
            <p14:sldId id="356"/>
            <p14:sldId id="364"/>
            <p14:sldId id="365"/>
            <p14:sldId id="376"/>
            <p14:sldId id="358"/>
            <p14:sldId id="360"/>
            <p14:sldId id="361"/>
            <p14:sldId id="372"/>
            <p14:sldId id="379"/>
            <p14:sldId id="377"/>
            <p14:sldId id="378"/>
            <p14:sldId id="381"/>
            <p14:sldId id="380"/>
            <p14:sldId id="383"/>
            <p14:sldId id="382"/>
            <p14:sldId id="30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3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6E56A5E-3C42-CE31-052C-F1FD87D540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05E94AE9-F55F-313A-E9C0-8803666696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3EC8E65-9771-E023-EBF5-7110D2982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9A3F71E-B7B8-CF2B-7D41-85185037F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9907201-5C5D-51BF-626E-7C6BFEB35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4354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FC804F0-A10B-A097-28E4-E55EC20ED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D1DCCCE-370B-5294-3FBE-B4135187B0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39359E1-11F6-8EAD-3858-9E3FAAD87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9EA3C87-62E2-609D-FB17-A8CDF017D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87B57C3-BEBC-263A-02D2-D60B20CB9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293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A326984-E1F8-E4AC-8097-DEF74A9AD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FD7FA4D-9B89-EF16-CB72-9EF43594B1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8E65FF8-5F1F-E5DB-54C9-0F49E07FF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F963BF0-B470-B2B9-ECB5-52037F190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D6DA7BA-19D6-709A-6CDF-50564D942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562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20006BF-19D1-EFE9-0837-6C3F73186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E4A88EC-8EF9-F31C-FA85-A3A235B34F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2F787151-4D39-472E-BCD3-84A232E505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5D7DEF8-5348-DD1F-57F0-853155F12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59C7525A-4535-A1BC-D8BF-5C95300B7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44BF29BE-0443-2D51-D307-155073CD0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2189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6F4B503-0BCB-2957-F496-829AA8705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5E0ADB3-E36B-5891-FE99-F22129C199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D3F85456-1DCF-94D1-33CD-7E97096FEC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207814D4-8BC5-0D84-E2C3-53D0E12A02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A5F3B321-3ADA-85EB-425C-C494CC1035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F8117C54-72BB-7522-7ECF-9E72E4C5C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3F535B31-EF23-B0E7-7A52-F8464231B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0BB9BA59-5825-5A0C-D194-5066501F0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9822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46F3FC6-E6CE-8034-8BFD-BD0956185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13F791D5-2EDC-14B4-6285-557FE37DE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1994D104-D798-F189-0B66-94A2C2436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56654491-377F-EAB6-D03C-2CD86A76F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7394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523EF462-3A1A-5A51-B08B-A84299F37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CF984AF2-B392-8E46-F0CC-D3803CC46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5122CF30-DBA6-9689-2F4E-E43546F83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0026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C3C9E1C-A207-1AC3-5D4E-B13231847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8C21459-04AA-3D56-E490-5EB7D6A533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F07C382C-87C9-843D-D431-EECEB4C3C0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9F756E2C-0CE4-0BA3-9CBF-13A878260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C08EB9BF-59AF-1690-416D-062D227E9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36BE312-A3E1-21FE-34DB-59AAC150A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826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916BF21-3DD9-EC64-CA8D-87FFA5DF6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70960986-5AF2-B583-DECD-0A8446FA8E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039CDE73-69A7-7948-631B-A2AFAD92EE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32BD144-0247-A256-45A1-FF8DD8254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2F73229-DD7B-652E-4408-CC580813E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91E85044-28AE-805A-B1C1-91B2814E8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7557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DED1BAB-6A51-936A-7119-47113657C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D9A74936-1E74-6F0D-81EF-35F41A5E0C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A9C22DB-BA4F-3668-4FAD-5530DAF89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2A85F89-4151-EF25-C1AD-D379A118F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E76E8EF-77E9-7E31-251F-7A2B63673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791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221D4944-4A95-407F-4A0D-69CEC7909E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D4215830-0C1F-C08E-18CF-28FEBAD89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B9292A8-E547-8EB9-5BED-CAC9B0AC2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9BECF9D-7537-816C-E5C3-70139099A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17734B9-D840-90AF-8F5D-811813973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7422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4B9ACD79-1E8B-A818-3C94-06E31D8B8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AA6DFD0-B92C-B9FB-428E-E585059FD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F759A60-E3E1-41F9-3DF1-95A8041290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11/2/2025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17DC471-E431-DFED-2DD3-0A0B3F5D47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C9DDD1B-7A1F-EF8D-977D-060DBD7478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8168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8DE9BD4-9568-0F38-2A8B-65D3A2170C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MISSION UPDATES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E4DB0068-07A8-E75F-4A6E-D3A05F7D7D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7960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7AB2684-300D-99B0-869A-091853485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xmlns="" id="{E9D7D084-099B-B535-CE75-BC8CC9E005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67133" y="0"/>
            <a:ext cx="6811347" cy="6811347"/>
          </a:xfrm>
        </p:spPr>
      </p:pic>
    </p:spTree>
    <p:extLst>
      <p:ext uri="{BB962C8B-B14F-4D97-AF65-F5344CB8AC3E}">
        <p14:creationId xmlns:p14="http://schemas.microsoft.com/office/powerpoint/2010/main" val="457356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ED4CF3D-91CC-DFE0-202A-E4E5DBBF7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Mission Stations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FF975D1-C9AF-4B8F-FBDE-E8FF2CAB8A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solidFill>
                  <a:schemeClr val="bg1"/>
                </a:solidFill>
                <a:latin typeface="Calibri body"/>
                <a:cs typeface="Times New Roman" panose="02020603050405020304" pitchFamily="18" charset="0"/>
              </a:rPr>
              <a:t>10 mission stations supported in Jharkhand.</a:t>
            </a:r>
          </a:p>
          <a:p>
            <a:r>
              <a:rPr lang="en-IN" dirty="0">
                <a:solidFill>
                  <a:schemeClr val="bg1"/>
                </a:solidFill>
                <a:latin typeface="Calibri body"/>
                <a:cs typeface="Times New Roman" panose="02020603050405020304" pitchFamily="18" charset="0"/>
              </a:rPr>
              <a:t>5 mission stations supported in U.P.</a:t>
            </a:r>
          </a:p>
          <a:p>
            <a:r>
              <a:rPr lang="en-IN" dirty="0">
                <a:solidFill>
                  <a:schemeClr val="bg1"/>
                </a:solidFill>
                <a:latin typeface="Calibri body"/>
                <a:cs typeface="Times New Roman" panose="02020603050405020304" pitchFamily="18" charset="0"/>
              </a:rPr>
              <a:t>1 ICPF workstation supported in North-east India.</a:t>
            </a:r>
          </a:p>
        </p:txBody>
      </p:sp>
    </p:spTree>
    <p:extLst>
      <p:ext uri="{BB962C8B-B14F-4D97-AF65-F5344CB8AC3E}">
        <p14:creationId xmlns:p14="http://schemas.microsoft.com/office/powerpoint/2010/main" val="16037374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6E6944F-20B8-786D-5688-176992D79D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2785"/>
            <a:ext cx="10515600" cy="4724178"/>
          </a:xfrm>
        </p:spPr>
        <p:txBody>
          <a:bodyPr/>
          <a:lstStyle/>
          <a:p>
            <a:pPr marL="0" indent="0" algn="ctr">
              <a:buNone/>
            </a:pPr>
            <a:r>
              <a:rPr lang="en-IN" dirty="0">
                <a:solidFill>
                  <a:schemeClr val="bg1"/>
                </a:solidFill>
              </a:rPr>
              <a:t>NORTH INDIA MISSION</a:t>
            </a:r>
          </a:p>
          <a:p>
            <a:pPr marL="0" indent="0" algn="ctr">
              <a:buNone/>
            </a:pPr>
            <a:endParaRPr lang="en-IN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xmlns="" id="{B8F51F9B-3250-4EE6-3FFE-9D798F7AAC82}"/>
              </a:ext>
            </a:extLst>
          </p:cNvPr>
          <p:cNvCxnSpPr>
            <a:cxnSpLocks/>
          </p:cNvCxnSpPr>
          <p:nvPr/>
        </p:nvCxnSpPr>
        <p:spPr>
          <a:xfrm>
            <a:off x="5813756" y="1849961"/>
            <a:ext cx="0" cy="64692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661265C6-C00C-FEE5-F24B-8F7098A99985}"/>
              </a:ext>
            </a:extLst>
          </p:cNvPr>
          <p:cNvCxnSpPr/>
          <p:nvPr/>
        </p:nvCxnSpPr>
        <p:spPr>
          <a:xfrm>
            <a:off x="1925816" y="2496883"/>
            <a:ext cx="810830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08EB2D1E-04E2-36E3-9797-D1139AEAF646}"/>
              </a:ext>
            </a:extLst>
          </p:cNvPr>
          <p:cNvSpPr txBox="1"/>
          <p:nvPr/>
        </p:nvSpPr>
        <p:spPr>
          <a:xfrm>
            <a:off x="1025922" y="2958570"/>
            <a:ext cx="2368417" cy="92333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UP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Pr. Sunny George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5 Stations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8F8EB4BB-6424-9EA3-486B-8FAD6990CFED}"/>
              </a:ext>
            </a:extLst>
          </p:cNvPr>
          <p:cNvSpPr txBox="1"/>
          <p:nvPr/>
        </p:nvSpPr>
        <p:spPr>
          <a:xfrm>
            <a:off x="4317495" y="2958570"/>
            <a:ext cx="2368417" cy="92333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Jharkhand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Pr. Sam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10 Stations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278A6E-CA3E-6A18-3930-1F1BBB3ADC54}"/>
              </a:ext>
            </a:extLst>
          </p:cNvPr>
          <p:cNvSpPr txBox="1"/>
          <p:nvPr/>
        </p:nvSpPr>
        <p:spPr>
          <a:xfrm>
            <a:off x="8484040" y="2958570"/>
            <a:ext cx="2368417" cy="92333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ICPF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 err="1">
                <a:solidFill>
                  <a:schemeClr val="bg1"/>
                </a:solidFill>
              </a:rPr>
              <a:t>Dr.</a:t>
            </a:r>
            <a:r>
              <a:rPr lang="en-IN" dirty="0">
                <a:solidFill>
                  <a:schemeClr val="bg1"/>
                </a:solidFill>
              </a:rPr>
              <a:t> James George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1 Station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xmlns="" id="{55B8E37C-D502-3777-8D43-95FBE3C3E17C}"/>
              </a:ext>
            </a:extLst>
          </p:cNvPr>
          <p:cNvCxnSpPr/>
          <p:nvPr/>
        </p:nvCxnSpPr>
        <p:spPr>
          <a:xfrm>
            <a:off x="1925816" y="2496883"/>
            <a:ext cx="0" cy="44107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xmlns="" id="{55B8E37C-D502-3777-8D43-95FBE3C3E17C}"/>
              </a:ext>
            </a:extLst>
          </p:cNvPr>
          <p:cNvCxnSpPr/>
          <p:nvPr/>
        </p:nvCxnSpPr>
        <p:spPr>
          <a:xfrm>
            <a:off x="5501703" y="2496883"/>
            <a:ext cx="0" cy="44107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xmlns="" id="{55B8E37C-D502-3777-8D43-95FBE3C3E17C}"/>
              </a:ext>
            </a:extLst>
          </p:cNvPr>
          <p:cNvCxnSpPr/>
          <p:nvPr/>
        </p:nvCxnSpPr>
        <p:spPr>
          <a:xfrm>
            <a:off x="10034118" y="2496883"/>
            <a:ext cx="0" cy="44107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24803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7EA44DC0-0F09-A447-723F-021F5E4F3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48339DA-F0EB-81BD-15A7-137DE7BEA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8317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5000" dirty="0">
                <a:solidFill>
                  <a:schemeClr val="bg1"/>
                </a:solidFill>
              </a:rPr>
              <a:t>Jharkhand</a:t>
            </a:r>
          </a:p>
        </p:txBody>
      </p:sp>
    </p:spTree>
    <p:extLst>
      <p:ext uri="{BB962C8B-B14F-4D97-AF65-F5344CB8AC3E}">
        <p14:creationId xmlns:p14="http://schemas.microsoft.com/office/powerpoint/2010/main" val="2645614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72D0FF67-4FD9-496F-417F-E9E0B8545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68A367B-A288-BC9D-9A36-F4F8648CB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5344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Convention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2850EC7E-9DF3-2513-7200-015F1AA3B9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9714" y="1118259"/>
            <a:ext cx="10712571" cy="4351338"/>
          </a:xfrm>
        </p:spPr>
        <p:txBody>
          <a:bodyPr>
            <a:normAutofit/>
          </a:bodyPr>
          <a:lstStyle/>
          <a:p>
            <a:r>
              <a:rPr lang="en-US" sz="3400" b="1" dirty="0">
                <a:solidFill>
                  <a:schemeClr val="bg1"/>
                </a:solidFill>
              </a:rPr>
              <a:t>In Bano, </a:t>
            </a:r>
            <a:r>
              <a:rPr lang="en-US" sz="3400" b="1" dirty="0" err="1">
                <a:solidFill>
                  <a:schemeClr val="bg1"/>
                </a:solidFill>
              </a:rPr>
              <a:t>Simdega</a:t>
            </a:r>
            <a:r>
              <a:rPr lang="en-US" sz="3400" b="1" dirty="0">
                <a:solidFill>
                  <a:schemeClr val="bg1"/>
                </a:solidFill>
              </a:rPr>
              <a:t>.</a:t>
            </a:r>
          </a:p>
          <a:p>
            <a:r>
              <a:rPr lang="en-US" sz="3400" b="1" dirty="0">
                <a:solidFill>
                  <a:schemeClr val="bg1"/>
                </a:solidFill>
              </a:rPr>
              <a:t>42 people received Jesus as their </a:t>
            </a:r>
            <a:r>
              <a:rPr lang="en-US" sz="3400" b="1" dirty="0" err="1">
                <a:solidFill>
                  <a:schemeClr val="bg1"/>
                </a:solidFill>
              </a:rPr>
              <a:t>Saviour</a:t>
            </a:r>
            <a:r>
              <a:rPr lang="en-US" sz="3400" b="1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0E0FA3EB-9857-D089-69A9-E0C3C515FE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84909"/>
            <a:ext cx="12192000" cy="3436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7543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4CBEB26-3D2B-6B5D-EE1D-C3D549E18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xmlns="" id="{6C10E01C-15ED-E92B-C887-E5E84268526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0" y="613410"/>
            <a:ext cx="12192000" cy="5631179"/>
          </a:xfrm>
        </p:spPr>
      </p:pic>
    </p:spTree>
    <p:extLst>
      <p:ext uri="{BB962C8B-B14F-4D97-AF65-F5344CB8AC3E}">
        <p14:creationId xmlns:p14="http://schemas.microsoft.com/office/powerpoint/2010/main" val="40239811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2C46E0CF-F025-994E-7B6E-1F4CED457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FAED2D2-12ED-3979-A522-F507D62BE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685" y="1078303"/>
            <a:ext cx="6271402" cy="1302588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Gospel sharing in Village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80C3E7D1-F114-B6BA-24D2-1E1F354725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500" y="0"/>
            <a:ext cx="5143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5940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2D5FA10E-7211-8931-E53D-3EA07E313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CDB0BC3-8A2A-C01F-5E67-3461C1159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308" y="1345721"/>
            <a:ext cx="5666117" cy="3528204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Baptism</a:t>
            </a:r>
            <a:br>
              <a:rPr lang="en-IN" b="1" dirty="0">
                <a:solidFill>
                  <a:schemeClr val="bg1"/>
                </a:solidFill>
              </a:rPr>
            </a:br>
            <a:r>
              <a:rPr lang="en-IN" b="1" dirty="0">
                <a:solidFill>
                  <a:schemeClr val="bg1"/>
                </a:solidFill>
              </a:rPr>
              <a:t/>
            </a:r>
            <a:br>
              <a:rPr lang="en-IN" b="1" dirty="0">
                <a:solidFill>
                  <a:schemeClr val="bg1"/>
                </a:solidFill>
              </a:rPr>
            </a:br>
            <a:r>
              <a:rPr lang="en-IN" b="1" dirty="0">
                <a:solidFill>
                  <a:schemeClr val="bg1"/>
                </a:solidFill>
              </a:rPr>
              <a:t>6 people received Baptism this month.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DD1DAA87-FC81-74D7-7432-5CDEF8DCB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500" y="0"/>
            <a:ext cx="5143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8803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C3E21540-E0FC-671A-BE50-0EECFDF91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DC9CD47-284C-2E6B-9E76-3A6221289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308" y="1345721"/>
            <a:ext cx="5666117" cy="3528204"/>
          </a:xfrm>
        </p:spPr>
        <p:txBody>
          <a:bodyPr>
            <a:normAutofit/>
          </a:bodyPr>
          <a:lstStyle/>
          <a:p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FC626024-0DD8-6637-3385-462F1CFB91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8575" y="0"/>
            <a:ext cx="51595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1121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F260817-0A41-FE19-669D-591E50952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Youth meeting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FD701320-6FCF-1858-9FBF-6105A30F2D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5563"/>
            <a:ext cx="12192000" cy="551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3212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A43C6DA-B786-7834-FDD8-CFE0F8C2E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280" y="733245"/>
            <a:ext cx="4830792" cy="5262113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New family added to Church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4A654253-B7EB-DCA6-ED6F-60A6CC8DCB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8220" y="0"/>
            <a:ext cx="5143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2482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F92A84DD-96B9-0E08-CEA2-A87E30536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10977" cy="1040981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Fasting Prayer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530FBA74-D148-B129-7A66-625BBED0BA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6" y="1230923"/>
            <a:ext cx="12192000" cy="5627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7270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0ED48743-9D29-BCBB-CAF6-017D8F21D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36C4DC6-FA9B-0103-9003-98DA6A444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0944" y="431320"/>
            <a:ext cx="7461849" cy="888521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/>
            </a:r>
            <a:br>
              <a:rPr lang="en-IN" b="1" dirty="0">
                <a:solidFill>
                  <a:schemeClr val="bg1"/>
                </a:solidFill>
              </a:rPr>
            </a:br>
            <a:r>
              <a:rPr lang="en-IN" b="1" dirty="0">
                <a:solidFill>
                  <a:schemeClr val="bg1"/>
                </a:solidFill>
              </a:rPr>
              <a:t> </a:t>
            </a:r>
            <a:br>
              <a:rPr lang="en-IN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Church In Pahan Toli, </a:t>
            </a:r>
            <a:r>
              <a:rPr lang="en-US" b="1" dirty="0" err="1">
                <a:solidFill>
                  <a:schemeClr val="bg1"/>
                </a:solidFill>
              </a:rPr>
              <a:t>Simdega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br>
              <a:rPr lang="en-US" b="1" dirty="0">
                <a:solidFill>
                  <a:schemeClr val="bg1"/>
                </a:solidFill>
              </a:rPr>
            </a:br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AB522F1D-2B8D-6ECC-DB81-32BBFB43E4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36478"/>
            <a:ext cx="6383031" cy="35518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DAEEB9A8-FDB2-18E9-5CD3-8AA9B44ED0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5908" y="2236478"/>
            <a:ext cx="5886091" cy="3564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4117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B033AD05-8246-3C6D-3519-190F8178C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96426D4-088A-97E9-8642-0562671E4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0944" y="431320"/>
            <a:ext cx="7461849" cy="888521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Church In Banki Munda Toli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00DAB2A1-603A-1503-2BC2-A6D226EAC0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6" y="2137315"/>
            <a:ext cx="6619113" cy="30590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50D93574-09FE-7C70-954F-79F265123A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5023" y="2075715"/>
            <a:ext cx="5575540" cy="3120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1159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8F80490B-5387-E764-6AEC-D95BF9DD8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CD302EC-D297-D0C7-E502-6DECE5380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0944" y="431320"/>
            <a:ext cx="7461849" cy="888521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Church In Sode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D99659AE-4324-5286-B006-56BDFF57F8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783378"/>
            <a:ext cx="6438456" cy="335318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5EC02EF7-D128-BA23-0523-473C0146FB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4316" y="1783378"/>
            <a:ext cx="5687683" cy="3353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5859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BBEE02B5-7FDA-D6C8-6F7B-724E33A09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90DA3B8-DCB3-88F9-8D27-87BF3F978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0944" y="431320"/>
            <a:ext cx="7461849" cy="888521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Church In </a:t>
            </a:r>
            <a:r>
              <a:rPr lang="en-IN" b="1" dirty="0" err="1">
                <a:solidFill>
                  <a:schemeClr val="bg1"/>
                </a:solidFill>
              </a:rPr>
              <a:t>Kenduda</a:t>
            </a:r>
            <a:r>
              <a:rPr lang="en-IN" b="1" dirty="0">
                <a:solidFill>
                  <a:schemeClr val="bg1"/>
                </a:solidFill>
              </a:rPr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A2C331DD-59CF-5500-7731-5130012EF1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57336"/>
            <a:ext cx="6418053" cy="39441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5D2BB3BB-4A4B-BF76-315C-27C0C8CD92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8053" y="1657336"/>
            <a:ext cx="5740825" cy="394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7655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0AF6E73B-A1D6-653C-E41A-AA91C673D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454AD0D-E013-5697-2CCB-302AFB4C7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0944" y="431320"/>
            <a:ext cx="7461849" cy="888521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Church In </a:t>
            </a:r>
            <a:r>
              <a:rPr lang="en-IN" b="1" dirty="0" err="1">
                <a:solidFill>
                  <a:schemeClr val="bg1"/>
                </a:solidFill>
              </a:rPr>
              <a:t>Ushram</a:t>
            </a:r>
            <a:r>
              <a:rPr lang="en-IN" b="1" dirty="0">
                <a:solidFill>
                  <a:schemeClr val="bg1"/>
                </a:solidFill>
              </a:rPr>
              <a:t>, Rania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DA1EB989-C3B3-BE4F-3E16-6FCB65AFD4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46909"/>
            <a:ext cx="12192000" cy="5611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6675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251300BD-D10B-B8BD-D6E1-FB2EB767B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2ACF8E8-9599-5997-EFC9-9CEC1DBD7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0944" y="431320"/>
            <a:ext cx="7461849" cy="888521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Church In </a:t>
            </a:r>
            <a:r>
              <a:rPr lang="en-IN" b="1" dirty="0" err="1">
                <a:solidFill>
                  <a:schemeClr val="bg1"/>
                </a:solidFill>
              </a:rPr>
              <a:t>Ramanuganj</a:t>
            </a:r>
            <a:r>
              <a:rPr lang="en-IN" b="1" dirty="0">
                <a:solidFill>
                  <a:schemeClr val="bg1"/>
                </a:solidFill>
              </a:rPr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0D5C1055-F0C1-2399-F958-362931155D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10811"/>
            <a:ext cx="5986732" cy="344395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24A573C5-A1F3-5230-5D4A-F70BF72FD0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049093"/>
            <a:ext cx="6096000" cy="39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9876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8A4672E5-51CC-74E3-2880-22244FFB8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CD4440B-26B8-4C78-22C4-AC6C675A8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0944" y="431320"/>
            <a:ext cx="7461849" cy="888521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Church In Bargarh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A61D8F32-45E5-8817-9CB7-B556C0DC03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9431"/>
            <a:ext cx="5658928" cy="465810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B9369144-3B7B-663C-9B4A-5D555D9C81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5577" y="1529431"/>
            <a:ext cx="6386423" cy="4789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9242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2EBC7801-D615-7C19-1A9E-212A0116C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CA18428-6D6C-38D9-7A3C-8840F456A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0944" y="431320"/>
            <a:ext cx="7461849" cy="888521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Church In </a:t>
            </a:r>
            <a:r>
              <a:rPr lang="en-IN" b="1" dirty="0" err="1">
                <a:solidFill>
                  <a:schemeClr val="bg1"/>
                </a:solidFill>
              </a:rPr>
              <a:t>Torppa</a:t>
            </a:r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620AD48E-0B37-DD7D-672F-0F5381861E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01" y="1824965"/>
            <a:ext cx="5703552" cy="30633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B0C3B040-FB1E-9E0E-C0BD-0495633198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746343"/>
            <a:ext cx="6000799" cy="3365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7114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C2332E8-52A1-DD45-8039-FE3DA8567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A0663FD-EE23-DC30-CC30-162ED15D08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IN" sz="60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IN" sz="6000" dirty="0">
                <a:solidFill>
                  <a:schemeClr val="bg1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478506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1449</TotalTime>
  <Words>105</Words>
  <Application>Microsoft Office PowerPoint</Application>
  <PresentationFormat>Widescreen</PresentationFormat>
  <Paragraphs>34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Calibri body</vt:lpstr>
      <vt:lpstr>Calibri Light</vt:lpstr>
      <vt:lpstr>Times New Roman</vt:lpstr>
      <vt:lpstr>Office Theme</vt:lpstr>
      <vt:lpstr>MISSION UPDATES</vt:lpstr>
      <vt:lpstr>PowerPoint Presentation</vt:lpstr>
      <vt:lpstr>Mission Stations</vt:lpstr>
      <vt:lpstr>PowerPoint Presentation</vt:lpstr>
      <vt:lpstr>Jharkhand</vt:lpstr>
      <vt:lpstr>Convention</vt:lpstr>
      <vt:lpstr>PowerPoint Presentation</vt:lpstr>
      <vt:lpstr>Gospel sharing in Village</vt:lpstr>
      <vt:lpstr>Baptism  6 people received Baptism this month.</vt:lpstr>
      <vt:lpstr>PowerPoint Presentation</vt:lpstr>
      <vt:lpstr>Youth meeting</vt:lpstr>
      <vt:lpstr>New family added to Church</vt:lpstr>
      <vt:lpstr>Fasting Prayer</vt:lpstr>
      <vt:lpstr>   Church In Pahan Toli, Simdega  </vt:lpstr>
      <vt:lpstr>Church In Banki Munda Toli</vt:lpstr>
      <vt:lpstr>Church In Sode</vt:lpstr>
      <vt:lpstr>Church In Kenduda </vt:lpstr>
      <vt:lpstr>Church In Ushram, Rania </vt:lpstr>
      <vt:lpstr>Church In Ramanuganj </vt:lpstr>
      <vt:lpstr>Church In Bargarh </vt:lpstr>
      <vt:lpstr>Church In Torppa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MISSION UPDATES</dc:title>
  <dc:creator>Joel</dc:creator>
  <cp:lastModifiedBy>DELL</cp:lastModifiedBy>
  <cp:revision>237</cp:revision>
  <dcterms:created xsi:type="dcterms:W3CDTF">2023-08-05T09:44:26Z</dcterms:created>
  <dcterms:modified xsi:type="dcterms:W3CDTF">2025-11-02T06:00:31Z</dcterms:modified>
</cp:coreProperties>
</file>