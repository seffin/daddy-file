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8" r:id="rId3"/>
    <p:sldId id="259" r:id="rId4"/>
    <p:sldId id="353" r:id="rId5"/>
    <p:sldId id="362" r:id="rId6"/>
    <p:sldId id="375" r:id="rId7"/>
    <p:sldId id="384" r:id="rId8"/>
    <p:sldId id="356" r:id="rId9"/>
    <p:sldId id="364" r:id="rId10"/>
    <p:sldId id="376" r:id="rId11"/>
    <p:sldId id="358" r:id="rId12"/>
    <p:sldId id="360" r:id="rId13"/>
    <p:sldId id="361" r:id="rId14"/>
    <p:sldId id="372" r:id="rId15"/>
    <p:sldId id="379" r:id="rId16"/>
    <p:sldId id="377" r:id="rId17"/>
    <p:sldId id="378" r:id="rId18"/>
    <p:sldId id="381" r:id="rId19"/>
    <p:sldId id="385" r:id="rId20"/>
    <p:sldId id="386" r:id="rId21"/>
    <p:sldId id="30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05DE4A3-0075-43AD-81AD-A011414C9807}">
          <p14:sldIdLst>
            <p14:sldId id="256"/>
            <p14:sldId id="258"/>
            <p14:sldId id="259"/>
            <p14:sldId id="353"/>
            <p14:sldId id="362"/>
            <p14:sldId id="375"/>
            <p14:sldId id="384"/>
            <p14:sldId id="356"/>
            <p14:sldId id="364"/>
            <p14:sldId id="376"/>
            <p14:sldId id="358"/>
            <p14:sldId id="360"/>
            <p14:sldId id="361"/>
            <p14:sldId id="372"/>
            <p14:sldId id="379"/>
            <p14:sldId id="377"/>
            <p14:sldId id="378"/>
            <p14:sldId id="381"/>
            <p14:sldId id="385"/>
            <p14:sldId id="386"/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E56A5E-3C42-CE31-052C-F1FD87D540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5E94AE9-F55F-313A-E9C0-8803666696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3EC8E65-9771-E023-EBF5-7110D2982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9A3F71E-B7B8-CF2B-7D41-85185037F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9907201-5C5D-51BF-626E-7C6BFEB35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354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C804F0-A10B-A097-28E4-E55EC20ED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D1DCCCE-370B-5294-3FBE-B4135187B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39359E1-11F6-8EAD-3858-9E3FAAD87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9EA3C87-62E2-609D-FB17-A8CDF017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87B57C3-BEBC-263A-02D2-D60B20CB9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93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A326984-E1F8-E4AC-8097-DEF74A9AD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FD7FA4D-9B89-EF16-CB72-9EF43594B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8E65FF8-5F1F-E5DB-54C9-0F49E07FF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F963BF0-B470-B2B9-ECB5-52037F190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D6DA7BA-19D6-709A-6CDF-50564D942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562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0006BF-19D1-EFE9-0837-6C3F73186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E4A88EC-8EF9-F31C-FA85-A3A235B34F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F787151-4D39-472E-BCD3-84A232E505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5D7DEF8-5348-DD1F-57F0-853155F12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9C7525A-4535-A1BC-D8BF-5C95300B7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4BF29BE-0443-2D51-D307-155073CD0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189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F4B503-0BCB-2957-F496-829AA8705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5E0ADB3-E36B-5891-FE99-F22129C19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3F85456-1DCF-94D1-33CD-7E97096FEC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207814D4-8BC5-0D84-E2C3-53D0E12A02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5F3B321-3ADA-85EB-425C-C494CC1035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F8117C54-72BB-7522-7ECF-9E72E4C5C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3F535B31-EF23-B0E7-7A52-F8464231B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0BB9BA59-5825-5A0C-D194-5066501F0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822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6F3FC6-E6CE-8034-8BFD-BD0956185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3F791D5-2EDC-14B4-6285-557FE37DE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994D104-D798-F189-0B66-94A2C2436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6654491-377F-EAB6-D03C-2CD86A76F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394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23EF462-3A1A-5A51-B08B-A84299F37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F984AF2-B392-8E46-F0CC-D3803CC46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122CF30-DBA6-9689-2F4E-E43546F83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026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3C9E1C-A207-1AC3-5D4E-B13231847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8C21459-04AA-3D56-E490-5EB7D6A53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07C382C-87C9-843D-D431-EECEB4C3C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F756E2C-0CE4-0BA3-9CBF-13A878260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08EB9BF-59AF-1690-416D-062D227E9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36BE312-A3E1-21FE-34DB-59AAC150A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26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16BF21-3DD9-EC64-CA8D-87FFA5DF6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0960986-5AF2-B583-DECD-0A8446FA8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39CDE73-69A7-7948-631B-A2AFAD92EE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32BD144-0247-A256-45A1-FF8DD8254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2F73229-DD7B-652E-4408-CC580813E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1E85044-28AE-805A-B1C1-91B2814E8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557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ED1BAB-6A51-936A-7119-47113657C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9A74936-1E74-6F0D-81EF-35F41A5E0C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A9C22DB-BA4F-3668-4FAD-5530DAF89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2A85F89-4151-EF25-C1AD-D379A118F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E76E8EF-77E9-7E31-251F-7A2B63673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91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221D4944-4A95-407F-4A0D-69CEC7909E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4215830-0C1F-C08E-18CF-28FEBAD89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B9292A8-E547-8EB9-5BED-CAC9B0AC2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9BECF9D-7537-816C-E5C3-70139099A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17734B9-D840-90AF-8F5D-811813973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422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4B9ACD79-1E8B-A818-3C94-06E31D8B8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AA6DFD0-B92C-B9FB-428E-E585059FD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F759A60-E3E1-41F9-3DF1-95A8041290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12/7/2025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7DC471-E431-DFED-2DD3-0A0B3F5D47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C9DDD1B-7A1F-EF8D-977D-060DBD747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168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DE9BD4-9568-0F38-2A8B-65D3A2170C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u="sng" dirty="0">
                <a:solidFill>
                  <a:schemeClr val="bg1"/>
                </a:solidFill>
              </a:rPr>
              <a:t>MISSION UPDATES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4DB0068-07A8-E75F-4A6E-D3A05F7D7D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</a:rPr>
              <a:t>December 2025</a:t>
            </a:r>
            <a:endParaRPr lang="en-IN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960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AB2684-300D-99B0-869A-091853485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xmlns="" id="{E9D7D084-099B-B535-CE75-BC8CC9E005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7133" y="0"/>
            <a:ext cx="6811347" cy="6811347"/>
          </a:xfrm>
        </p:spPr>
      </p:pic>
    </p:spTree>
    <p:extLst>
      <p:ext uri="{BB962C8B-B14F-4D97-AF65-F5344CB8AC3E}">
        <p14:creationId xmlns:p14="http://schemas.microsoft.com/office/powerpoint/2010/main" val="457356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D4CF3D-91CC-DFE0-202A-E4E5DBBF7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Mission Stations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FF975D1-C9AF-4B8F-FBDE-E8FF2CAB8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Calibri body"/>
                <a:cs typeface="Times New Roman" panose="02020603050405020304" pitchFamily="18" charset="0"/>
              </a:rPr>
              <a:t>10 mission stations supported in Jharkhand.</a:t>
            </a:r>
          </a:p>
          <a:p>
            <a:r>
              <a:rPr lang="en-IN" dirty="0">
                <a:solidFill>
                  <a:schemeClr val="bg1"/>
                </a:solidFill>
                <a:latin typeface="Calibri body"/>
                <a:cs typeface="Times New Roman" panose="02020603050405020304" pitchFamily="18" charset="0"/>
              </a:rPr>
              <a:t>5 mission stations supported in U.P.</a:t>
            </a:r>
          </a:p>
          <a:p>
            <a:r>
              <a:rPr lang="en-IN" dirty="0">
                <a:solidFill>
                  <a:schemeClr val="bg1"/>
                </a:solidFill>
                <a:latin typeface="Calibri body"/>
                <a:cs typeface="Times New Roman" panose="02020603050405020304" pitchFamily="18" charset="0"/>
              </a:rPr>
              <a:t>1 ICPF workstation supported in North-east(Dimapur) India.</a:t>
            </a:r>
          </a:p>
        </p:txBody>
      </p:sp>
    </p:spTree>
    <p:extLst>
      <p:ext uri="{BB962C8B-B14F-4D97-AF65-F5344CB8AC3E}">
        <p14:creationId xmlns:p14="http://schemas.microsoft.com/office/powerpoint/2010/main" val="1603737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6E6944F-20B8-786D-5688-176992D79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2785"/>
            <a:ext cx="10515600" cy="4724178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solidFill>
                  <a:schemeClr val="bg1"/>
                </a:solidFill>
              </a:rPr>
              <a:t>NORTH INDIA MISSION</a:t>
            </a:r>
          </a:p>
          <a:p>
            <a:pPr marL="0" indent="0" algn="ctr">
              <a:buNone/>
            </a:pP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B8F51F9B-3250-4EE6-3FFE-9D798F7AAC82}"/>
              </a:ext>
            </a:extLst>
          </p:cNvPr>
          <p:cNvCxnSpPr>
            <a:cxnSpLocks/>
          </p:cNvCxnSpPr>
          <p:nvPr/>
        </p:nvCxnSpPr>
        <p:spPr>
          <a:xfrm>
            <a:off x="5813756" y="1849961"/>
            <a:ext cx="0" cy="64692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661265C6-C00C-FEE5-F24B-8F7098A99985}"/>
              </a:ext>
            </a:extLst>
          </p:cNvPr>
          <p:cNvCxnSpPr/>
          <p:nvPr/>
        </p:nvCxnSpPr>
        <p:spPr>
          <a:xfrm>
            <a:off x="1925816" y="2496883"/>
            <a:ext cx="810830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8EB2D1E-04E2-36E3-9797-D1139AEAF646}"/>
              </a:ext>
            </a:extLst>
          </p:cNvPr>
          <p:cNvSpPr txBox="1"/>
          <p:nvPr/>
        </p:nvSpPr>
        <p:spPr>
          <a:xfrm>
            <a:off x="1025922" y="2958570"/>
            <a:ext cx="2368417" cy="14773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UP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Pr. Sunny George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5 Stations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Balia and Varanasi Districts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8F8EB4BB-6424-9EA3-486B-8FAD6990CFED}"/>
              </a:ext>
            </a:extLst>
          </p:cNvPr>
          <p:cNvSpPr txBox="1"/>
          <p:nvPr/>
        </p:nvSpPr>
        <p:spPr>
          <a:xfrm>
            <a:off x="4317495" y="2958570"/>
            <a:ext cx="2368417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Jharkhand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Pr. Sam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10 Stations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bg1"/>
                </a:solidFill>
              </a:rPr>
              <a:t>Khunti</a:t>
            </a:r>
            <a:r>
              <a:rPr lang="en-IN" dirty="0">
                <a:solidFill>
                  <a:schemeClr val="bg1"/>
                </a:solidFill>
              </a:rPr>
              <a:t> District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278A6E-CA3E-6A18-3930-1F1BBB3ADC54}"/>
              </a:ext>
            </a:extLst>
          </p:cNvPr>
          <p:cNvSpPr txBox="1"/>
          <p:nvPr/>
        </p:nvSpPr>
        <p:spPr>
          <a:xfrm>
            <a:off x="8484040" y="2958570"/>
            <a:ext cx="2368417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ICPF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Sr. Priscilla </a:t>
            </a:r>
            <a:r>
              <a:rPr lang="en-IN" dirty="0" err="1">
                <a:solidFill>
                  <a:schemeClr val="bg1"/>
                </a:solidFill>
              </a:rPr>
              <a:t>Ngullie</a:t>
            </a:r>
            <a:endParaRPr lang="en-IN" dirty="0">
              <a:solidFill>
                <a:schemeClr val="bg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1 Station - Dimapur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55B8E37C-D502-3777-8D43-95FBE3C3E17C}"/>
              </a:ext>
            </a:extLst>
          </p:cNvPr>
          <p:cNvCxnSpPr/>
          <p:nvPr/>
        </p:nvCxnSpPr>
        <p:spPr>
          <a:xfrm>
            <a:off x="1925816" y="2496883"/>
            <a:ext cx="0" cy="4410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55B8E37C-D502-3777-8D43-95FBE3C3E17C}"/>
              </a:ext>
            </a:extLst>
          </p:cNvPr>
          <p:cNvCxnSpPr/>
          <p:nvPr/>
        </p:nvCxnSpPr>
        <p:spPr>
          <a:xfrm>
            <a:off x="5501703" y="2496883"/>
            <a:ext cx="0" cy="4410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55B8E37C-D502-3777-8D43-95FBE3C3E17C}"/>
              </a:ext>
            </a:extLst>
          </p:cNvPr>
          <p:cNvCxnSpPr/>
          <p:nvPr/>
        </p:nvCxnSpPr>
        <p:spPr>
          <a:xfrm>
            <a:off x="10034118" y="2496883"/>
            <a:ext cx="0" cy="4410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2480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7EA44DC0-0F09-A447-723F-021F5E4F3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8339DA-F0EB-81BD-15A7-137DE7BEA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8317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5000" dirty="0">
                <a:solidFill>
                  <a:schemeClr val="bg1"/>
                </a:solidFill>
              </a:rPr>
              <a:t>Jharkhand</a:t>
            </a:r>
          </a:p>
        </p:txBody>
      </p:sp>
    </p:spTree>
    <p:extLst>
      <p:ext uri="{BB962C8B-B14F-4D97-AF65-F5344CB8AC3E}">
        <p14:creationId xmlns:p14="http://schemas.microsoft.com/office/powerpoint/2010/main" val="264561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72D0FF67-4FD9-496F-417F-E9E0B8545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8A367B-A288-BC9D-9A36-F4F8648CB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344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Church Building under construction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2850EC7E-9DF3-2513-7200-015F1AA3B9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9714" y="1630392"/>
            <a:ext cx="10712571" cy="569344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This building is in Bargarh, which is in </a:t>
            </a:r>
            <a:r>
              <a:rPr lang="en-US" sz="3000" dirty="0" err="1">
                <a:solidFill>
                  <a:schemeClr val="bg1"/>
                </a:solidFill>
              </a:rPr>
              <a:t>Gharwa</a:t>
            </a:r>
            <a:r>
              <a:rPr lang="en-US" sz="3000" dirty="0">
                <a:solidFill>
                  <a:schemeClr val="bg1"/>
                </a:solidFill>
              </a:rPr>
              <a:t> District.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078FA7C0-8E99-FABB-CB07-96E2DC0F4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39210"/>
            <a:ext cx="12192000" cy="451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754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D78FC2D2-1E32-0DF0-A10F-FFFBC2422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2560A08-E911-1D43-558C-3523E7BB6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344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Blanket Distribution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30D4196B-9392-FF08-170D-952713523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6820"/>
            <a:ext cx="12192000" cy="563118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xmlns="" id="{E4669E16-DB7E-6DF4-D5D2-6C0F99066C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0625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CBEB26-3D2B-6B5D-EE1D-C3D549E18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xmlns="" id="{82864EA7-843D-96AD-EA8C-D85B8B3EC7F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617882"/>
            <a:ext cx="12172638" cy="5622236"/>
          </a:xfrm>
        </p:spPr>
      </p:pic>
    </p:spTree>
    <p:extLst>
      <p:ext uri="{BB962C8B-B14F-4D97-AF65-F5344CB8AC3E}">
        <p14:creationId xmlns:p14="http://schemas.microsoft.com/office/powerpoint/2010/main" val="4023981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2C46E0CF-F025-994E-7B6E-1F4CED457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AED2D2-12ED-3979-A522-F507D62BE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85" y="1078303"/>
            <a:ext cx="6271402" cy="1302588"/>
          </a:xfrm>
        </p:spPr>
        <p:txBody>
          <a:bodyPr>
            <a:normAutofit/>
          </a:bodyPr>
          <a:lstStyle/>
          <a:p>
            <a:pPr algn="ctr"/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16BF4F8-0E98-2849-9C4E-2AA4BC724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2161" y="0"/>
            <a:ext cx="37259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594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C3E21540-E0FC-671A-BE50-0EECFDF91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6A2AD2E1-AE27-FE4C-AAE8-9504714D7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Baptism - </a:t>
            </a:r>
            <a:r>
              <a:rPr lang="en-IN" dirty="0">
                <a:solidFill>
                  <a:schemeClr val="bg1"/>
                </a:solidFill>
              </a:rPr>
              <a:t>55 people received Baptism this month.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3429811-B19A-5FA7-9BEA-532C89D20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8725"/>
            <a:ext cx="12192000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112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260817-0A41-FE19-669D-591E50952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343" y="2182483"/>
            <a:ext cx="1863306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Village Church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E91FB460-993F-B8EF-DAAD-187F10E40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321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A43C6DA-B786-7834-FDD8-CFE0F8C2E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280" y="733245"/>
            <a:ext cx="4830792" cy="5262113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New believers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95B8530-9353-35AD-3698-75B32D28E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881" y="0"/>
            <a:ext cx="3086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248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F92A84DD-96B9-0E08-CEA2-A87E30536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543" y="2744607"/>
            <a:ext cx="2189672" cy="1040981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Cottage Meeting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E43ED2D-6611-FF45-53DE-DF9F6AF57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727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0ED48743-9D29-BCBB-CAF6-017D8F21D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6C4DC6-FA9B-0103-9003-98DA6A444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329" y="155275"/>
            <a:ext cx="7461849" cy="888521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New Church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59859D5-8DFB-2F8A-2F55-9B7C06407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6820"/>
            <a:ext cx="12192000" cy="563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411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B033AD05-8246-3C6D-3519-190F8178C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96426D4-088A-97E9-8642-0562671E4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2703" y="207033"/>
            <a:ext cx="7461849" cy="888521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Special Meeting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8CAB8F1-23C1-AD92-0A3C-3675AACAB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8725"/>
            <a:ext cx="12192000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115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8F80490B-5387-E764-6AEC-D95BF9DD8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CD302EC-D297-D0C7-E502-6DECE5380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0340" y="224286"/>
            <a:ext cx="7461849" cy="888521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Monthly meeting in </a:t>
            </a:r>
            <a:r>
              <a:rPr lang="en-IN" b="1" dirty="0" err="1">
                <a:solidFill>
                  <a:schemeClr val="bg1"/>
                </a:solidFill>
              </a:rPr>
              <a:t>Khunti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FB153CF-9F16-4594-2533-A032E42F8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8725"/>
            <a:ext cx="12192000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585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BBEE02B5-7FDA-D6C8-6F7B-724E33A09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90DA3B8-DCB3-88F9-8D27-87BF3F978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329" y="103516"/>
            <a:ext cx="7461849" cy="888521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A Church in Jharkhand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F2CE3C8-36CE-6E14-9F10-FA5425F34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467" y="923026"/>
            <a:ext cx="10551065" cy="593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765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0AF6E73B-A1D6-653C-E41A-AA91C673D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54AD0D-E013-5697-2CCB-302AFB4C7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8582" y="338299"/>
            <a:ext cx="7461849" cy="888521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Pastor’s Meeting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7FFA56A-42A2-1A5B-A604-56FB52680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6820"/>
            <a:ext cx="12192000" cy="563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667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C74B75C2-7950-F31E-B0CA-3719E8DC4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8AFDE9-546D-370B-57E0-5C04E2B06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8317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5000" b="1" dirty="0" smtClean="0">
                <a:solidFill>
                  <a:schemeClr val="bg1"/>
                </a:solidFill>
              </a:rPr>
              <a:t>U.P</a:t>
            </a:r>
            <a:endParaRPr lang="en-IN" sz="5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6847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803F3FA2-D782-7EC2-8747-F363649E3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25F9453-E00A-90D2-0CA2-5EB486DC5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IN" sz="50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4A8A3B3-8CC3-9D8B-9002-57ECD2981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400" b="1" dirty="0">
                <a:solidFill>
                  <a:schemeClr val="bg1"/>
                </a:solidFill>
              </a:rPr>
              <a:t>87 Pastors are in Jail.</a:t>
            </a:r>
          </a:p>
        </p:txBody>
      </p:sp>
    </p:spTree>
    <p:extLst>
      <p:ext uri="{BB962C8B-B14F-4D97-AF65-F5344CB8AC3E}">
        <p14:creationId xmlns:p14="http://schemas.microsoft.com/office/powerpoint/2010/main" val="2894853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C2332E8-52A1-DD45-8039-FE3DA8567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0663FD-EE23-DC30-CC30-162ED15D0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IN" sz="60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IN" sz="6000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47850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1556</TotalTime>
  <Words>117</Words>
  <Application>Microsoft Office PowerPoint</Application>
  <PresentationFormat>Widescreen</PresentationFormat>
  <Paragraphs>35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body</vt:lpstr>
      <vt:lpstr>Calibri Light</vt:lpstr>
      <vt:lpstr>Times New Roman</vt:lpstr>
      <vt:lpstr>Office Theme</vt:lpstr>
      <vt:lpstr>MISSION UPDATES</vt:lpstr>
      <vt:lpstr>PowerPoint Presentation</vt:lpstr>
      <vt:lpstr>Mission Stations</vt:lpstr>
      <vt:lpstr>PowerPoint Presentation</vt:lpstr>
      <vt:lpstr>Jharkhand</vt:lpstr>
      <vt:lpstr>Church Building under construction</vt:lpstr>
      <vt:lpstr>Blanket Distribution</vt:lpstr>
      <vt:lpstr>PowerPoint Presentation</vt:lpstr>
      <vt:lpstr>PowerPoint Presentation</vt:lpstr>
      <vt:lpstr>Baptism - 55 people received Baptism this month.</vt:lpstr>
      <vt:lpstr>Village Church</vt:lpstr>
      <vt:lpstr>New believers</vt:lpstr>
      <vt:lpstr>Cottage Meeting</vt:lpstr>
      <vt:lpstr>New Church</vt:lpstr>
      <vt:lpstr>Special Meeting</vt:lpstr>
      <vt:lpstr>Monthly meeting in Khunti</vt:lpstr>
      <vt:lpstr>A Church in Jharkhand</vt:lpstr>
      <vt:lpstr>Pastor’s Meeting</vt:lpstr>
      <vt:lpstr>U.P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MISSION UPDATES</dc:title>
  <dc:creator>Joel</dc:creator>
  <cp:lastModifiedBy>DELL</cp:lastModifiedBy>
  <cp:revision>258</cp:revision>
  <dcterms:created xsi:type="dcterms:W3CDTF">2023-08-05T09:44:26Z</dcterms:created>
  <dcterms:modified xsi:type="dcterms:W3CDTF">2025-12-07T07:08:40Z</dcterms:modified>
</cp:coreProperties>
</file>