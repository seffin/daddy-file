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59" r:id="rId4"/>
    <p:sldId id="353" r:id="rId5"/>
    <p:sldId id="327" r:id="rId6"/>
    <p:sldId id="371" r:id="rId7"/>
    <p:sldId id="363" r:id="rId8"/>
    <p:sldId id="362" r:id="rId9"/>
    <p:sldId id="356" r:id="rId10"/>
    <p:sldId id="364" r:id="rId11"/>
    <p:sldId id="365" r:id="rId12"/>
    <p:sldId id="358" r:id="rId13"/>
    <p:sldId id="360" r:id="rId14"/>
    <p:sldId id="361" r:id="rId15"/>
    <p:sldId id="368" r:id="rId16"/>
    <p:sldId id="369" r:id="rId17"/>
    <p:sldId id="370" r:id="rId18"/>
    <p:sldId id="372" r:id="rId19"/>
    <p:sldId id="373" r:id="rId20"/>
    <p:sldId id="374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5DE4A3-0075-43AD-81AD-A011414C9807}">
          <p14:sldIdLst>
            <p14:sldId id="256"/>
            <p14:sldId id="258"/>
            <p14:sldId id="259"/>
            <p14:sldId id="353"/>
            <p14:sldId id="327"/>
            <p14:sldId id="371"/>
            <p14:sldId id="363"/>
            <p14:sldId id="362"/>
            <p14:sldId id="356"/>
            <p14:sldId id="364"/>
            <p14:sldId id="365"/>
            <p14:sldId id="358"/>
            <p14:sldId id="360"/>
            <p14:sldId id="361"/>
            <p14:sldId id="368"/>
            <p14:sldId id="369"/>
            <p14:sldId id="370"/>
            <p14:sldId id="372"/>
            <p14:sldId id="373"/>
            <p14:sldId id="374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E56A5E-3C42-CE31-052C-F1FD87D54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5E94AE9-F55F-313A-E9C0-88036666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EC8E65-9771-E023-EBF5-7110D298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A3F71E-B7B8-CF2B-7D41-8518503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907201-5C5D-51BF-626E-7C6BFEB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5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C804F0-A10B-A097-28E4-E55EC20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1DCCCE-370B-5294-3FBE-B4135187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9359E1-11F6-8EAD-3858-9E3FAAD8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EA3C87-62E2-609D-FB17-A8CDF01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7B57C3-BEBC-263A-02D2-D60B20CB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326984-E1F8-E4AC-8097-DEF74A9A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D7FA4D-9B89-EF16-CB72-9EF43594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8E65FF8-5F1F-E5DB-54C9-0F49E07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963BF0-B470-B2B9-ECB5-52037F1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6DA7BA-19D6-709A-6CDF-50564D94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0006BF-19D1-EFE9-0837-6C3F731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4A88EC-8EF9-F31C-FA85-A3A235B34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787151-4D39-472E-BCD3-84A232E5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D7DEF8-5348-DD1F-57F0-853155F1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C7525A-4535-A1BC-D8BF-5C95300B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BF29BE-0443-2D51-D307-155073CD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F4B503-0BCB-2957-F496-829AA87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E0ADB3-E36B-5891-FE99-F22129C1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F85456-1DCF-94D1-33CD-7E97096F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07814D4-8BC5-0D84-E2C3-53D0E12A0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5F3B321-3ADA-85EB-425C-C494CC10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8117C54-72BB-7522-7ECF-9E72E4C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F535B31-EF23-B0E7-7A52-F846423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BB9BA59-5825-5A0C-D194-5066501F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6F3FC6-E6CE-8034-8BFD-BD09561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F791D5-2EDC-14B4-6285-557FE37D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94D104-D798-F189-0B66-94A2C24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6654491-377F-EAB6-D03C-2CD86A7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9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23EF462-3A1A-5A51-B08B-A84299F3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984AF2-B392-8E46-F0CC-D3803CC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22CF30-DBA6-9689-2F4E-E43546F8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3C9E1C-A207-1AC3-5D4E-B132318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C21459-04AA-3D56-E490-5EB7D6A5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7C382C-87C9-843D-D431-EECEB4C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756E2C-0CE4-0BA3-9CBF-13A87826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8EB9BF-59AF-1690-416D-062D227E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6BE312-A3E1-21FE-34DB-59AAC150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2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16BF21-3DD9-EC64-CA8D-87FFA5DF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960986-5AF2-B583-DECD-0A8446FA8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9CDE73-69A7-7948-631B-A2AFAD92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32BD144-0247-A256-45A1-FF8DD82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F73229-DD7B-652E-4408-CC5808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E85044-28AE-805A-B1C1-91B2814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ED1BAB-6A51-936A-7119-47113657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9A74936-1E74-6F0D-81EF-35F41A5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9C22DB-BA4F-3668-4FAD-5530DAF8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A85F89-4151-EF25-C1AD-D379A1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76E8EF-77E9-7E31-251F-7A2B6367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21D4944-4A95-407F-4A0D-69CEC7909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15830-0C1F-C08E-18CF-28FEBAD8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9292A8-E547-8EB9-5BED-CAC9B0AC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BECF9D-7537-816C-E5C3-7013909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7734B9-D840-90AF-8F5D-81181397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B9ACD79-1E8B-A818-3C94-06E31D8B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A6DFD0-B92C-B9FB-428E-E585059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759A60-E3E1-41F9-3DF1-95A804129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7DC471-E431-DFED-2DD3-0A0B3F5D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9DDD1B-7A1F-EF8D-977D-060DBD74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DE9BD4-9568-0F38-2A8B-65D3A217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MISSION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DB0068-07A8-E75F-4A6E-D3A05F7D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OCTOBER 2025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96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AB2684-300D-99B0-869A-09185348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E9D7D084-099B-B535-CE75-BC8CC9E00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33" y="0"/>
            <a:ext cx="6811347" cy="6811347"/>
          </a:xfrm>
        </p:spPr>
      </p:pic>
    </p:spTree>
    <p:extLst>
      <p:ext uri="{BB962C8B-B14F-4D97-AF65-F5344CB8AC3E}">
        <p14:creationId xmlns:p14="http://schemas.microsoft.com/office/powerpoint/2010/main" val="45735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D4CF3D-91CC-DFE0-202A-E4E5DBBF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Mission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75D1-C9AF-4B8F-FBDE-E8FF2CA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10 mission stations supported in Jharkhand.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5 mission stations supported in U.P.</a:t>
            </a:r>
          </a:p>
          <a:p>
            <a:r>
              <a:rPr lang="en-IN" dirty="0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 ICPF workstation supported in North-east India.</a:t>
            </a:r>
          </a:p>
        </p:txBody>
      </p:sp>
    </p:spTree>
    <p:extLst>
      <p:ext uri="{BB962C8B-B14F-4D97-AF65-F5344CB8AC3E}">
        <p14:creationId xmlns:p14="http://schemas.microsoft.com/office/powerpoint/2010/main" val="160373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E6944F-20B8-786D-5688-176992D7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bg1"/>
                </a:solidFill>
              </a:rPr>
              <a:t>NORTH INDIA MISSION</a:t>
            </a:r>
          </a:p>
          <a:p>
            <a:pPr marL="0" indent="0" algn="ctr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B8F51F9B-3250-4EE6-3FFE-9D798F7AAC82}"/>
              </a:ext>
            </a:extLst>
          </p:cNvPr>
          <p:cNvCxnSpPr>
            <a:cxnSpLocks/>
          </p:cNvCxnSpPr>
          <p:nvPr/>
        </p:nvCxnSpPr>
        <p:spPr>
          <a:xfrm>
            <a:off x="5813756" y="1849961"/>
            <a:ext cx="0" cy="646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61265C6-C00C-FEE5-F24B-8F7098A99985}"/>
              </a:ext>
            </a:extLst>
          </p:cNvPr>
          <p:cNvCxnSpPr/>
          <p:nvPr/>
        </p:nvCxnSpPr>
        <p:spPr>
          <a:xfrm>
            <a:off x="1925816" y="2496883"/>
            <a:ext cx="81083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8EB2D1E-04E2-36E3-9797-D1139AEAF646}"/>
              </a:ext>
            </a:extLst>
          </p:cNvPr>
          <p:cNvSpPr txBox="1"/>
          <p:nvPr/>
        </p:nvSpPr>
        <p:spPr>
          <a:xfrm>
            <a:off x="1025922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Sunny George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5 Stations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8EB4BB-6424-9EA3-486B-8FAD6990CFED}"/>
              </a:ext>
            </a:extLst>
          </p:cNvPr>
          <p:cNvSpPr txBox="1"/>
          <p:nvPr/>
        </p:nvSpPr>
        <p:spPr>
          <a:xfrm>
            <a:off x="4317495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Jharkhand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Pr. Sam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 Stations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278A6E-CA3E-6A18-3930-1F1BBB3ADC54}"/>
              </a:ext>
            </a:extLst>
          </p:cNvPr>
          <p:cNvSpPr txBox="1"/>
          <p:nvPr/>
        </p:nvSpPr>
        <p:spPr>
          <a:xfrm>
            <a:off x="8484040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ICPF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Dr.</a:t>
            </a:r>
            <a:r>
              <a:rPr lang="en-IN" dirty="0">
                <a:solidFill>
                  <a:schemeClr val="bg1"/>
                </a:solidFill>
              </a:rPr>
              <a:t> James George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 Station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925816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5501703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55B8E37C-D502-3777-8D43-95FBE3C3E17C}"/>
              </a:ext>
            </a:extLst>
          </p:cNvPr>
          <p:cNvCxnSpPr/>
          <p:nvPr/>
        </p:nvCxnSpPr>
        <p:spPr>
          <a:xfrm>
            <a:off x="10034118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48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ACE901-6B54-17D0-9C60-F64834CF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</a:rPr>
              <a:t>U.P.</a:t>
            </a:r>
          </a:p>
        </p:txBody>
      </p:sp>
    </p:spTree>
    <p:extLst>
      <p:ext uri="{BB962C8B-B14F-4D97-AF65-F5344CB8AC3E}">
        <p14:creationId xmlns:p14="http://schemas.microsoft.com/office/powerpoint/2010/main" val="274782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C4D941A-08AF-6891-C0FC-46FCDEF4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29A9F2-7844-AC95-A221-19D0870A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IN" sz="5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9488FD-8908-3D50-13C4-EB8077F0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Last Month -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5 people came to know the Lord.</a:t>
            </a:r>
          </a:p>
          <a:p>
            <a:r>
              <a:rPr lang="en-IN" dirty="0">
                <a:solidFill>
                  <a:schemeClr val="bg1"/>
                </a:solidFill>
              </a:rPr>
              <a:t>Several others are preparing to take water baptism.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23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BEB5989-D30C-F8F5-3697-36DF1C53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01B90-D595-EAB0-6343-71257BCD9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</a:rPr>
              <a:t>Prayer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E3329-7DF1-9B1C-824E-59632E45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The opposition in UP is becoming more intense. Pray earnestly for the ministry in U.P.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Please pray for Pastor Vidya Sagar Prasad, </a:t>
            </a:r>
            <a:r>
              <a:rPr lang="en-US" dirty="0">
                <a:solidFill>
                  <a:schemeClr val="bg1"/>
                </a:solidFill>
              </a:rPr>
              <a:t>who is suffering from coronary artery disease.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EA44DC0-0F09-A447-723F-021F5E4F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8339DA-F0EB-81BD-15A7-137DE7BE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</a:rPr>
              <a:t>Jharkhand</a:t>
            </a:r>
          </a:p>
        </p:txBody>
      </p:sp>
    </p:spTree>
    <p:extLst>
      <p:ext uri="{BB962C8B-B14F-4D97-AF65-F5344CB8AC3E}">
        <p14:creationId xmlns:p14="http://schemas.microsoft.com/office/powerpoint/2010/main" val="26456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CBEB26-3D2B-6B5D-EE1D-C3D549E1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Village Ministry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856E93C-7F96-1A6B-9D03-D68214E39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94227" cy="4351338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Meeting with the believers.</a:t>
            </a:r>
            <a:endParaRPr lang="en-IN" sz="3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5862F7A-F097-E842-99A1-982D29A5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426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8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C46E0CF-F025-994E-7B6E-1F4CED45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AED2D2-12ED-3979-A522-F507D62B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09" y="4094959"/>
            <a:ext cx="812026" cy="45719"/>
          </a:xfrm>
        </p:spPr>
        <p:txBody>
          <a:bodyPr>
            <a:normAutofit fontScale="90000"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E0824E-7A43-85C5-947D-09CFAED30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51" y="0"/>
            <a:ext cx="10280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D5FA10E-7211-8931-E53D-3EA07E31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DB0BC3-8A2A-C01F-5E67-3461C115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09" y="1345721"/>
            <a:ext cx="3561272" cy="2794958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0F95101-64E5-42A0-AAC5-C68DFFAD8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8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260817-0A41-FE19-669D-591E5095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Church Construction – praying for completion of the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6823F6A-34F9-0108-8650-9750C3C3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470" y="1299337"/>
            <a:ext cx="9893060" cy="555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2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3C6DA-B786-7834-FDD8-CFE0F8C2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1984"/>
            <a:ext cx="4830792" cy="526211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This Church is being persecuted.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Water, electricity and ration not provided in the village.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Please pray for them.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BC077C5-3071-8A73-E251-1E5BF5927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56" y="1332781"/>
            <a:ext cx="7274943" cy="54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4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92A84DD-96B9-0E08-CEA2-A87E3053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0977" cy="104098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Church building completed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D612998-427E-ED98-E18E-443FA401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04" y="1140304"/>
            <a:ext cx="10164792" cy="571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1B1CA32-61A1-50DE-A647-D687BB9E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5F1301-0ABD-3B79-F44B-4D77ADE1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82" y="0"/>
            <a:ext cx="9906000" cy="12573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Baptisms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6CC62F4-9440-A845-1B9B-792B2C00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83" y="1257300"/>
            <a:ext cx="9906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2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2DCD213-2D32-8E9D-BC0D-CC4469E8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CB770447-2D90-06E1-1A4A-EFDF7A76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0977" cy="1040981"/>
          </a:xfrm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1476908-1A86-D62D-0AB3-1B5939E03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6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8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339DBAE-F840-2E86-243F-F8089835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5E32CE-D14A-06BE-28E6-291B9120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6" y="0"/>
            <a:ext cx="7461849" cy="5072332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816C85A-F3F3-292C-A1B3-189C65250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3383280" y="-2492586"/>
            <a:ext cx="5425440" cy="1205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2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ED48743-9D29-BCBB-CAF6-017D8F21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6C4DC6-FA9B-0103-9003-98DA6A44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6" y="0"/>
            <a:ext cx="7461849" cy="5072332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7EF89E6-6B3C-F913-F7E4-ECFD1C02F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1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3BC50AD-6361-9BA7-1CDC-4FCA9296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6FD2DC-428A-E4C7-9374-D00D5613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6" y="0"/>
            <a:ext cx="7461849" cy="5072332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90A7AF2-9367-E474-AA65-D3821A328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286" y="0"/>
            <a:ext cx="5127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D490D8F-96EC-03CD-0EB3-68A51EC0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2D564F-B7D9-8169-47F7-DF3A5015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06" y="0"/>
            <a:ext cx="7461849" cy="5072332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3EC813-29F0-03A1-5EE0-E31BBE77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5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332E8-52A1-DD45-8039-FE3DA856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0663FD-EE23-DC30-CC30-162ED15D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60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785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1404</TotalTime>
  <Words>139</Words>
  <Application>Microsoft Office PowerPoint</Application>
  <PresentationFormat>Widescreen</PresentationFormat>
  <Paragraphs>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body</vt:lpstr>
      <vt:lpstr>Calibri Light</vt:lpstr>
      <vt:lpstr>Times New Roman</vt:lpstr>
      <vt:lpstr>Office Theme</vt:lpstr>
      <vt:lpstr>MISSION UPDATES</vt:lpstr>
      <vt:lpstr>PowerPoint Presentation</vt:lpstr>
      <vt:lpstr>Mission Stations</vt:lpstr>
      <vt:lpstr>PowerPoint Presentation</vt:lpstr>
      <vt:lpstr>U.P.</vt:lpstr>
      <vt:lpstr>PowerPoint Presentation</vt:lpstr>
      <vt:lpstr>Prayer Requests</vt:lpstr>
      <vt:lpstr>Jharkhand</vt:lpstr>
      <vt:lpstr>Village Ministry</vt:lpstr>
      <vt:lpstr>PowerPoint Presentation</vt:lpstr>
      <vt:lpstr>PowerPoint Presentation</vt:lpstr>
      <vt:lpstr>Church Construction – praying for completion of the work</vt:lpstr>
      <vt:lpstr>This Church is being persecuted. Water, electricity and ration not provided in the village. Please pray for them.</vt:lpstr>
      <vt:lpstr>Church building completed</vt:lpstr>
      <vt:lpstr>Baptisms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UPDATES</dc:title>
  <dc:creator>Joel</dc:creator>
  <cp:lastModifiedBy>DELL</cp:lastModifiedBy>
  <cp:revision>216</cp:revision>
  <dcterms:created xsi:type="dcterms:W3CDTF">2023-08-05T09:44:26Z</dcterms:created>
  <dcterms:modified xsi:type="dcterms:W3CDTF">2025-10-05T06:41:09Z</dcterms:modified>
</cp:coreProperties>
</file>