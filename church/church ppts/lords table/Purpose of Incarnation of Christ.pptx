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b="1" i="1" dirty="0"/>
              <a:t>Incarnation of Christ</a:t>
            </a:r>
            <a:endParaRPr lang="en-IN" sz="8000" b="1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02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7340" y="1392756"/>
            <a:ext cx="9404723" cy="1400530"/>
          </a:xfrm>
        </p:spPr>
        <p:txBody>
          <a:bodyPr/>
          <a:lstStyle/>
          <a:p>
            <a:pPr algn="ctr"/>
            <a:r>
              <a:rPr lang="en-US" b="1" i="1" dirty="0" smtClean="0"/>
              <a:t>Incarnation of Christ</a:t>
            </a:r>
            <a:endParaRPr lang="en-IN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300" y="2668215"/>
            <a:ext cx="10467694" cy="3783860"/>
          </a:xfrm>
        </p:spPr>
        <p:txBody>
          <a:bodyPr>
            <a:normAutofit/>
          </a:bodyPr>
          <a:lstStyle/>
          <a:p>
            <a:r>
              <a:rPr lang="en-US" sz="2400" b="1" i="1" dirty="0" smtClean="0"/>
              <a:t>Purpose of Incarnation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Remission Of Sin    :    Mark 10:45,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Destroy the works of the devil </a:t>
            </a:r>
            <a:r>
              <a:rPr lang="en-US" sz="2400" b="1" dirty="0" smtClean="0"/>
              <a:t>   :     </a:t>
            </a:r>
            <a:r>
              <a:rPr lang="en-US" sz="2400" b="1" dirty="0"/>
              <a:t>1John </a:t>
            </a:r>
            <a:r>
              <a:rPr lang="en-US" sz="2400" b="1" dirty="0" smtClean="0"/>
              <a:t>3:8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To the fulfilment of the </a:t>
            </a:r>
            <a:r>
              <a:rPr lang="en-US" sz="2400" b="1" dirty="0" smtClean="0"/>
              <a:t>Scriptures    </a:t>
            </a:r>
            <a:r>
              <a:rPr lang="en-US" sz="2400" b="1" dirty="0"/>
              <a:t>: </a:t>
            </a:r>
            <a:r>
              <a:rPr lang="en-US" sz="2400" b="1" dirty="0" smtClean="0"/>
              <a:t>   1Corinthians </a:t>
            </a:r>
            <a:r>
              <a:rPr lang="en-US" sz="2400" b="1" dirty="0"/>
              <a:t>15: </a:t>
            </a:r>
            <a:r>
              <a:rPr lang="en-US" sz="2400" b="1" dirty="0" smtClean="0"/>
              <a:t>3,4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To confirm the promises made unto the fathers    :    Rom 15:8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The gentiles might glorify God for His mercy    :       Rom 15:9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Christ is the Mediator between God and Man </a:t>
            </a:r>
            <a:r>
              <a:rPr lang="en-US" sz="2400" b="1" dirty="0" smtClean="0"/>
              <a:t>   :    </a:t>
            </a:r>
            <a:r>
              <a:rPr lang="en-US" sz="2400" b="1" dirty="0"/>
              <a:t>1Thimothy </a:t>
            </a:r>
            <a:r>
              <a:rPr lang="en-US" sz="2400" b="1" dirty="0" smtClean="0"/>
              <a:t>2:5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7367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70" y="1750547"/>
            <a:ext cx="10510423" cy="611158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400" b="1" dirty="0" smtClean="0"/>
              <a:t>Example for holy life : Mathew 11:29 1John 2:6 1Peter 1:15,16 2:21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400" b="1" dirty="0" smtClean="0"/>
              <a:t>To prepare the bride for second coming : Hebrew 9:27,28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400" b="1" dirty="0" smtClean="0"/>
              <a:t>Head of the new creation : 2Cor 5:17, Galatians 6:15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400" b="1" dirty="0" smtClean="0"/>
              <a:t>The Lord God shall give the throne of David : Luke 1:32,33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400" b="1" dirty="0" smtClean="0"/>
              <a:t>Christ shall be called the son of the Highest : Luke 1: 32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400" b="1" dirty="0"/>
              <a:t>Only begotten son declared Father :                    John 1:18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400" b="1" dirty="0"/>
              <a:t>Declared the Son :      John 10:30, 14:9, 5:40   Mathew 7:11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400" b="1" dirty="0"/>
              <a:t>Became Faithful High Priest :   Hebrew 2:17,18 5:1,6  7:26,27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400" b="1" dirty="0"/>
              <a:t>Declared the man : Luke 3:38, Rom 3:23 1Corinthians 15: 45</a:t>
            </a:r>
            <a:r>
              <a:rPr lang="en-US" sz="2400" b="1" dirty="0" smtClean="0"/>
              <a:t>,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786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198</TotalTime>
  <Words>171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</vt:lpstr>
      <vt:lpstr>Incarnation of Christ</vt:lpstr>
      <vt:lpstr>Incarnation of Christ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Incarnation of Christ</dc:title>
  <dc:creator>DELL</dc:creator>
  <cp:lastModifiedBy>DELL</cp:lastModifiedBy>
  <cp:revision>20</cp:revision>
  <dcterms:created xsi:type="dcterms:W3CDTF">2026-05-23T19:39:30Z</dcterms:created>
  <dcterms:modified xsi:type="dcterms:W3CDTF">2026-08-18T19:10:51Z</dcterms:modified>
</cp:coreProperties>
</file>