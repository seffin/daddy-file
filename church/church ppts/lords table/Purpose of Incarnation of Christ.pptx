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9" d="100"/>
          <a:sy n="89" d="100"/>
        </p:scale>
        <p:origin x="43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5/24/2026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5/24/2026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5/24/2026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5/24/2026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3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5" y="3129280"/>
            <a:ext cx="34010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5/24/2026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799"/>
            <a:ext cx="8825658" cy="3640667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0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j-ea"/>
                <a:cs typeface="+mj-cs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j-ea"/>
                <a:cs typeface="+mj-cs"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5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5/24/2026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5/24/2026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44"/>
          <a:stretch/>
        </p:blipFill>
        <p:spPr>
          <a:xfrm>
            <a:off x="0" y="2669685"/>
            <a:ext cx="4035669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7000"/>
                </a:schemeClr>
              </a:gs>
              <a:gs pos="69000">
                <a:schemeClr val="accent5">
                  <a:alpha val="0"/>
                </a:schemeClr>
              </a:gs>
              <a:gs pos="36000">
                <a:schemeClr val="accent5"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5/24/2026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8000" b="1" i="1" dirty="0"/>
              <a:t>Incarnation of Christ</a:t>
            </a:r>
            <a:endParaRPr lang="en-IN" sz="8000" b="1" i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80212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37340" y="1392756"/>
            <a:ext cx="9404723" cy="1400530"/>
          </a:xfrm>
        </p:spPr>
        <p:txBody>
          <a:bodyPr/>
          <a:lstStyle/>
          <a:p>
            <a:pPr algn="ctr"/>
            <a:r>
              <a:rPr lang="en-US" b="1" i="1" dirty="0" smtClean="0"/>
              <a:t>Incarnation of Christ</a:t>
            </a:r>
            <a:endParaRPr lang="en-IN" b="1" i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1300" y="2668215"/>
            <a:ext cx="10467694" cy="3783860"/>
          </a:xfrm>
        </p:spPr>
        <p:txBody>
          <a:bodyPr>
            <a:normAutofit/>
          </a:bodyPr>
          <a:lstStyle/>
          <a:p>
            <a:r>
              <a:rPr lang="en-US" sz="2400" b="1" i="1" dirty="0" smtClean="0"/>
              <a:t>Purpose of Incarnation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1" dirty="0" smtClean="0"/>
              <a:t>Remission Of </a:t>
            </a:r>
            <a:r>
              <a:rPr lang="en-US" sz="2400" b="1" dirty="0" smtClean="0"/>
              <a:t>Sin    :    Mark </a:t>
            </a:r>
            <a:r>
              <a:rPr lang="en-US" sz="2400" b="1" dirty="0" smtClean="0"/>
              <a:t>10:45, </a:t>
            </a:r>
            <a:endParaRPr lang="en-US" sz="2400" b="1" dirty="0" smtClean="0"/>
          </a:p>
          <a:p>
            <a:pPr marL="457200" indent="-457200">
              <a:buFont typeface="+mj-lt"/>
              <a:buAutoNum type="arabicPeriod"/>
            </a:pPr>
            <a:r>
              <a:rPr lang="en-US" sz="2400" b="1" dirty="0"/>
              <a:t>Destroy the works of the devil </a:t>
            </a:r>
            <a:r>
              <a:rPr lang="en-US" sz="2400" b="1" dirty="0" smtClean="0"/>
              <a:t>   :     </a:t>
            </a:r>
            <a:r>
              <a:rPr lang="en-US" sz="2400" b="1" dirty="0"/>
              <a:t>1John </a:t>
            </a:r>
            <a:r>
              <a:rPr lang="en-US" sz="2400" b="1" dirty="0" smtClean="0"/>
              <a:t>3:8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1" dirty="0"/>
              <a:t>To the fulfilment of the </a:t>
            </a:r>
            <a:r>
              <a:rPr lang="en-US" sz="2400" b="1" dirty="0" smtClean="0"/>
              <a:t>Scriptures    </a:t>
            </a:r>
            <a:r>
              <a:rPr lang="en-US" sz="2400" b="1" dirty="0"/>
              <a:t>: </a:t>
            </a:r>
            <a:r>
              <a:rPr lang="en-US" sz="2400" b="1" dirty="0" smtClean="0"/>
              <a:t>   1Corinthians </a:t>
            </a:r>
            <a:r>
              <a:rPr lang="en-US" sz="2400" b="1" dirty="0"/>
              <a:t>15: </a:t>
            </a:r>
            <a:r>
              <a:rPr lang="en-US" sz="2400" b="1" dirty="0" smtClean="0"/>
              <a:t>3,4</a:t>
            </a:r>
            <a:endParaRPr lang="en-US" sz="2400" b="1" dirty="0" smtClean="0"/>
          </a:p>
          <a:p>
            <a:pPr marL="457200" indent="-457200">
              <a:buFont typeface="+mj-lt"/>
              <a:buAutoNum type="arabicPeriod"/>
            </a:pPr>
            <a:r>
              <a:rPr lang="en-US" sz="2400" b="1" dirty="0" smtClean="0"/>
              <a:t>To confirm the promises made unto the </a:t>
            </a:r>
            <a:r>
              <a:rPr lang="en-US" sz="2400" b="1" dirty="0" smtClean="0"/>
              <a:t>fathers    </a:t>
            </a:r>
            <a:r>
              <a:rPr lang="en-US" sz="2400" b="1" dirty="0" smtClean="0"/>
              <a:t>: </a:t>
            </a:r>
            <a:r>
              <a:rPr lang="en-US" sz="2400" b="1" dirty="0" smtClean="0"/>
              <a:t>   Rom </a:t>
            </a:r>
            <a:r>
              <a:rPr lang="en-US" sz="2400" b="1" dirty="0" smtClean="0"/>
              <a:t>15:8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1" dirty="0" smtClean="0"/>
              <a:t>The gentiles might glorify God for His mercy </a:t>
            </a:r>
            <a:r>
              <a:rPr lang="en-US" sz="2400" b="1" dirty="0" smtClean="0"/>
              <a:t>   :       </a:t>
            </a:r>
            <a:r>
              <a:rPr lang="en-US" sz="2400" b="1" dirty="0" smtClean="0"/>
              <a:t>Rom </a:t>
            </a:r>
            <a:r>
              <a:rPr lang="en-US" sz="2400" b="1" dirty="0" smtClean="0"/>
              <a:t>15:9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1" dirty="0"/>
              <a:t>Christ is the Mediator between God and Man </a:t>
            </a:r>
            <a:r>
              <a:rPr lang="en-US" sz="2400" b="1" dirty="0" smtClean="0"/>
              <a:t>   :    </a:t>
            </a:r>
            <a:r>
              <a:rPr lang="en-US" sz="2400" b="1" dirty="0"/>
              <a:t>1Thimothy </a:t>
            </a:r>
            <a:r>
              <a:rPr lang="en-US" sz="2400" b="1" dirty="0" smtClean="0"/>
              <a:t>2:5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773675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4370" y="1750547"/>
            <a:ext cx="10510423" cy="6111583"/>
          </a:xfrm>
        </p:spPr>
        <p:txBody>
          <a:bodyPr>
            <a:noAutofit/>
          </a:bodyPr>
          <a:lstStyle/>
          <a:p>
            <a:pPr marL="457200" indent="-457200">
              <a:buFont typeface="+mj-lt"/>
              <a:buAutoNum type="arabicPeriod" startAt="7"/>
            </a:pPr>
            <a:r>
              <a:rPr lang="en-US" sz="2400" b="1" dirty="0" smtClean="0"/>
              <a:t>Example </a:t>
            </a:r>
            <a:r>
              <a:rPr lang="en-US" sz="2400" b="1" dirty="0" smtClean="0"/>
              <a:t>for holy life : Mathew 11:29 1John 2:6 1Peter 1:15,16 2:21</a:t>
            </a:r>
          </a:p>
          <a:p>
            <a:pPr marL="457200" indent="-457200">
              <a:buFont typeface="+mj-lt"/>
              <a:buAutoNum type="arabicPeriod" startAt="7"/>
            </a:pPr>
            <a:r>
              <a:rPr lang="en-US" sz="2400" b="1" dirty="0" smtClean="0"/>
              <a:t>To prepare the bride for second coming : Hebrew 9:27,28</a:t>
            </a:r>
          </a:p>
          <a:p>
            <a:pPr marL="457200" indent="-457200">
              <a:buFont typeface="+mj-lt"/>
              <a:buAutoNum type="arabicPeriod" startAt="7"/>
            </a:pPr>
            <a:r>
              <a:rPr lang="en-US" sz="2400" b="1" dirty="0" smtClean="0"/>
              <a:t>Head </a:t>
            </a:r>
            <a:r>
              <a:rPr lang="en-US" sz="2400" b="1" dirty="0" smtClean="0"/>
              <a:t>of the new creation : 2Cor 5:17, Galatians 6:15</a:t>
            </a:r>
          </a:p>
          <a:p>
            <a:pPr marL="457200" indent="-457200">
              <a:buFont typeface="+mj-lt"/>
              <a:buAutoNum type="arabicPeriod" startAt="7"/>
            </a:pPr>
            <a:r>
              <a:rPr lang="en-US" sz="2400" b="1" dirty="0" smtClean="0"/>
              <a:t>The Lord God shall give the throne of David : Luke 1:32,33</a:t>
            </a:r>
          </a:p>
          <a:p>
            <a:pPr marL="457200" indent="-457200">
              <a:buFont typeface="+mj-lt"/>
              <a:buAutoNum type="arabicPeriod" startAt="7"/>
            </a:pPr>
            <a:r>
              <a:rPr lang="en-US" sz="2400" b="1" dirty="0" smtClean="0"/>
              <a:t>Christ shall be called the son of the Highest : Luke 1: </a:t>
            </a:r>
            <a:r>
              <a:rPr lang="en-US" sz="2400" b="1" dirty="0" smtClean="0"/>
              <a:t>32</a:t>
            </a:r>
          </a:p>
          <a:p>
            <a:pPr marL="457200" indent="-457200">
              <a:buFont typeface="+mj-lt"/>
              <a:buAutoNum type="arabicPeriod" startAt="7"/>
            </a:pPr>
            <a:r>
              <a:rPr lang="en-US" sz="2400" b="1" dirty="0"/>
              <a:t>Only begotten son declared Father :                    John 1:18</a:t>
            </a:r>
          </a:p>
          <a:p>
            <a:pPr marL="457200" indent="-457200">
              <a:buFont typeface="+mj-lt"/>
              <a:buAutoNum type="arabicPeriod" startAt="7"/>
            </a:pPr>
            <a:r>
              <a:rPr lang="en-US" sz="2400" b="1" dirty="0"/>
              <a:t>Declared the Son :      John 10:30, 14:9, 5:40   Mathew 7:11</a:t>
            </a:r>
          </a:p>
          <a:p>
            <a:pPr marL="457200" indent="-457200">
              <a:buFont typeface="+mj-lt"/>
              <a:buAutoNum type="arabicPeriod" startAt="7"/>
            </a:pPr>
            <a:r>
              <a:rPr lang="en-US" sz="2400" b="1" dirty="0"/>
              <a:t>Became Faithful High Priest :   Hebrew 2:17,18 5:1,6  7:26,27</a:t>
            </a:r>
          </a:p>
          <a:p>
            <a:pPr marL="457200" indent="-457200">
              <a:buFont typeface="+mj-lt"/>
              <a:buAutoNum type="arabicPeriod" startAt="7"/>
            </a:pPr>
            <a:r>
              <a:rPr lang="en-US" sz="2400" b="1" dirty="0"/>
              <a:t>Declared the man : Luke 3:38, Rom 3:23 1Corinthians 15: 45</a:t>
            </a:r>
            <a:r>
              <a:rPr lang="en-US" sz="2400" b="1" dirty="0" smtClean="0"/>
              <a:t>,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357862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EC76B5"/>
      </a:hlink>
      <a:folHlink>
        <a:srgbClr val="E8ACCD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A207AED3-9ABC-4A18-9978-A59B65688B1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12</TotalTime>
  <Words>171</Words>
  <Application>Microsoft Office PowerPoint</Application>
  <PresentationFormat>Widescreen</PresentationFormat>
  <Paragraphs>18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Century Gothic</vt:lpstr>
      <vt:lpstr>Wingdings 3</vt:lpstr>
      <vt:lpstr>Ion</vt:lpstr>
      <vt:lpstr>Incarnation of Christ</vt:lpstr>
      <vt:lpstr>Incarnation of Christ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Incarnation of Christ</dc:title>
  <dc:creator>DELL</dc:creator>
  <cp:lastModifiedBy>DELL</cp:lastModifiedBy>
  <cp:revision>2</cp:revision>
  <dcterms:created xsi:type="dcterms:W3CDTF">2026-05-23T19:39:30Z</dcterms:created>
  <dcterms:modified xsi:type="dcterms:W3CDTF">2026-05-23T19:52:16Z</dcterms:modified>
</cp:coreProperties>
</file>