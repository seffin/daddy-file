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9" r:id="rId3"/>
    <p:sldId id="258" r:id="rId4"/>
    <p:sldId id="260" r:id="rId5"/>
    <p:sldId id="263" r:id="rId6"/>
    <p:sldId id="264" r:id="rId7"/>
    <p:sldId id="262" r:id="rId8"/>
    <p:sldId id="257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955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B506-D87F-4989-AD70-C20B6B0B031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F1A3C-C9E5-4F2D-815B-826BEAB42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917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B506-D87F-4989-AD70-C20B6B0B031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F1A3C-C9E5-4F2D-815B-826BEAB42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0447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B506-D87F-4989-AD70-C20B6B0B031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F1A3C-C9E5-4F2D-815B-826BEAB42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58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B506-D87F-4989-AD70-C20B6B0B031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F1A3C-C9E5-4F2D-815B-826BEAB42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93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B506-D87F-4989-AD70-C20B6B0B031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F1A3C-C9E5-4F2D-815B-826BEAB42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477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B506-D87F-4989-AD70-C20B6B0B031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F1A3C-C9E5-4F2D-815B-826BEAB42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607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B506-D87F-4989-AD70-C20B6B0B031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F1A3C-C9E5-4F2D-815B-826BEAB42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300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B506-D87F-4989-AD70-C20B6B0B031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F1A3C-C9E5-4F2D-815B-826BEAB42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792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B506-D87F-4989-AD70-C20B6B0B031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F1A3C-C9E5-4F2D-815B-826BEAB42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02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B506-D87F-4989-AD70-C20B6B0B031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F1A3C-C9E5-4F2D-815B-826BEAB42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963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B506-D87F-4989-AD70-C20B6B0B031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F1A3C-C9E5-4F2D-815B-826BEAB42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03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B506-D87F-4989-AD70-C20B6B0B031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F1A3C-C9E5-4F2D-815B-826BEAB4241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6773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B506-D87F-4989-AD70-C20B6B0B031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F1A3C-C9E5-4F2D-815B-826BEAB42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756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B506-D87F-4989-AD70-C20B6B0B031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F1A3C-C9E5-4F2D-815B-826BEAB42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073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B506-D87F-4989-AD70-C20B6B0B031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F1A3C-C9E5-4F2D-815B-826BEAB42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9766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B506-D87F-4989-AD70-C20B6B0B031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F1A3C-C9E5-4F2D-815B-826BEAB42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4549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6B506-D87F-4989-AD70-C20B6B0B031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F1A3C-C9E5-4F2D-815B-826BEAB42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01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3D6B506-D87F-4989-AD70-C20B6B0B031B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F1A3C-C9E5-4F2D-815B-826BEAB42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8852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7168" r="14007"/>
          <a:stretch/>
        </p:blipFill>
        <p:spPr>
          <a:xfrm>
            <a:off x="-1836771" y="-210153"/>
            <a:ext cx="14304263" cy="706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72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7168" t="21969" r="51309" b="29067"/>
          <a:stretch/>
        </p:blipFill>
        <p:spPr>
          <a:xfrm>
            <a:off x="-445979" y="0"/>
            <a:ext cx="126379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9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0" y="0"/>
            <a:ext cx="12192000" cy="685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6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16" t="17221" b="14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Left Arrow 5"/>
          <p:cNvSpPr/>
          <p:nvPr/>
        </p:nvSpPr>
        <p:spPr>
          <a:xfrm>
            <a:off x="10367058" y="3188826"/>
            <a:ext cx="439838" cy="20255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Left Arrow 6"/>
          <p:cNvSpPr/>
          <p:nvPr/>
        </p:nvSpPr>
        <p:spPr>
          <a:xfrm rot="19873415">
            <a:off x="9173430" y="3571469"/>
            <a:ext cx="1261640" cy="201584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Left Arrow 7"/>
          <p:cNvSpPr/>
          <p:nvPr/>
        </p:nvSpPr>
        <p:spPr>
          <a:xfrm rot="19620759">
            <a:off x="8517037" y="4171288"/>
            <a:ext cx="439838" cy="240174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Left Arrow 8"/>
          <p:cNvSpPr/>
          <p:nvPr/>
        </p:nvSpPr>
        <p:spPr>
          <a:xfrm rot="3105196">
            <a:off x="6752572" y="3647782"/>
            <a:ext cx="1766926" cy="23215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Left Arrow 9"/>
          <p:cNvSpPr/>
          <p:nvPr/>
        </p:nvSpPr>
        <p:spPr>
          <a:xfrm rot="7279473">
            <a:off x="6957540" y="2448690"/>
            <a:ext cx="680908" cy="262119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Left Arrow 10"/>
          <p:cNvSpPr/>
          <p:nvPr/>
        </p:nvSpPr>
        <p:spPr>
          <a:xfrm rot="11387554">
            <a:off x="7627103" y="2005540"/>
            <a:ext cx="447803" cy="233979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Left Arrow 11"/>
          <p:cNvSpPr/>
          <p:nvPr/>
        </p:nvSpPr>
        <p:spPr>
          <a:xfrm rot="17836010">
            <a:off x="7974458" y="2305091"/>
            <a:ext cx="258049" cy="19881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Left Arrow 12"/>
          <p:cNvSpPr/>
          <p:nvPr/>
        </p:nvSpPr>
        <p:spPr>
          <a:xfrm rot="12283889">
            <a:off x="7965675" y="2618487"/>
            <a:ext cx="391364" cy="195914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886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16" t="17221" b="1406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Left Arrow 9"/>
          <p:cNvSpPr/>
          <p:nvPr/>
        </p:nvSpPr>
        <p:spPr>
          <a:xfrm rot="17956651">
            <a:off x="6957540" y="2448690"/>
            <a:ext cx="680908" cy="262119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Left Arrow 10"/>
          <p:cNvSpPr/>
          <p:nvPr/>
        </p:nvSpPr>
        <p:spPr>
          <a:xfrm rot="597939">
            <a:off x="7624964" y="2025653"/>
            <a:ext cx="447803" cy="233979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Left Arrow 11"/>
          <p:cNvSpPr/>
          <p:nvPr/>
        </p:nvSpPr>
        <p:spPr>
          <a:xfrm rot="7575097">
            <a:off x="8014922" y="2314509"/>
            <a:ext cx="200281" cy="168852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Left Arrow 12"/>
          <p:cNvSpPr/>
          <p:nvPr/>
        </p:nvSpPr>
        <p:spPr>
          <a:xfrm rot="1921793">
            <a:off x="7965675" y="2618487"/>
            <a:ext cx="391364" cy="195914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Left Arrow 13"/>
          <p:cNvSpPr/>
          <p:nvPr/>
        </p:nvSpPr>
        <p:spPr>
          <a:xfrm rot="20440780">
            <a:off x="6845273" y="2941042"/>
            <a:ext cx="183895" cy="168852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 19"/>
          <p:cNvSpPr/>
          <p:nvPr/>
        </p:nvSpPr>
        <p:spPr>
          <a:xfrm>
            <a:off x="6862273" y="3085031"/>
            <a:ext cx="3828516" cy="795493"/>
          </a:xfrm>
          <a:custGeom>
            <a:avLst/>
            <a:gdLst>
              <a:gd name="connsiteX0" fmla="*/ 0 w 3828516"/>
              <a:gd name="connsiteY0" fmla="*/ 0 h 795493"/>
              <a:gd name="connsiteX1" fmla="*/ 1273323 w 3828516"/>
              <a:gd name="connsiteY1" fmla="*/ 794758 h 795493"/>
              <a:gd name="connsiteX2" fmla="*/ 2683379 w 3828516"/>
              <a:gd name="connsiteY2" fmla="*/ 145278 h 795493"/>
              <a:gd name="connsiteX3" fmla="*/ 3828516 w 3828516"/>
              <a:gd name="connsiteY3" fmla="*/ 239282 h 795493"/>
              <a:gd name="connsiteX4" fmla="*/ 3828516 w 3828516"/>
              <a:gd name="connsiteY4" fmla="*/ 239282 h 795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28516" h="795493">
                <a:moveTo>
                  <a:pt x="0" y="0"/>
                </a:moveTo>
                <a:cubicBezTo>
                  <a:pt x="413046" y="385272"/>
                  <a:pt x="826093" y="770545"/>
                  <a:pt x="1273323" y="794758"/>
                </a:cubicBezTo>
                <a:cubicBezTo>
                  <a:pt x="1720553" y="818971"/>
                  <a:pt x="2257514" y="237857"/>
                  <a:pt x="2683379" y="145278"/>
                </a:cubicBezTo>
                <a:cubicBezTo>
                  <a:pt x="3109244" y="52699"/>
                  <a:pt x="3828516" y="239282"/>
                  <a:pt x="3828516" y="239282"/>
                </a:cubicBezTo>
                <a:lnTo>
                  <a:pt x="3828516" y="239282"/>
                </a:lnTo>
              </a:path>
            </a:pathLst>
          </a:custGeom>
          <a:noFill/>
          <a:ln w="1016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22" name="Left Arrow 21"/>
          <p:cNvSpPr/>
          <p:nvPr/>
        </p:nvSpPr>
        <p:spPr>
          <a:xfrm rot="11774357">
            <a:off x="10491343" y="3253128"/>
            <a:ext cx="235686" cy="119875"/>
          </a:xfrm>
          <a:prstGeom prst="left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57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20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PAULINE 1</a:t>
            </a:r>
            <a:r>
              <a:rPr lang="en-US" baseline="30000" dirty="0" smtClean="0"/>
              <a:t>st</a:t>
            </a:r>
            <a:r>
              <a:rPr lang="en-US" dirty="0" smtClean="0"/>
              <a:t> MISSIONARY JOURNEY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ANTIOCH - SYRIA</a:t>
            </a:r>
          </a:p>
          <a:p>
            <a:r>
              <a:rPr lang="en-US" dirty="0" smtClean="0"/>
              <a:t>SELEUCIA - SYRIA</a:t>
            </a:r>
          </a:p>
          <a:p>
            <a:r>
              <a:rPr lang="en-US" dirty="0" smtClean="0"/>
              <a:t>SALAMIS - CYPRUS</a:t>
            </a:r>
          </a:p>
          <a:p>
            <a:r>
              <a:rPr lang="en-US" dirty="0" smtClean="0"/>
              <a:t>PAPHOS - CYPRUS</a:t>
            </a:r>
          </a:p>
          <a:p>
            <a:r>
              <a:rPr lang="en-US" dirty="0" smtClean="0"/>
              <a:t>PERGA – PAMPHYLIA</a:t>
            </a:r>
          </a:p>
          <a:p>
            <a:r>
              <a:rPr lang="en-US" dirty="0" smtClean="0"/>
              <a:t>ANTIOCH – PYSIDYA, CAPITAL OF GALATIA</a:t>
            </a:r>
          </a:p>
          <a:p>
            <a:r>
              <a:rPr lang="en-US" dirty="0" smtClean="0"/>
              <a:t>ICCONIA</a:t>
            </a:r>
          </a:p>
          <a:p>
            <a:r>
              <a:rPr lang="en-US" dirty="0" smtClean="0"/>
              <a:t>LYSTRA</a:t>
            </a:r>
          </a:p>
          <a:p>
            <a:r>
              <a:rPr lang="en-US" smtClean="0"/>
              <a:t>DERBE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9460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87"/>
          <a:stretch/>
        </p:blipFill>
        <p:spPr>
          <a:xfrm>
            <a:off x="0" y="-1"/>
            <a:ext cx="12192000" cy="6858213"/>
          </a:xfrm>
        </p:spPr>
      </p:pic>
    </p:spTree>
    <p:extLst>
      <p:ext uri="{BB962C8B-B14F-4D97-AF65-F5344CB8AC3E}">
        <p14:creationId xmlns:p14="http://schemas.microsoft.com/office/powerpoint/2010/main" val="279315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8633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06" t="7725" r="2359" b="19626"/>
          <a:stretch/>
        </p:blipFill>
        <p:spPr>
          <a:xfrm>
            <a:off x="-1" y="0"/>
            <a:ext cx="12192001" cy="6853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65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379</TotalTime>
  <Words>29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PAULINE 1st MISSIONARY JOURNEY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14</cp:revision>
  <dcterms:created xsi:type="dcterms:W3CDTF">2026-03-14T20:38:28Z</dcterms:created>
  <dcterms:modified xsi:type="dcterms:W3CDTF">2026-04-19T07:08:09Z</dcterms:modified>
</cp:coreProperties>
</file>