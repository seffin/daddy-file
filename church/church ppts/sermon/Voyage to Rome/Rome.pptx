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3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95041-2FC5-4DA0-9DD8-242C72FB0FA9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8D01F-59C8-48D2-8146-29C8D3A5FE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1180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95041-2FC5-4DA0-9DD8-242C72FB0FA9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8D01F-59C8-48D2-8146-29C8D3A5FE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02733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95041-2FC5-4DA0-9DD8-242C72FB0FA9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8D01F-59C8-48D2-8146-29C8D3A5FE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7767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95041-2FC5-4DA0-9DD8-242C72FB0FA9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8D01F-59C8-48D2-8146-29C8D3A5FE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75741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95041-2FC5-4DA0-9DD8-242C72FB0FA9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8D01F-59C8-48D2-8146-29C8D3A5FE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81171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95041-2FC5-4DA0-9DD8-242C72FB0FA9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8D01F-59C8-48D2-8146-29C8D3A5FE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8397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95041-2FC5-4DA0-9DD8-242C72FB0FA9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8D01F-59C8-48D2-8146-29C8D3A5FE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8500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95041-2FC5-4DA0-9DD8-242C72FB0FA9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8D01F-59C8-48D2-8146-29C8D3A5FE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23850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95041-2FC5-4DA0-9DD8-242C72FB0FA9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8D01F-59C8-48D2-8146-29C8D3A5FE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5957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95041-2FC5-4DA0-9DD8-242C72FB0FA9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8D01F-59C8-48D2-8146-29C8D3A5FE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90187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95041-2FC5-4DA0-9DD8-242C72FB0FA9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8D01F-59C8-48D2-8146-29C8D3A5FE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38632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95041-2FC5-4DA0-9DD8-242C72FB0FA9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8D01F-59C8-48D2-8146-29C8D3A5FE42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873438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95041-2FC5-4DA0-9DD8-242C72FB0FA9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8D01F-59C8-48D2-8146-29C8D3A5FE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28863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95041-2FC5-4DA0-9DD8-242C72FB0FA9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8D01F-59C8-48D2-8146-29C8D3A5FE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83258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95041-2FC5-4DA0-9DD8-242C72FB0FA9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8D01F-59C8-48D2-8146-29C8D3A5FE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7721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95041-2FC5-4DA0-9DD8-242C72FB0FA9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8D01F-59C8-48D2-8146-29C8D3A5FE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05240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95041-2FC5-4DA0-9DD8-242C72FB0FA9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8D01F-59C8-48D2-8146-29C8D3A5FE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69550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BC695041-2FC5-4DA0-9DD8-242C72FB0FA9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A8D01F-59C8-48D2-8146-29C8D3A5FE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629846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Rome Journey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0649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8366" y="0"/>
            <a:ext cx="12260366" cy="6918284"/>
          </a:xfrm>
        </p:spPr>
      </p:pic>
      <p:sp>
        <p:nvSpPr>
          <p:cNvPr id="27" name="TextBox 26"/>
          <p:cNvSpPr txBox="1"/>
          <p:nvPr/>
        </p:nvSpPr>
        <p:spPr>
          <a:xfrm>
            <a:off x="2777383" y="5832061"/>
            <a:ext cx="55451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ml-IN" sz="2800" b="1" dirty="0">
                <a:solidFill>
                  <a:schemeClr val="bg1"/>
                </a:solidFill>
              </a:rPr>
              <a:t>റോമിലേക്കുള്ള സമുദ്രയാത്ര</a:t>
            </a:r>
            <a:endParaRPr lang="en-IN" sz="2800" b="1" u="sng" dirty="0">
              <a:solidFill>
                <a:schemeClr val="bg1"/>
              </a:solidFill>
            </a:endParaRPr>
          </a:p>
        </p:txBody>
      </p:sp>
      <p:sp>
        <p:nvSpPr>
          <p:cNvPr id="17" name="Freeform 16"/>
          <p:cNvSpPr/>
          <p:nvPr/>
        </p:nvSpPr>
        <p:spPr>
          <a:xfrm>
            <a:off x="9642944" y="4948015"/>
            <a:ext cx="278723" cy="623843"/>
          </a:xfrm>
          <a:custGeom>
            <a:avLst/>
            <a:gdLst>
              <a:gd name="connsiteX0" fmla="*/ 124899 w 278723"/>
              <a:gd name="connsiteY0" fmla="*/ 623843 h 623843"/>
              <a:gd name="connsiteX1" fmla="*/ 5258 w 278723"/>
              <a:gd name="connsiteY1" fmla="*/ 239282 h 623843"/>
              <a:gd name="connsiteX2" fmla="*/ 278723 w 278723"/>
              <a:gd name="connsiteY2" fmla="*/ 0 h 6238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78723" h="623843">
                <a:moveTo>
                  <a:pt x="124899" y="623843"/>
                </a:moveTo>
                <a:cubicBezTo>
                  <a:pt x="52260" y="483549"/>
                  <a:pt x="-20379" y="343256"/>
                  <a:pt x="5258" y="239282"/>
                </a:cubicBezTo>
                <a:cubicBezTo>
                  <a:pt x="30895" y="135308"/>
                  <a:pt x="154809" y="67654"/>
                  <a:pt x="278723" y="0"/>
                </a:cubicBezTo>
              </a:path>
            </a:pathLst>
          </a:cu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Freeform 19"/>
          <p:cNvSpPr/>
          <p:nvPr/>
        </p:nvSpPr>
        <p:spPr>
          <a:xfrm>
            <a:off x="6785361" y="3852371"/>
            <a:ext cx="3170770" cy="1087098"/>
          </a:xfrm>
          <a:custGeom>
            <a:avLst/>
            <a:gdLst>
              <a:gd name="connsiteX0" fmla="*/ 3153398 w 3170770"/>
              <a:gd name="connsiteY0" fmla="*/ 1087098 h 1087098"/>
              <a:gd name="connsiteX1" fmla="*/ 2888478 w 3170770"/>
              <a:gd name="connsiteY1" fmla="*/ 18874 h 1087098"/>
              <a:gd name="connsiteX2" fmla="*/ 1204957 w 3170770"/>
              <a:gd name="connsiteY2" fmla="*/ 377797 h 1087098"/>
              <a:gd name="connsiteX3" fmla="*/ 0 w 3170770"/>
              <a:gd name="connsiteY3" fmla="*/ 27420 h 1087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70770" h="1087098">
                <a:moveTo>
                  <a:pt x="3153398" y="1087098"/>
                </a:moveTo>
                <a:cubicBezTo>
                  <a:pt x="3183308" y="612094"/>
                  <a:pt x="3213218" y="137091"/>
                  <a:pt x="2888478" y="18874"/>
                </a:cubicBezTo>
                <a:cubicBezTo>
                  <a:pt x="2563738" y="-99343"/>
                  <a:pt x="1686370" y="376373"/>
                  <a:pt x="1204957" y="377797"/>
                </a:cubicBezTo>
                <a:cubicBezTo>
                  <a:pt x="723544" y="379221"/>
                  <a:pt x="361772" y="203320"/>
                  <a:pt x="0" y="27420"/>
                </a:cubicBezTo>
              </a:path>
            </a:pathLst>
          </a:cu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Oval 20"/>
          <p:cNvSpPr/>
          <p:nvPr/>
        </p:nvSpPr>
        <p:spPr>
          <a:xfrm>
            <a:off x="4281446" y="4681314"/>
            <a:ext cx="59821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ectangle 22"/>
          <p:cNvSpPr/>
          <p:nvPr/>
        </p:nvSpPr>
        <p:spPr>
          <a:xfrm>
            <a:off x="4341267" y="4496648"/>
            <a:ext cx="138441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1200" b="1" dirty="0">
                <a:solidFill>
                  <a:schemeClr val="bg1"/>
                </a:solidFill>
              </a:rPr>
              <a:t>ഷൽമോന</a:t>
            </a:r>
            <a:endParaRPr lang="en-IN" sz="1200" b="1" dirty="0">
              <a:solidFill>
                <a:schemeClr val="bg1"/>
              </a:solidFill>
            </a:endParaRPr>
          </a:p>
        </p:txBody>
      </p:sp>
      <p:sp>
        <p:nvSpPr>
          <p:cNvPr id="60" name="Oval 59"/>
          <p:cNvSpPr/>
          <p:nvPr/>
        </p:nvSpPr>
        <p:spPr>
          <a:xfrm>
            <a:off x="3844183" y="4833714"/>
            <a:ext cx="59821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Rectangle 25"/>
          <p:cNvSpPr/>
          <p:nvPr/>
        </p:nvSpPr>
        <p:spPr>
          <a:xfrm>
            <a:off x="3844183" y="4932675"/>
            <a:ext cx="82105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1200" b="1" dirty="0">
                <a:solidFill>
                  <a:schemeClr val="bg1"/>
                </a:solidFill>
              </a:rPr>
              <a:t>ലസ്യ</a:t>
            </a:r>
            <a:endParaRPr lang="en-IN" sz="1200" b="1" dirty="0">
              <a:solidFill>
                <a:schemeClr val="bg1"/>
              </a:solidFill>
            </a:endParaRPr>
          </a:p>
        </p:txBody>
      </p:sp>
      <p:sp>
        <p:nvSpPr>
          <p:cNvPr id="61" name="Oval 60"/>
          <p:cNvSpPr/>
          <p:nvPr/>
        </p:nvSpPr>
        <p:spPr>
          <a:xfrm>
            <a:off x="3381288" y="4875019"/>
            <a:ext cx="59821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2" name="Rectangle 61"/>
          <p:cNvSpPr/>
          <p:nvPr/>
        </p:nvSpPr>
        <p:spPr>
          <a:xfrm>
            <a:off x="2953994" y="5170536"/>
            <a:ext cx="1429997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1100" b="1" dirty="0">
                <a:solidFill>
                  <a:schemeClr val="bg1"/>
                </a:solidFill>
              </a:rPr>
              <a:t>ശുഭ തുറമുഖം</a:t>
            </a:r>
            <a:endParaRPr lang="en-IN" sz="1100" b="1" dirty="0">
              <a:solidFill>
                <a:schemeClr val="bg1"/>
              </a:solidFill>
            </a:endParaRPr>
          </a:p>
        </p:txBody>
      </p:sp>
      <p:sp>
        <p:nvSpPr>
          <p:cNvPr id="30" name="Freeform 29"/>
          <p:cNvSpPr/>
          <p:nvPr/>
        </p:nvSpPr>
        <p:spPr>
          <a:xfrm>
            <a:off x="4324172" y="3862699"/>
            <a:ext cx="2435551" cy="877291"/>
          </a:xfrm>
          <a:custGeom>
            <a:avLst/>
            <a:gdLst>
              <a:gd name="connsiteX0" fmla="*/ 2435551 w 2435551"/>
              <a:gd name="connsiteY0" fmla="*/ 0 h 877291"/>
              <a:gd name="connsiteX1" fmla="*/ 1316052 w 2435551"/>
              <a:gd name="connsiteY1" fmla="*/ 786213 h 877291"/>
              <a:gd name="connsiteX2" fmla="*/ 0 w 2435551"/>
              <a:gd name="connsiteY2" fmla="*/ 828942 h 877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35551" h="877291">
                <a:moveTo>
                  <a:pt x="2435551" y="0"/>
                </a:moveTo>
                <a:cubicBezTo>
                  <a:pt x="2078764" y="324028"/>
                  <a:pt x="1721977" y="648056"/>
                  <a:pt x="1316052" y="786213"/>
                </a:cubicBezTo>
                <a:cubicBezTo>
                  <a:pt x="910127" y="924370"/>
                  <a:pt x="455063" y="876656"/>
                  <a:pt x="0" y="828942"/>
                </a:cubicBezTo>
              </a:path>
            </a:pathLst>
          </a:cu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Freeform 44"/>
          <p:cNvSpPr/>
          <p:nvPr/>
        </p:nvSpPr>
        <p:spPr>
          <a:xfrm>
            <a:off x="3871245" y="4700187"/>
            <a:ext cx="452927" cy="321709"/>
          </a:xfrm>
          <a:custGeom>
            <a:avLst/>
            <a:gdLst>
              <a:gd name="connsiteX0" fmla="*/ 452927 w 452927"/>
              <a:gd name="connsiteY0" fmla="*/ 0 h 321709"/>
              <a:gd name="connsiteX1" fmla="*/ 316194 w 452927"/>
              <a:gd name="connsiteY1" fmla="*/ 316194 h 321709"/>
              <a:gd name="connsiteX2" fmla="*/ 0 w 452927"/>
              <a:gd name="connsiteY2" fmla="*/ 170916 h 3217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52927" h="321709">
                <a:moveTo>
                  <a:pt x="452927" y="0"/>
                </a:moveTo>
                <a:cubicBezTo>
                  <a:pt x="422304" y="143854"/>
                  <a:pt x="391682" y="287708"/>
                  <a:pt x="316194" y="316194"/>
                </a:cubicBezTo>
                <a:cubicBezTo>
                  <a:pt x="240706" y="344680"/>
                  <a:pt x="120353" y="257798"/>
                  <a:pt x="0" y="170916"/>
                </a:cubicBezTo>
              </a:path>
            </a:pathLst>
          </a:cu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3" name="Freeform 62"/>
          <p:cNvSpPr/>
          <p:nvPr/>
        </p:nvSpPr>
        <p:spPr>
          <a:xfrm>
            <a:off x="3418318" y="4879649"/>
            <a:ext cx="452927" cy="196993"/>
          </a:xfrm>
          <a:custGeom>
            <a:avLst/>
            <a:gdLst>
              <a:gd name="connsiteX0" fmla="*/ 452927 w 452927"/>
              <a:gd name="connsiteY0" fmla="*/ 0 h 196993"/>
              <a:gd name="connsiteX1" fmla="*/ 205099 w 452927"/>
              <a:gd name="connsiteY1" fmla="*/ 196553 h 196993"/>
              <a:gd name="connsiteX2" fmla="*/ 0 w 452927"/>
              <a:gd name="connsiteY2" fmla="*/ 42729 h 1969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52927" h="196993">
                <a:moveTo>
                  <a:pt x="452927" y="0"/>
                </a:moveTo>
                <a:cubicBezTo>
                  <a:pt x="366757" y="94716"/>
                  <a:pt x="280587" y="189432"/>
                  <a:pt x="205099" y="196553"/>
                </a:cubicBezTo>
                <a:cubicBezTo>
                  <a:pt x="129611" y="203674"/>
                  <a:pt x="64805" y="123201"/>
                  <a:pt x="0" y="42729"/>
                </a:cubicBezTo>
              </a:path>
            </a:pathLst>
          </a:cu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7743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0" grpId="0" animBg="1"/>
      <p:bldP spid="30" grpId="0" animBg="1"/>
      <p:bldP spid="45" grpId="0" animBg="1"/>
      <p:bldP spid="6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155" y="0"/>
            <a:ext cx="12283155" cy="6858000"/>
          </a:xfrm>
        </p:spPr>
      </p:pic>
      <p:sp>
        <p:nvSpPr>
          <p:cNvPr id="8" name="Freeform 7"/>
          <p:cNvSpPr/>
          <p:nvPr/>
        </p:nvSpPr>
        <p:spPr>
          <a:xfrm>
            <a:off x="10423701" y="4623275"/>
            <a:ext cx="190176" cy="333286"/>
          </a:xfrm>
          <a:custGeom>
            <a:avLst/>
            <a:gdLst>
              <a:gd name="connsiteX0" fmla="*/ 104718 w 190176"/>
              <a:gd name="connsiteY0" fmla="*/ 333286 h 333286"/>
              <a:gd name="connsiteX1" fmla="*/ 2168 w 190176"/>
              <a:gd name="connsiteY1" fmla="*/ 162370 h 333286"/>
              <a:gd name="connsiteX2" fmla="*/ 190176 w 190176"/>
              <a:gd name="connsiteY2" fmla="*/ 0 h 333286"/>
              <a:gd name="connsiteX3" fmla="*/ 190176 w 190176"/>
              <a:gd name="connsiteY3" fmla="*/ 0 h 3332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176" h="333286">
                <a:moveTo>
                  <a:pt x="104718" y="333286"/>
                </a:moveTo>
                <a:cubicBezTo>
                  <a:pt x="46321" y="275602"/>
                  <a:pt x="-12075" y="217918"/>
                  <a:pt x="2168" y="162370"/>
                </a:cubicBezTo>
                <a:cubicBezTo>
                  <a:pt x="16411" y="106822"/>
                  <a:pt x="190176" y="0"/>
                  <a:pt x="190176" y="0"/>
                </a:cubicBezTo>
                <a:lnTo>
                  <a:pt x="190176" y="0"/>
                </a:lnTo>
              </a:path>
            </a:pathLst>
          </a:cu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Freeform 8"/>
          <p:cNvSpPr/>
          <p:nvPr/>
        </p:nvSpPr>
        <p:spPr>
          <a:xfrm>
            <a:off x="8622707" y="3538534"/>
            <a:ext cx="2071595" cy="1033466"/>
          </a:xfrm>
          <a:custGeom>
            <a:avLst/>
            <a:gdLst>
              <a:gd name="connsiteX0" fmla="*/ 2050990 w 2071595"/>
              <a:gd name="connsiteY0" fmla="*/ 1033466 h 1033466"/>
              <a:gd name="connsiteX1" fmla="*/ 1888620 w 2071595"/>
              <a:gd name="connsiteY1" fmla="*/ 16516 h 1033466"/>
              <a:gd name="connsiteX2" fmla="*/ 717846 w 2071595"/>
              <a:gd name="connsiteY2" fmla="*/ 383986 h 1033466"/>
              <a:gd name="connsiteX3" fmla="*/ 0 w 2071595"/>
              <a:gd name="connsiteY3" fmla="*/ 119066 h 1033466"/>
              <a:gd name="connsiteX4" fmla="*/ 0 w 2071595"/>
              <a:gd name="connsiteY4" fmla="*/ 119066 h 1033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71595" h="1033466">
                <a:moveTo>
                  <a:pt x="2050990" y="1033466"/>
                </a:moveTo>
                <a:cubicBezTo>
                  <a:pt x="2080900" y="579114"/>
                  <a:pt x="2110811" y="124763"/>
                  <a:pt x="1888620" y="16516"/>
                </a:cubicBezTo>
                <a:cubicBezTo>
                  <a:pt x="1666429" y="-91731"/>
                  <a:pt x="1032616" y="366894"/>
                  <a:pt x="717846" y="383986"/>
                </a:cubicBezTo>
                <a:cubicBezTo>
                  <a:pt x="403076" y="401078"/>
                  <a:pt x="0" y="119066"/>
                  <a:pt x="0" y="119066"/>
                </a:cubicBezTo>
                <a:lnTo>
                  <a:pt x="0" y="119066"/>
                </a:lnTo>
              </a:path>
            </a:pathLst>
          </a:cu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Freeform 9"/>
          <p:cNvSpPr/>
          <p:nvPr/>
        </p:nvSpPr>
        <p:spPr>
          <a:xfrm>
            <a:off x="7400658" y="3674692"/>
            <a:ext cx="1145136" cy="576220"/>
          </a:xfrm>
          <a:custGeom>
            <a:avLst/>
            <a:gdLst>
              <a:gd name="connsiteX0" fmla="*/ 1145136 w 1145136"/>
              <a:gd name="connsiteY0" fmla="*/ 0 h 576220"/>
              <a:gd name="connsiteX1" fmla="*/ 623843 w 1145136"/>
              <a:gd name="connsiteY1" fmla="*/ 119641 h 576220"/>
              <a:gd name="connsiteX2" fmla="*/ 341832 w 1145136"/>
              <a:gd name="connsiteY2" fmla="*/ 546930 h 576220"/>
              <a:gd name="connsiteX3" fmla="*/ 0 w 1145136"/>
              <a:gd name="connsiteY3" fmla="*/ 504201 h 57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5136" h="576220">
                <a:moveTo>
                  <a:pt x="1145136" y="0"/>
                </a:moveTo>
                <a:cubicBezTo>
                  <a:pt x="951431" y="14243"/>
                  <a:pt x="757727" y="28486"/>
                  <a:pt x="623843" y="119641"/>
                </a:cubicBezTo>
                <a:cubicBezTo>
                  <a:pt x="489959" y="210796"/>
                  <a:pt x="445806" y="482837"/>
                  <a:pt x="341832" y="546930"/>
                </a:cubicBezTo>
                <a:cubicBezTo>
                  <a:pt x="237858" y="611023"/>
                  <a:pt x="118929" y="557612"/>
                  <a:pt x="0" y="504201"/>
                </a:cubicBezTo>
              </a:path>
            </a:pathLst>
          </a:cu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Freeform 10"/>
          <p:cNvSpPr/>
          <p:nvPr/>
        </p:nvSpPr>
        <p:spPr>
          <a:xfrm>
            <a:off x="6947242" y="4178893"/>
            <a:ext cx="487599" cy="244150"/>
          </a:xfrm>
          <a:custGeom>
            <a:avLst/>
            <a:gdLst>
              <a:gd name="connsiteX0" fmla="*/ 487599 w 487599"/>
              <a:gd name="connsiteY0" fmla="*/ 0 h 244150"/>
              <a:gd name="connsiteX1" fmla="*/ 325229 w 487599"/>
              <a:gd name="connsiteY1" fmla="*/ 239283 h 244150"/>
              <a:gd name="connsiteX2" fmla="*/ 26126 w 487599"/>
              <a:gd name="connsiteY2" fmla="*/ 153825 h 244150"/>
              <a:gd name="connsiteX3" fmla="*/ 34672 w 487599"/>
              <a:gd name="connsiteY3" fmla="*/ 68367 h 244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7599" h="244150">
                <a:moveTo>
                  <a:pt x="487599" y="0"/>
                </a:moveTo>
                <a:cubicBezTo>
                  <a:pt x="444870" y="106823"/>
                  <a:pt x="402141" y="213646"/>
                  <a:pt x="325229" y="239283"/>
                </a:cubicBezTo>
                <a:cubicBezTo>
                  <a:pt x="248317" y="264920"/>
                  <a:pt x="74552" y="182311"/>
                  <a:pt x="26126" y="153825"/>
                </a:cubicBezTo>
                <a:cubicBezTo>
                  <a:pt x="-22300" y="125339"/>
                  <a:pt x="6186" y="96853"/>
                  <a:pt x="34672" y="68367"/>
                </a:cubicBezTo>
              </a:path>
            </a:pathLst>
          </a:cu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Freeform 11"/>
          <p:cNvSpPr/>
          <p:nvPr/>
        </p:nvSpPr>
        <p:spPr>
          <a:xfrm>
            <a:off x="3341406" y="3999432"/>
            <a:ext cx="3572142" cy="465045"/>
          </a:xfrm>
          <a:custGeom>
            <a:avLst/>
            <a:gdLst>
              <a:gd name="connsiteX0" fmla="*/ 3572142 w 3572142"/>
              <a:gd name="connsiteY0" fmla="*/ 290557 h 465045"/>
              <a:gd name="connsiteX1" fmla="*/ 1845891 w 3572142"/>
              <a:gd name="connsiteY1" fmla="*/ 452927 h 465045"/>
              <a:gd name="connsiteX2" fmla="*/ 0 w 3572142"/>
              <a:gd name="connsiteY2" fmla="*/ 0 h 465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72142" h="465045">
                <a:moveTo>
                  <a:pt x="3572142" y="290557"/>
                </a:moveTo>
                <a:cubicBezTo>
                  <a:pt x="3006695" y="395955"/>
                  <a:pt x="2441248" y="501353"/>
                  <a:pt x="1845891" y="452927"/>
                </a:cubicBezTo>
                <a:cubicBezTo>
                  <a:pt x="1250534" y="404501"/>
                  <a:pt x="625267" y="202250"/>
                  <a:pt x="0" y="0"/>
                </a:cubicBezTo>
              </a:path>
            </a:pathLst>
          </a:cu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Freeform 12"/>
          <p:cNvSpPr/>
          <p:nvPr/>
        </p:nvSpPr>
        <p:spPr>
          <a:xfrm>
            <a:off x="3367043" y="3469593"/>
            <a:ext cx="385869" cy="444381"/>
          </a:xfrm>
          <a:custGeom>
            <a:avLst/>
            <a:gdLst>
              <a:gd name="connsiteX0" fmla="*/ 0 w 385869"/>
              <a:gd name="connsiteY0" fmla="*/ 444381 h 444381"/>
              <a:gd name="connsiteX1" fmla="*/ 376015 w 385869"/>
              <a:gd name="connsiteY1" fmla="*/ 299102 h 444381"/>
              <a:gd name="connsiteX2" fmla="*/ 239282 w 385869"/>
              <a:gd name="connsiteY2" fmla="*/ 0 h 444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5869" h="444381">
                <a:moveTo>
                  <a:pt x="0" y="444381"/>
                </a:moveTo>
                <a:cubicBezTo>
                  <a:pt x="168067" y="408773"/>
                  <a:pt x="336135" y="373165"/>
                  <a:pt x="376015" y="299102"/>
                </a:cubicBezTo>
                <a:cubicBezTo>
                  <a:pt x="415895" y="225039"/>
                  <a:pt x="327588" y="112519"/>
                  <a:pt x="239282" y="0"/>
                </a:cubicBezTo>
              </a:path>
            </a:pathLst>
          </a:cu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Freeform 13"/>
          <p:cNvSpPr/>
          <p:nvPr/>
        </p:nvSpPr>
        <p:spPr>
          <a:xfrm>
            <a:off x="3666146" y="2931207"/>
            <a:ext cx="145278" cy="470019"/>
          </a:xfrm>
          <a:custGeom>
            <a:avLst/>
            <a:gdLst>
              <a:gd name="connsiteX0" fmla="*/ 0 w 145278"/>
              <a:gd name="connsiteY0" fmla="*/ 470019 h 470019"/>
              <a:gd name="connsiteX1" fmla="*/ 94004 w 145278"/>
              <a:gd name="connsiteY1" fmla="*/ 282012 h 470019"/>
              <a:gd name="connsiteX2" fmla="*/ 145278 w 145278"/>
              <a:gd name="connsiteY2" fmla="*/ 0 h 470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5278" h="470019">
                <a:moveTo>
                  <a:pt x="0" y="470019"/>
                </a:moveTo>
                <a:cubicBezTo>
                  <a:pt x="34895" y="415184"/>
                  <a:pt x="69791" y="360349"/>
                  <a:pt x="94004" y="282012"/>
                </a:cubicBezTo>
                <a:cubicBezTo>
                  <a:pt x="118217" y="203675"/>
                  <a:pt x="131747" y="101837"/>
                  <a:pt x="145278" y="0"/>
                </a:cubicBezTo>
              </a:path>
            </a:pathLst>
          </a:cu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Freeform 14"/>
          <p:cNvSpPr/>
          <p:nvPr/>
        </p:nvSpPr>
        <p:spPr>
          <a:xfrm>
            <a:off x="3238855" y="1666430"/>
            <a:ext cx="521295" cy="1196411"/>
          </a:xfrm>
          <a:custGeom>
            <a:avLst/>
            <a:gdLst>
              <a:gd name="connsiteX0" fmla="*/ 521295 w 521295"/>
              <a:gd name="connsiteY0" fmla="*/ 1196411 h 1196411"/>
              <a:gd name="connsiteX1" fmla="*/ 85459 w 521295"/>
              <a:gd name="connsiteY1" fmla="*/ 752030 h 1196411"/>
              <a:gd name="connsiteX2" fmla="*/ 1 w 521295"/>
              <a:gd name="connsiteY2" fmla="*/ 0 h 1196411"/>
              <a:gd name="connsiteX3" fmla="*/ 1 w 521295"/>
              <a:gd name="connsiteY3" fmla="*/ 0 h 11964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1295" h="1196411">
                <a:moveTo>
                  <a:pt x="521295" y="1196411"/>
                </a:moveTo>
                <a:cubicBezTo>
                  <a:pt x="346818" y="1073921"/>
                  <a:pt x="172341" y="951432"/>
                  <a:pt x="85459" y="752030"/>
                </a:cubicBezTo>
                <a:cubicBezTo>
                  <a:pt x="-1423" y="552628"/>
                  <a:pt x="1" y="0"/>
                  <a:pt x="1" y="0"/>
                </a:cubicBezTo>
                <a:lnTo>
                  <a:pt x="1" y="0"/>
                </a:lnTo>
              </a:path>
            </a:pathLst>
          </a:cu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Freeform 15"/>
          <p:cNvSpPr/>
          <p:nvPr/>
        </p:nvSpPr>
        <p:spPr>
          <a:xfrm>
            <a:off x="3016665" y="1469877"/>
            <a:ext cx="136733" cy="128187"/>
          </a:xfrm>
          <a:custGeom>
            <a:avLst/>
            <a:gdLst>
              <a:gd name="connsiteX0" fmla="*/ 136733 w 136733"/>
              <a:gd name="connsiteY0" fmla="*/ 128187 h 128187"/>
              <a:gd name="connsiteX1" fmla="*/ 0 w 136733"/>
              <a:gd name="connsiteY1" fmla="*/ 0 h 128187"/>
              <a:gd name="connsiteX2" fmla="*/ 0 w 136733"/>
              <a:gd name="connsiteY2" fmla="*/ 0 h 128187"/>
              <a:gd name="connsiteX3" fmla="*/ 0 w 136733"/>
              <a:gd name="connsiteY3" fmla="*/ 0 h 128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6733" h="128187">
                <a:moveTo>
                  <a:pt x="136733" y="128187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</a:path>
            </a:pathLst>
          </a:cu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Freeform 16"/>
          <p:cNvSpPr/>
          <p:nvPr/>
        </p:nvSpPr>
        <p:spPr>
          <a:xfrm>
            <a:off x="2837204" y="1256232"/>
            <a:ext cx="145278" cy="179461"/>
          </a:xfrm>
          <a:custGeom>
            <a:avLst/>
            <a:gdLst>
              <a:gd name="connsiteX0" fmla="*/ 145278 w 145278"/>
              <a:gd name="connsiteY0" fmla="*/ 179461 h 179461"/>
              <a:gd name="connsiteX1" fmla="*/ 0 w 145278"/>
              <a:gd name="connsiteY1" fmla="*/ 0 h 179461"/>
              <a:gd name="connsiteX2" fmla="*/ 0 w 145278"/>
              <a:gd name="connsiteY2" fmla="*/ 0 h 1794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5278" h="179461">
                <a:moveTo>
                  <a:pt x="145278" y="179461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Freeform 18"/>
          <p:cNvSpPr/>
          <p:nvPr/>
        </p:nvSpPr>
        <p:spPr>
          <a:xfrm>
            <a:off x="2555193" y="1102407"/>
            <a:ext cx="239282" cy="162371"/>
          </a:xfrm>
          <a:custGeom>
            <a:avLst/>
            <a:gdLst>
              <a:gd name="connsiteX0" fmla="*/ 239282 w 239282"/>
              <a:gd name="connsiteY0" fmla="*/ 162371 h 162371"/>
              <a:gd name="connsiteX1" fmla="*/ 0 w 239282"/>
              <a:gd name="connsiteY1" fmla="*/ 0 h 1623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39282" h="162371">
                <a:moveTo>
                  <a:pt x="239282" y="162371"/>
                </a:moveTo>
                <a:lnTo>
                  <a:pt x="0" y="0"/>
                </a:lnTo>
              </a:path>
            </a:pathLst>
          </a:cu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0213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9" grpId="0" animBg="1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391</TotalTime>
  <Words>8</Words>
  <Application>Microsoft Office PowerPoint</Application>
  <PresentationFormat>Widescreen</PresentationFormat>
  <Paragraphs>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Century Gothic</vt:lpstr>
      <vt:lpstr>Kartika</vt:lpstr>
      <vt:lpstr>Wingdings 3</vt:lpstr>
      <vt:lpstr>Ion</vt:lpstr>
      <vt:lpstr>Rome Journey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36</cp:revision>
  <dcterms:created xsi:type="dcterms:W3CDTF">2026-05-02T18:55:53Z</dcterms:created>
  <dcterms:modified xsi:type="dcterms:W3CDTF">2026-10-24T18:27:07Z</dcterms:modified>
</cp:coreProperties>
</file>