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3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95041-2FC5-4DA0-9DD8-242C72FB0FA9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8D01F-59C8-48D2-8146-29C8D3A5F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118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95041-2FC5-4DA0-9DD8-242C72FB0FA9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8D01F-59C8-48D2-8146-29C8D3A5F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0273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95041-2FC5-4DA0-9DD8-242C72FB0FA9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8D01F-59C8-48D2-8146-29C8D3A5F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7767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95041-2FC5-4DA0-9DD8-242C72FB0FA9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8D01F-59C8-48D2-8146-29C8D3A5F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7574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95041-2FC5-4DA0-9DD8-242C72FB0FA9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8D01F-59C8-48D2-8146-29C8D3A5F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8117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95041-2FC5-4DA0-9DD8-242C72FB0FA9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8D01F-59C8-48D2-8146-29C8D3A5F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397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95041-2FC5-4DA0-9DD8-242C72FB0FA9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8D01F-59C8-48D2-8146-29C8D3A5F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8500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95041-2FC5-4DA0-9DD8-242C72FB0FA9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8D01F-59C8-48D2-8146-29C8D3A5F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2385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95041-2FC5-4DA0-9DD8-242C72FB0FA9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8D01F-59C8-48D2-8146-29C8D3A5F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5957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95041-2FC5-4DA0-9DD8-242C72FB0FA9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8D01F-59C8-48D2-8146-29C8D3A5F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018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95041-2FC5-4DA0-9DD8-242C72FB0FA9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8D01F-59C8-48D2-8146-29C8D3A5F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38632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95041-2FC5-4DA0-9DD8-242C72FB0FA9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8D01F-59C8-48D2-8146-29C8D3A5FE42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873438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95041-2FC5-4DA0-9DD8-242C72FB0FA9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8D01F-59C8-48D2-8146-29C8D3A5F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28863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95041-2FC5-4DA0-9DD8-242C72FB0FA9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8D01F-59C8-48D2-8146-29C8D3A5F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83258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95041-2FC5-4DA0-9DD8-242C72FB0FA9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8D01F-59C8-48D2-8146-29C8D3A5F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7721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95041-2FC5-4DA0-9DD8-242C72FB0FA9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8D01F-59C8-48D2-8146-29C8D3A5F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5240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95041-2FC5-4DA0-9DD8-242C72FB0FA9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8D01F-59C8-48D2-8146-29C8D3A5F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6955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C695041-2FC5-4DA0-9DD8-242C72FB0FA9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A8D01F-59C8-48D2-8146-29C8D3A5F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62984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Paul’s </a:t>
            </a:r>
            <a:r>
              <a:rPr lang="en-US" dirty="0" smtClean="0"/>
              <a:t>3rd </a:t>
            </a:r>
            <a:r>
              <a:rPr lang="en-US"/>
              <a:t>missionary </a:t>
            </a:r>
            <a:r>
              <a:rPr lang="en-US" smtClean="0"/>
              <a:t>journey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0649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addddadda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8366" y="0"/>
            <a:ext cx="12260366" cy="6918284"/>
          </a:xfrm>
        </p:spPr>
      </p:pic>
      <p:sp>
        <p:nvSpPr>
          <p:cNvPr id="9" name="Freeform 8"/>
          <p:cNvSpPr/>
          <p:nvPr/>
        </p:nvSpPr>
        <p:spPr>
          <a:xfrm>
            <a:off x="8127050" y="3105952"/>
            <a:ext cx="2240160" cy="423461"/>
          </a:xfrm>
          <a:custGeom>
            <a:avLst/>
            <a:gdLst>
              <a:gd name="connsiteX0" fmla="*/ 2025354 w 2240160"/>
              <a:gd name="connsiteY0" fmla="*/ 423461 h 423461"/>
              <a:gd name="connsiteX1" fmla="*/ 2050991 w 2240160"/>
              <a:gd name="connsiteY1" fmla="*/ 81629 h 423461"/>
              <a:gd name="connsiteX2" fmla="*/ 0 w 2240160"/>
              <a:gd name="connsiteY2" fmla="*/ 4717 h 4234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40160" h="423461">
                <a:moveTo>
                  <a:pt x="2025354" y="423461"/>
                </a:moveTo>
                <a:cubicBezTo>
                  <a:pt x="2206952" y="287440"/>
                  <a:pt x="2388550" y="151420"/>
                  <a:pt x="2050991" y="81629"/>
                </a:cubicBezTo>
                <a:cubicBezTo>
                  <a:pt x="1713432" y="11838"/>
                  <a:pt x="343256" y="-10950"/>
                  <a:pt x="0" y="4717"/>
                </a:cubicBezTo>
              </a:path>
            </a:pathLst>
          </a:custGeom>
          <a:ln w="571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ight Arrow 9"/>
          <p:cNvSpPr/>
          <p:nvPr/>
        </p:nvSpPr>
        <p:spPr>
          <a:xfrm rot="10800000">
            <a:off x="9408917" y="3048490"/>
            <a:ext cx="170917" cy="18329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ight Arrow 10"/>
          <p:cNvSpPr/>
          <p:nvPr/>
        </p:nvSpPr>
        <p:spPr>
          <a:xfrm rot="12049014">
            <a:off x="7961534" y="2926937"/>
            <a:ext cx="162607" cy="1905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Freeform 12"/>
          <p:cNvSpPr/>
          <p:nvPr/>
        </p:nvSpPr>
        <p:spPr>
          <a:xfrm>
            <a:off x="7323746" y="2666288"/>
            <a:ext cx="722879" cy="299103"/>
          </a:xfrm>
          <a:custGeom>
            <a:avLst/>
            <a:gdLst>
              <a:gd name="connsiteX0" fmla="*/ 640934 w 722879"/>
              <a:gd name="connsiteY0" fmla="*/ 299103 h 299103"/>
              <a:gd name="connsiteX1" fmla="*/ 666572 w 722879"/>
              <a:gd name="connsiteY1" fmla="*/ 196553 h 299103"/>
              <a:gd name="connsiteX2" fmla="*/ 0 w 722879"/>
              <a:gd name="connsiteY2" fmla="*/ 0 h 299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22879" h="299103">
                <a:moveTo>
                  <a:pt x="640934" y="299103"/>
                </a:moveTo>
                <a:cubicBezTo>
                  <a:pt x="707164" y="272753"/>
                  <a:pt x="773394" y="246403"/>
                  <a:pt x="666572" y="196553"/>
                </a:cubicBezTo>
                <a:cubicBezTo>
                  <a:pt x="559750" y="146703"/>
                  <a:pt x="72639" y="32759"/>
                  <a:pt x="0" y="0"/>
                </a:cubicBezTo>
              </a:path>
            </a:pathLst>
          </a:custGeom>
          <a:ln w="571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ight Arrow 13"/>
          <p:cNvSpPr/>
          <p:nvPr/>
        </p:nvSpPr>
        <p:spPr>
          <a:xfrm rot="12049014">
            <a:off x="7239952" y="2606421"/>
            <a:ext cx="172619" cy="1089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/>
          <p:cNvSpPr txBox="1"/>
          <p:nvPr/>
        </p:nvSpPr>
        <p:spPr>
          <a:xfrm>
            <a:off x="5230026" y="1721672"/>
            <a:ext cx="1042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.</a:t>
            </a:r>
            <a:r>
              <a:rPr lang="ml-IN" b="1" dirty="0" smtClean="0">
                <a:solidFill>
                  <a:schemeClr val="bg1"/>
                </a:solidFill>
              </a:rPr>
              <a:t>മുസ്യ</a:t>
            </a:r>
            <a:r>
              <a:rPr lang="ml-IN" dirty="0" smtClean="0">
                <a:solidFill>
                  <a:schemeClr val="bg1"/>
                </a:solidFill>
              </a:rPr>
              <a:t> 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10198" y="6071343"/>
            <a:ext cx="74879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ml-IN" sz="2000" b="1" u="sng" dirty="0">
                <a:solidFill>
                  <a:schemeClr val="bg1"/>
                </a:solidFill>
              </a:rPr>
              <a:t>പൗലോസ് </a:t>
            </a:r>
            <a:r>
              <a:rPr lang="ml-IN" sz="2000" b="1" u="sng" dirty="0" smtClean="0">
                <a:solidFill>
                  <a:schemeClr val="bg1"/>
                </a:solidFill>
              </a:rPr>
              <a:t>അപ്പസ്തോലന്റെ</a:t>
            </a:r>
            <a:r>
              <a:rPr lang="en-IN" sz="2000" b="1" u="sng" dirty="0" smtClean="0">
                <a:solidFill>
                  <a:schemeClr val="bg1"/>
                </a:solidFill>
              </a:rPr>
              <a:t> </a:t>
            </a:r>
            <a:r>
              <a:rPr lang="ml-IN" sz="2000" b="1" u="sng" dirty="0">
                <a:solidFill>
                  <a:schemeClr val="bg1"/>
                </a:solidFill>
              </a:rPr>
              <a:t>മൂന്നാം </a:t>
            </a:r>
            <a:r>
              <a:rPr lang="ml-IN" sz="2000" b="1" u="sng" dirty="0" smtClean="0">
                <a:solidFill>
                  <a:schemeClr val="bg1"/>
                </a:solidFill>
              </a:rPr>
              <a:t>മിഷനറി യാത്ര </a:t>
            </a:r>
            <a:endParaRPr lang="en-IN" sz="2000" b="1" u="sng" dirty="0">
              <a:solidFill>
                <a:schemeClr val="bg1"/>
              </a:solidFill>
            </a:endParaRPr>
          </a:p>
        </p:txBody>
      </p:sp>
      <p:cxnSp>
        <p:nvCxnSpPr>
          <p:cNvPr id="31" name="Straight Arrow Connector 30"/>
          <p:cNvCxnSpPr/>
          <p:nvPr/>
        </p:nvCxnSpPr>
        <p:spPr>
          <a:xfrm flipH="1">
            <a:off x="4982198" y="2579304"/>
            <a:ext cx="2244029" cy="38608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4233938" y="1880075"/>
            <a:ext cx="899053" cy="1076770"/>
          </a:xfrm>
          <a:custGeom>
            <a:avLst/>
            <a:gdLst>
              <a:gd name="connsiteX0" fmla="*/ 731169 w 899053"/>
              <a:gd name="connsiteY0" fmla="*/ 1076770 h 1076770"/>
              <a:gd name="connsiteX1" fmla="*/ 859355 w 899053"/>
              <a:gd name="connsiteY1" fmla="*/ 282011 h 1076770"/>
              <a:gd name="connsiteX2" fmla="*/ 115871 w 899053"/>
              <a:gd name="connsiteY2" fmla="*/ 170916 h 1076770"/>
              <a:gd name="connsiteX3" fmla="*/ 13322 w 899053"/>
              <a:gd name="connsiteY3" fmla="*/ 0 h 1076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99053" h="1076770">
                <a:moveTo>
                  <a:pt x="731169" y="1076770"/>
                </a:moveTo>
                <a:cubicBezTo>
                  <a:pt x="846537" y="754878"/>
                  <a:pt x="961905" y="432987"/>
                  <a:pt x="859355" y="282011"/>
                </a:cubicBezTo>
                <a:cubicBezTo>
                  <a:pt x="756805" y="131035"/>
                  <a:pt x="256877" y="217918"/>
                  <a:pt x="115871" y="170916"/>
                </a:cubicBezTo>
                <a:cubicBezTo>
                  <a:pt x="-25135" y="123914"/>
                  <a:pt x="-5907" y="61957"/>
                  <a:pt x="13322" y="0"/>
                </a:cubicBezTo>
              </a:path>
            </a:pathLst>
          </a:cu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6" name="Straight Arrow Connector 15"/>
          <p:cNvCxnSpPr/>
          <p:nvPr/>
        </p:nvCxnSpPr>
        <p:spPr>
          <a:xfrm flipH="1" flipV="1">
            <a:off x="3216467" y="1304978"/>
            <a:ext cx="1017471" cy="53888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ight Arrow 17"/>
          <p:cNvSpPr/>
          <p:nvPr/>
        </p:nvSpPr>
        <p:spPr>
          <a:xfrm rot="12049014">
            <a:off x="3025313" y="1175659"/>
            <a:ext cx="162607" cy="1905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9" name="Straight Arrow Connector 18"/>
          <p:cNvCxnSpPr/>
          <p:nvPr/>
        </p:nvCxnSpPr>
        <p:spPr>
          <a:xfrm flipH="1">
            <a:off x="2220380" y="1152983"/>
            <a:ext cx="776384" cy="28262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ight Arrow 23"/>
          <p:cNvSpPr/>
          <p:nvPr/>
        </p:nvSpPr>
        <p:spPr>
          <a:xfrm rot="8970105">
            <a:off x="1928997" y="1440160"/>
            <a:ext cx="273542" cy="1448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Freeform 21"/>
          <p:cNvSpPr/>
          <p:nvPr/>
        </p:nvSpPr>
        <p:spPr>
          <a:xfrm>
            <a:off x="1914258" y="1640793"/>
            <a:ext cx="298443" cy="1307506"/>
          </a:xfrm>
          <a:custGeom>
            <a:avLst/>
            <a:gdLst>
              <a:gd name="connsiteX0" fmla="*/ 0 w 298443"/>
              <a:gd name="connsiteY0" fmla="*/ 0 h 1307506"/>
              <a:gd name="connsiteX1" fmla="*/ 290557 w 298443"/>
              <a:gd name="connsiteY1" fmla="*/ 991312 h 1307506"/>
              <a:gd name="connsiteX2" fmla="*/ 222191 w 298443"/>
              <a:gd name="connsiteY2" fmla="*/ 1307506 h 1307506"/>
              <a:gd name="connsiteX3" fmla="*/ 222191 w 298443"/>
              <a:gd name="connsiteY3" fmla="*/ 1307506 h 1307506"/>
              <a:gd name="connsiteX4" fmla="*/ 222191 w 298443"/>
              <a:gd name="connsiteY4" fmla="*/ 1307506 h 1307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8443" h="1307506">
                <a:moveTo>
                  <a:pt x="0" y="0"/>
                </a:moveTo>
                <a:cubicBezTo>
                  <a:pt x="126762" y="386697"/>
                  <a:pt x="253525" y="773394"/>
                  <a:pt x="290557" y="991312"/>
                </a:cubicBezTo>
                <a:cubicBezTo>
                  <a:pt x="327589" y="1209230"/>
                  <a:pt x="222191" y="1307506"/>
                  <a:pt x="222191" y="1307506"/>
                </a:cubicBezTo>
                <a:lnTo>
                  <a:pt x="222191" y="1307506"/>
                </a:lnTo>
                <a:lnTo>
                  <a:pt x="222191" y="1307506"/>
                </a:lnTo>
              </a:path>
            </a:pathLst>
          </a:cu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Freeform 24"/>
          <p:cNvSpPr/>
          <p:nvPr/>
        </p:nvSpPr>
        <p:spPr>
          <a:xfrm>
            <a:off x="2025353" y="1692067"/>
            <a:ext cx="414525" cy="1281869"/>
          </a:xfrm>
          <a:custGeom>
            <a:avLst/>
            <a:gdLst>
              <a:gd name="connsiteX0" fmla="*/ 179462 w 414525"/>
              <a:gd name="connsiteY0" fmla="*/ 1281869 h 1281869"/>
              <a:gd name="connsiteX1" fmla="*/ 410198 w 414525"/>
              <a:gd name="connsiteY1" fmla="*/ 521294 h 1281869"/>
              <a:gd name="connsiteX2" fmla="*/ 0 w 414525"/>
              <a:gd name="connsiteY2" fmla="*/ 0 h 1281869"/>
              <a:gd name="connsiteX3" fmla="*/ 0 w 414525"/>
              <a:gd name="connsiteY3" fmla="*/ 0 h 1281869"/>
              <a:gd name="connsiteX4" fmla="*/ 0 w 414525"/>
              <a:gd name="connsiteY4" fmla="*/ 0 h 1281869"/>
              <a:gd name="connsiteX5" fmla="*/ 0 w 414525"/>
              <a:gd name="connsiteY5" fmla="*/ 0 h 1281869"/>
              <a:gd name="connsiteX6" fmla="*/ 0 w 414525"/>
              <a:gd name="connsiteY6" fmla="*/ 0 h 1281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4525" h="1281869">
                <a:moveTo>
                  <a:pt x="179462" y="1281869"/>
                </a:moveTo>
                <a:cubicBezTo>
                  <a:pt x="309785" y="1008404"/>
                  <a:pt x="440108" y="734939"/>
                  <a:pt x="410198" y="521294"/>
                </a:cubicBezTo>
                <a:cubicBezTo>
                  <a:pt x="380288" y="307649"/>
                  <a:pt x="0" y="0"/>
                  <a:pt x="0" y="0"/>
                </a:cubicBez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Freeform 27"/>
          <p:cNvSpPr/>
          <p:nvPr/>
        </p:nvSpPr>
        <p:spPr>
          <a:xfrm>
            <a:off x="2025353" y="1563880"/>
            <a:ext cx="230737" cy="102550"/>
          </a:xfrm>
          <a:custGeom>
            <a:avLst/>
            <a:gdLst>
              <a:gd name="connsiteX0" fmla="*/ 0 w 230737"/>
              <a:gd name="connsiteY0" fmla="*/ 102550 h 102550"/>
              <a:gd name="connsiteX1" fmla="*/ 188008 w 230737"/>
              <a:gd name="connsiteY1" fmla="*/ 76913 h 102550"/>
              <a:gd name="connsiteX2" fmla="*/ 230737 w 230737"/>
              <a:gd name="connsiteY2" fmla="*/ 0 h 102550"/>
              <a:gd name="connsiteX3" fmla="*/ 230737 w 230737"/>
              <a:gd name="connsiteY3" fmla="*/ 0 h 102550"/>
              <a:gd name="connsiteX4" fmla="*/ 230737 w 230737"/>
              <a:gd name="connsiteY4" fmla="*/ 0 h 102550"/>
              <a:gd name="connsiteX5" fmla="*/ 230737 w 230737"/>
              <a:gd name="connsiteY5" fmla="*/ 0 h 102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0737" h="102550">
                <a:moveTo>
                  <a:pt x="0" y="102550"/>
                </a:moveTo>
                <a:cubicBezTo>
                  <a:pt x="74776" y="98277"/>
                  <a:pt x="149552" y="94005"/>
                  <a:pt x="188008" y="76913"/>
                </a:cubicBezTo>
                <a:cubicBezTo>
                  <a:pt x="226464" y="59821"/>
                  <a:pt x="230737" y="0"/>
                  <a:pt x="230737" y="0"/>
                </a:cubicBezTo>
                <a:lnTo>
                  <a:pt x="230737" y="0"/>
                </a:lnTo>
                <a:lnTo>
                  <a:pt x="230737" y="0"/>
                </a:lnTo>
                <a:lnTo>
                  <a:pt x="230737" y="0"/>
                </a:lnTo>
              </a:path>
            </a:pathLst>
          </a:cu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Freeform 28"/>
          <p:cNvSpPr/>
          <p:nvPr/>
        </p:nvSpPr>
        <p:spPr>
          <a:xfrm>
            <a:off x="2290273" y="1281869"/>
            <a:ext cx="700755" cy="272051"/>
          </a:xfrm>
          <a:custGeom>
            <a:avLst/>
            <a:gdLst>
              <a:gd name="connsiteX0" fmla="*/ 0 w 700755"/>
              <a:gd name="connsiteY0" fmla="*/ 222191 h 272051"/>
              <a:gd name="connsiteX1" fmla="*/ 504202 w 700755"/>
              <a:gd name="connsiteY1" fmla="*/ 256374 h 272051"/>
              <a:gd name="connsiteX2" fmla="*/ 700755 w 700755"/>
              <a:gd name="connsiteY2" fmla="*/ 0 h 272051"/>
              <a:gd name="connsiteX3" fmla="*/ 700755 w 700755"/>
              <a:gd name="connsiteY3" fmla="*/ 0 h 272051"/>
              <a:gd name="connsiteX4" fmla="*/ 700755 w 700755"/>
              <a:gd name="connsiteY4" fmla="*/ 0 h 272051"/>
              <a:gd name="connsiteX5" fmla="*/ 700755 w 700755"/>
              <a:gd name="connsiteY5" fmla="*/ 0 h 272051"/>
              <a:gd name="connsiteX6" fmla="*/ 700755 w 700755"/>
              <a:gd name="connsiteY6" fmla="*/ 0 h 272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00755" h="272051">
                <a:moveTo>
                  <a:pt x="0" y="222191"/>
                </a:moveTo>
                <a:cubicBezTo>
                  <a:pt x="193705" y="257798"/>
                  <a:pt x="387410" y="293406"/>
                  <a:pt x="504202" y="256374"/>
                </a:cubicBezTo>
                <a:cubicBezTo>
                  <a:pt x="620994" y="219342"/>
                  <a:pt x="700755" y="0"/>
                  <a:pt x="700755" y="0"/>
                </a:cubicBezTo>
                <a:lnTo>
                  <a:pt x="700755" y="0"/>
                </a:lnTo>
                <a:lnTo>
                  <a:pt x="700755" y="0"/>
                </a:lnTo>
                <a:lnTo>
                  <a:pt x="700755" y="0"/>
                </a:lnTo>
                <a:lnTo>
                  <a:pt x="700755" y="0"/>
                </a:lnTo>
              </a:path>
            </a:pathLst>
          </a:cu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Down Arrow 31"/>
          <p:cNvSpPr/>
          <p:nvPr/>
        </p:nvSpPr>
        <p:spPr>
          <a:xfrm rot="20603570">
            <a:off x="2006630" y="2070235"/>
            <a:ext cx="199033" cy="292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ight Arrow 32"/>
          <p:cNvSpPr/>
          <p:nvPr/>
        </p:nvSpPr>
        <p:spPr>
          <a:xfrm rot="14704838">
            <a:off x="2284013" y="2015059"/>
            <a:ext cx="235076" cy="18930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Freeform 33"/>
          <p:cNvSpPr/>
          <p:nvPr/>
        </p:nvSpPr>
        <p:spPr>
          <a:xfrm>
            <a:off x="3016665" y="1333144"/>
            <a:ext cx="178356" cy="137685"/>
          </a:xfrm>
          <a:custGeom>
            <a:avLst/>
            <a:gdLst>
              <a:gd name="connsiteX0" fmla="*/ 0 w 178356"/>
              <a:gd name="connsiteY0" fmla="*/ 0 h 137685"/>
              <a:gd name="connsiteX1" fmla="*/ 68367 w 178356"/>
              <a:gd name="connsiteY1" fmla="*/ 136733 h 137685"/>
              <a:gd name="connsiteX2" fmla="*/ 170916 w 178356"/>
              <a:gd name="connsiteY2" fmla="*/ 59820 h 137685"/>
              <a:gd name="connsiteX3" fmla="*/ 162371 w 178356"/>
              <a:gd name="connsiteY3" fmla="*/ 42729 h 137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356" h="137685">
                <a:moveTo>
                  <a:pt x="0" y="0"/>
                </a:moveTo>
                <a:cubicBezTo>
                  <a:pt x="19940" y="63381"/>
                  <a:pt x="39881" y="126763"/>
                  <a:pt x="68367" y="136733"/>
                </a:cubicBezTo>
                <a:cubicBezTo>
                  <a:pt x="96853" y="146703"/>
                  <a:pt x="155249" y="75487"/>
                  <a:pt x="170916" y="59820"/>
                </a:cubicBezTo>
                <a:cubicBezTo>
                  <a:pt x="186583" y="44153"/>
                  <a:pt x="174477" y="43441"/>
                  <a:pt x="162371" y="42729"/>
                </a:cubicBezTo>
              </a:path>
            </a:pathLst>
          </a:cu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Right Arrow 34"/>
          <p:cNvSpPr/>
          <p:nvPr/>
        </p:nvSpPr>
        <p:spPr>
          <a:xfrm rot="1666606">
            <a:off x="3154054" y="1611238"/>
            <a:ext cx="978408" cy="11038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TextBox 36"/>
          <p:cNvSpPr txBox="1"/>
          <p:nvPr/>
        </p:nvSpPr>
        <p:spPr>
          <a:xfrm>
            <a:off x="2820113" y="1895400"/>
            <a:ext cx="17006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l-IN" sz="1600" b="1" i="1" dirty="0" smtClean="0">
                <a:solidFill>
                  <a:schemeClr val="bg1"/>
                </a:solidFill>
              </a:rPr>
              <a:t>അസ്സോസ്</a:t>
            </a:r>
            <a:r>
              <a:rPr lang="en-IN" sz="1600" b="1" i="1" dirty="0" smtClean="0">
                <a:solidFill>
                  <a:schemeClr val="bg1"/>
                </a:solidFill>
              </a:rPr>
              <a:t>   </a:t>
            </a:r>
            <a:r>
              <a:rPr lang="en-US" sz="1600" b="1" i="1" dirty="0" smtClean="0">
                <a:solidFill>
                  <a:schemeClr val="bg1"/>
                </a:solidFill>
              </a:rPr>
              <a:t>.</a:t>
            </a:r>
            <a:r>
              <a:rPr lang="ml-IN" sz="1600" b="1" i="1" dirty="0" smtClean="0">
                <a:solidFill>
                  <a:schemeClr val="bg1"/>
                </a:solidFill>
              </a:rPr>
              <a:t> </a:t>
            </a:r>
            <a:endParaRPr lang="en-IN" sz="1600" b="1" i="1" dirty="0">
              <a:solidFill>
                <a:schemeClr val="bg1"/>
              </a:solidFill>
            </a:endParaRPr>
          </a:p>
        </p:txBody>
      </p:sp>
      <p:sp>
        <p:nvSpPr>
          <p:cNvPr id="38" name="Right Arrow 37"/>
          <p:cNvSpPr/>
          <p:nvPr/>
        </p:nvSpPr>
        <p:spPr>
          <a:xfrm rot="3902790">
            <a:off x="4039713" y="1920919"/>
            <a:ext cx="200277" cy="13300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TextBox 38"/>
          <p:cNvSpPr txBox="1"/>
          <p:nvPr/>
        </p:nvSpPr>
        <p:spPr>
          <a:xfrm>
            <a:off x="3003680" y="2223546"/>
            <a:ext cx="17006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l-IN" sz="1600" b="1" i="1" dirty="0">
                <a:solidFill>
                  <a:schemeClr val="bg1"/>
                </a:solidFill>
              </a:rPr>
              <a:t>മിഥിലിനി</a:t>
            </a:r>
            <a:r>
              <a:rPr lang="en-IN" sz="1600" b="1" i="1" dirty="0" smtClean="0">
                <a:solidFill>
                  <a:schemeClr val="bg1"/>
                </a:solidFill>
              </a:rPr>
              <a:t>   </a:t>
            </a:r>
            <a:r>
              <a:rPr lang="en-US" sz="1600" b="1" i="1" dirty="0" smtClean="0">
                <a:solidFill>
                  <a:schemeClr val="bg1"/>
                </a:solidFill>
              </a:rPr>
              <a:t>.</a:t>
            </a:r>
            <a:r>
              <a:rPr lang="ml-IN" sz="1600" b="1" i="1" dirty="0" smtClean="0">
                <a:solidFill>
                  <a:schemeClr val="bg1"/>
                </a:solidFill>
              </a:rPr>
              <a:t> </a:t>
            </a:r>
            <a:endParaRPr lang="en-IN" sz="1600" b="1" i="1" dirty="0">
              <a:solidFill>
                <a:schemeClr val="bg1"/>
              </a:solidFill>
            </a:endParaRPr>
          </a:p>
        </p:txBody>
      </p:sp>
      <p:sp>
        <p:nvSpPr>
          <p:cNvPr id="40" name="Right Arrow 39"/>
          <p:cNvSpPr/>
          <p:nvPr/>
        </p:nvSpPr>
        <p:spPr>
          <a:xfrm rot="3585837">
            <a:off x="4116853" y="2191796"/>
            <a:ext cx="270341" cy="14229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TextBox 40"/>
          <p:cNvSpPr txBox="1"/>
          <p:nvPr/>
        </p:nvSpPr>
        <p:spPr>
          <a:xfrm rot="599865">
            <a:off x="2982848" y="3113947"/>
            <a:ext cx="17006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l-IN" sz="1600" b="1" dirty="0" smtClean="0">
                <a:solidFill>
                  <a:schemeClr val="bg1"/>
                </a:solidFill>
              </a:rPr>
              <a:t>സാമോസ്</a:t>
            </a:r>
            <a:r>
              <a:rPr lang="en-IN" sz="1600" b="1" dirty="0" smtClean="0">
                <a:solidFill>
                  <a:schemeClr val="bg1"/>
                </a:solidFill>
              </a:rPr>
              <a:t>  </a:t>
            </a:r>
            <a:r>
              <a:rPr lang="en-US" sz="1600" b="1" dirty="0" smtClean="0">
                <a:solidFill>
                  <a:schemeClr val="bg1"/>
                </a:solidFill>
              </a:rPr>
              <a:t>.</a:t>
            </a:r>
            <a:r>
              <a:rPr lang="ml-IN" sz="1600" b="1" dirty="0" smtClean="0">
                <a:solidFill>
                  <a:schemeClr val="bg1"/>
                </a:solidFill>
              </a:rPr>
              <a:t> 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42" name="Freeform 41"/>
          <p:cNvSpPr/>
          <p:nvPr/>
        </p:nvSpPr>
        <p:spPr>
          <a:xfrm>
            <a:off x="4050292" y="2521009"/>
            <a:ext cx="256788" cy="799152"/>
          </a:xfrm>
          <a:custGeom>
            <a:avLst/>
            <a:gdLst>
              <a:gd name="connsiteX0" fmla="*/ 256788 w 256788"/>
              <a:gd name="connsiteY0" fmla="*/ 0 h 799152"/>
              <a:gd name="connsiteX1" fmla="*/ 415 w 256788"/>
              <a:gd name="connsiteY1" fmla="*/ 299103 h 799152"/>
              <a:gd name="connsiteX2" fmla="*/ 196968 w 256788"/>
              <a:gd name="connsiteY2" fmla="*/ 743484 h 799152"/>
              <a:gd name="connsiteX3" fmla="*/ 205514 w 256788"/>
              <a:gd name="connsiteY3" fmla="*/ 777668 h 7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788" h="799152">
                <a:moveTo>
                  <a:pt x="256788" y="0"/>
                </a:moveTo>
                <a:cubicBezTo>
                  <a:pt x="133586" y="87594"/>
                  <a:pt x="10385" y="175189"/>
                  <a:pt x="415" y="299103"/>
                </a:cubicBezTo>
                <a:cubicBezTo>
                  <a:pt x="-9555" y="423017"/>
                  <a:pt x="162785" y="663723"/>
                  <a:pt x="196968" y="743484"/>
                </a:cubicBezTo>
                <a:cubicBezTo>
                  <a:pt x="231151" y="823245"/>
                  <a:pt x="218332" y="800456"/>
                  <a:pt x="205514" y="777668"/>
                </a:cubicBezTo>
              </a:path>
            </a:pathLst>
          </a:cu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TextBox 42"/>
          <p:cNvSpPr txBox="1"/>
          <p:nvPr/>
        </p:nvSpPr>
        <p:spPr>
          <a:xfrm rot="20486565">
            <a:off x="3406134" y="3331021"/>
            <a:ext cx="22275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l-IN" sz="1600" b="1" i="1" dirty="0">
                <a:solidFill>
                  <a:schemeClr val="bg1"/>
                </a:solidFill>
              </a:rPr>
              <a:t>മിലീത്തോസ്</a:t>
            </a:r>
            <a:r>
              <a:rPr lang="en-IN" sz="1600" b="1" i="1" dirty="0" smtClean="0">
                <a:solidFill>
                  <a:schemeClr val="bg1"/>
                </a:solidFill>
              </a:rPr>
              <a:t>    </a:t>
            </a:r>
            <a:r>
              <a:rPr lang="en-US" sz="1600" b="1" i="1" dirty="0" smtClean="0">
                <a:solidFill>
                  <a:schemeClr val="bg1"/>
                </a:solidFill>
              </a:rPr>
              <a:t>.</a:t>
            </a:r>
            <a:r>
              <a:rPr lang="ml-IN" sz="1600" b="1" i="1" dirty="0" smtClean="0">
                <a:solidFill>
                  <a:schemeClr val="bg1"/>
                </a:solidFill>
              </a:rPr>
              <a:t> </a:t>
            </a:r>
            <a:endParaRPr lang="en-IN" sz="1600" b="1" i="1" dirty="0">
              <a:solidFill>
                <a:schemeClr val="bg1"/>
              </a:solidFill>
            </a:endParaRPr>
          </a:p>
        </p:txBody>
      </p:sp>
      <p:sp>
        <p:nvSpPr>
          <p:cNvPr id="44" name="Freeform 43"/>
          <p:cNvSpPr/>
          <p:nvPr/>
        </p:nvSpPr>
        <p:spPr>
          <a:xfrm>
            <a:off x="4366901" y="3179010"/>
            <a:ext cx="683663" cy="119667"/>
          </a:xfrm>
          <a:custGeom>
            <a:avLst/>
            <a:gdLst>
              <a:gd name="connsiteX0" fmla="*/ 0 w 683663"/>
              <a:gd name="connsiteY0" fmla="*/ 111121 h 119667"/>
              <a:gd name="connsiteX1" fmla="*/ 444381 w 683663"/>
              <a:gd name="connsiteY1" fmla="*/ 26 h 119667"/>
              <a:gd name="connsiteX2" fmla="*/ 683663 w 683663"/>
              <a:gd name="connsiteY2" fmla="*/ 119667 h 119667"/>
              <a:gd name="connsiteX3" fmla="*/ 683663 w 683663"/>
              <a:gd name="connsiteY3" fmla="*/ 119667 h 119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3663" h="119667">
                <a:moveTo>
                  <a:pt x="0" y="111121"/>
                </a:moveTo>
                <a:cubicBezTo>
                  <a:pt x="165218" y="54861"/>
                  <a:pt x="330437" y="-1398"/>
                  <a:pt x="444381" y="26"/>
                </a:cubicBezTo>
                <a:cubicBezTo>
                  <a:pt x="558325" y="1450"/>
                  <a:pt x="683663" y="119667"/>
                  <a:pt x="683663" y="119667"/>
                </a:cubicBezTo>
                <a:lnTo>
                  <a:pt x="683663" y="119667"/>
                </a:lnTo>
              </a:path>
            </a:pathLst>
          </a:cu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TextBox 45"/>
          <p:cNvSpPr txBox="1"/>
          <p:nvPr/>
        </p:nvSpPr>
        <p:spPr>
          <a:xfrm rot="20486565">
            <a:off x="3507897" y="3667187"/>
            <a:ext cx="15601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l-IN" sz="1600" b="1" i="1" dirty="0" smtClean="0">
                <a:solidFill>
                  <a:schemeClr val="bg1"/>
                </a:solidFill>
              </a:rPr>
              <a:t>കോസ്</a:t>
            </a:r>
            <a:r>
              <a:rPr lang="en-IN" sz="1600" b="1" i="1" dirty="0" smtClean="0">
                <a:solidFill>
                  <a:schemeClr val="bg1"/>
                </a:solidFill>
              </a:rPr>
              <a:t>    </a:t>
            </a:r>
            <a:r>
              <a:rPr lang="en-US" sz="1600" b="1" i="1" dirty="0" smtClean="0">
                <a:solidFill>
                  <a:schemeClr val="bg1"/>
                </a:solidFill>
              </a:rPr>
              <a:t>.</a:t>
            </a:r>
            <a:r>
              <a:rPr lang="ml-IN" sz="1600" b="1" i="1" dirty="0" smtClean="0">
                <a:solidFill>
                  <a:schemeClr val="bg1"/>
                </a:solidFill>
              </a:rPr>
              <a:t> </a:t>
            </a:r>
            <a:endParaRPr lang="en-IN" sz="1600" b="1" i="1" dirty="0">
              <a:solidFill>
                <a:schemeClr val="bg1"/>
              </a:solidFill>
            </a:endParaRPr>
          </a:p>
        </p:txBody>
      </p:sp>
      <p:sp>
        <p:nvSpPr>
          <p:cNvPr id="47" name="Freeform 46"/>
          <p:cNvSpPr/>
          <p:nvPr/>
        </p:nvSpPr>
        <p:spPr>
          <a:xfrm>
            <a:off x="4606183" y="3390272"/>
            <a:ext cx="478565" cy="352786"/>
          </a:xfrm>
          <a:custGeom>
            <a:avLst/>
            <a:gdLst>
              <a:gd name="connsiteX0" fmla="*/ 478565 w 478565"/>
              <a:gd name="connsiteY0" fmla="*/ 19500 h 352786"/>
              <a:gd name="connsiteX1" fmla="*/ 307649 w 478565"/>
              <a:gd name="connsiteY1" fmla="*/ 36592 h 352786"/>
              <a:gd name="connsiteX2" fmla="*/ 0 w 478565"/>
              <a:gd name="connsiteY2" fmla="*/ 352786 h 352786"/>
              <a:gd name="connsiteX3" fmla="*/ 0 w 478565"/>
              <a:gd name="connsiteY3" fmla="*/ 352786 h 352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8565" h="352786">
                <a:moveTo>
                  <a:pt x="478565" y="19500"/>
                </a:moveTo>
                <a:cubicBezTo>
                  <a:pt x="432987" y="272"/>
                  <a:pt x="387410" y="-18956"/>
                  <a:pt x="307649" y="36592"/>
                </a:cubicBezTo>
                <a:cubicBezTo>
                  <a:pt x="227888" y="92140"/>
                  <a:pt x="0" y="352786"/>
                  <a:pt x="0" y="352786"/>
                </a:cubicBezTo>
                <a:lnTo>
                  <a:pt x="0" y="352786"/>
                </a:lnTo>
              </a:path>
            </a:pathLst>
          </a:cu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TextBox 47"/>
          <p:cNvSpPr txBox="1"/>
          <p:nvPr/>
        </p:nvSpPr>
        <p:spPr>
          <a:xfrm rot="1062486">
            <a:off x="6850523" y="3676226"/>
            <a:ext cx="13234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 smtClean="0">
                <a:solidFill>
                  <a:schemeClr val="bg1"/>
                </a:solidFill>
              </a:rPr>
              <a:t>. </a:t>
            </a:r>
            <a:r>
              <a:rPr lang="ml-IN" sz="1600" b="1" i="1" dirty="0">
                <a:solidFill>
                  <a:schemeClr val="bg1"/>
                </a:solidFill>
              </a:rPr>
              <a:t>പത്തര</a:t>
            </a:r>
            <a:r>
              <a:rPr lang="ml-IN" sz="1600" b="1" i="1" dirty="0" smtClean="0">
                <a:solidFill>
                  <a:schemeClr val="bg1"/>
                </a:solidFill>
              </a:rPr>
              <a:t> </a:t>
            </a:r>
            <a:endParaRPr lang="en-IN" sz="1600" b="1" i="1" dirty="0">
              <a:solidFill>
                <a:schemeClr val="bg1"/>
              </a:solidFill>
            </a:endParaRPr>
          </a:p>
        </p:txBody>
      </p:sp>
      <p:sp>
        <p:nvSpPr>
          <p:cNvPr id="49" name="Freeform 48"/>
          <p:cNvSpPr/>
          <p:nvPr/>
        </p:nvSpPr>
        <p:spPr>
          <a:xfrm>
            <a:off x="4648912" y="3695066"/>
            <a:ext cx="2494962" cy="556807"/>
          </a:xfrm>
          <a:custGeom>
            <a:avLst/>
            <a:gdLst>
              <a:gd name="connsiteX0" fmla="*/ 0 w 2494962"/>
              <a:gd name="connsiteY0" fmla="*/ 124904 h 556807"/>
              <a:gd name="connsiteX1" fmla="*/ 418744 w 2494962"/>
              <a:gd name="connsiteY1" fmla="*/ 193270 h 556807"/>
              <a:gd name="connsiteX2" fmla="*/ 820396 w 2494962"/>
              <a:gd name="connsiteY2" fmla="*/ 107813 h 556807"/>
              <a:gd name="connsiteX3" fmla="*/ 1888621 w 2494962"/>
              <a:gd name="connsiteY3" fmla="*/ 552194 h 556807"/>
              <a:gd name="connsiteX4" fmla="*/ 2478281 w 2494962"/>
              <a:gd name="connsiteY4" fmla="*/ 321457 h 556807"/>
              <a:gd name="connsiteX5" fmla="*/ 2333002 w 2494962"/>
              <a:gd name="connsiteY5" fmla="*/ 30900 h 556807"/>
              <a:gd name="connsiteX6" fmla="*/ 2333002 w 2494962"/>
              <a:gd name="connsiteY6" fmla="*/ 22355 h 556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94962" h="556807">
                <a:moveTo>
                  <a:pt x="0" y="124904"/>
                </a:moveTo>
                <a:cubicBezTo>
                  <a:pt x="141005" y="160511"/>
                  <a:pt x="282011" y="196119"/>
                  <a:pt x="418744" y="193270"/>
                </a:cubicBezTo>
                <a:cubicBezTo>
                  <a:pt x="555477" y="190422"/>
                  <a:pt x="575417" y="47992"/>
                  <a:pt x="820396" y="107813"/>
                </a:cubicBezTo>
                <a:cubicBezTo>
                  <a:pt x="1065375" y="167634"/>
                  <a:pt x="1612307" y="516587"/>
                  <a:pt x="1888621" y="552194"/>
                </a:cubicBezTo>
                <a:cubicBezTo>
                  <a:pt x="2164935" y="587801"/>
                  <a:pt x="2404218" y="408339"/>
                  <a:pt x="2478281" y="321457"/>
                </a:cubicBezTo>
                <a:cubicBezTo>
                  <a:pt x="2552344" y="234575"/>
                  <a:pt x="2357215" y="80750"/>
                  <a:pt x="2333002" y="30900"/>
                </a:cubicBezTo>
                <a:cubicBezTo>
                  <a:pt x="2308789" y="-18950"/>
                  <a:pt x="2320895" y="1702"/>
                  <a:pt x="2333002" y="22355"/>
                </a:cubicBezTo>
              </a:path>
            </a:pathLst>
          </a:cu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Freeform 49"/>
          <p:cNvSpPr/>
          <p:nvPr/>
        </p:nvSpPr>
        <p:spPr>
          <a:xfrm>
            <a:off x="7204105" y="3845607"/>
            <a:ext cx="2763507" cy="1487770"/>
          </a:xfrm>
          <a:custGeom>
            <a:avLst/>
            <a:gdLst>
              <a:gd name="connsiteX0" fmla="*/ 0 w 2763507"/>
              <a:gd name="connsiteY0" fmla="*/ 0 h 1487770"/>
              <a:gd name="connsiteX1" fmla="*/ 572568 w 2763507"/>
              <a:gd name="connsiteY1" fmla="*/ 1153683 h 1487770"/>
              <a:gd name="connsiteX2" fmla="*/ 2555192 w 2763507"/>
              <a:gd name="connsiteY2" fmla="*/ 1452786 h 1487770"/>
              <a:gd name="connsiteX3" fmla="*/ 2606467 w 2763507"/>
              <a:gd name="connsiteY3" fmla="*/ 1469877 h 1487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63507" h="1487770">
                <a:moveTo>
                  <a:pt x="0" y="0"/>
                </a:moveTo>
                <a:cubicBezTo>
                  <a:pt x="73351" y="455776"/>
                  <a:pt x="146703" y="911552"/>
                  <a:pt x="572568" y="1153683"/>
                </a:cubicBezTo>
                <a:cubicBezTo>
                  <a:pt x="998433" y="1395814"/>
                  <a:pt x="2216209" y="1400087"/>
                  <a:pt x="2555192" y="1452786"/>
                </a:cubicBezTo>
                <a:cubicBezTo>
                  <a:pt x="2894175" y="1505485"/>
                  <a:pt x="2750321" y="1487681"/>
                  <a:pt x="2606467" y="1469877"/>
                </a:cubicBezTo>
              </a:path>
            </a:pathLst>
          </a:cu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TextBox 50"/>
          <p:cNvSpPr txBox="1"/>
          <p:nvPr/>
        </p:nvSpPr>
        <p:spPr>
          <a:xfrm>
            <a:off x="9739660" y="5272272"/>
            <a:ext cx="24181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chemeClr val="bg1"/>
                </a:solidFill>
              </a:rPr>
              <a:t>.</a:t>
            </a:r>
            <a:r>
              <a:rPr lang="ml-IN" sz="1600" b="1" dirty="0">
                <a:solidFill>
                  <a:schemeClr val="bg1"/>
                </a:solidFill>
              </a:rPr>
              <a:t> പ്തൊലെമായിസ്</a:t>
            </a:r>
            <a:r>
              <a:rPr lang="ml-IN" sz="1600" b="1" dirty="0" smtClean="0">
                <a:solidFill>
                  <a:schemeClr val="bg1"/>
                </a:solidFill>
              </a:rPr>
              <a:t> 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52" name="Down Arrow 51"/>
          <p:cNvSpPr/>
          <p:nvPr/>
        </p:nvSpPr>
        <p:spPr>
          <a:xfrm>
            <a:off x="9768570" y="5320159"/>
            <a:ext cx="199042" cy="1451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Down Arrow 52"/>
          <p:cNvSpPr/>
          <p:nvPr/>
        </p:nvSpPr>
        <p:spPr>
          <a:xfrm>
            <a:off x="9705475" y="5453350"/>
            <a:ext cx="199042" cy="1451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Right Arrow 53"/>
          <p:cNvSpPr/>
          <p:nvPr/>
        </p:nvSpPr>
        <p:spPr>
          <a:xfrm rot="2156637">
            <a:off x="9824760" y="5630555"/>
            <a:ext cx="334300" cy="1757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Right Arrow 54"/>
          <p:cNvSpPr/>
          <p:nvPr/>
        </p:nvSpPr>
        <p:spPr>
          <a:xfrm rot="1484747">
            <a:off x="5906107" y="4029206"/>
            <a:ext cx="410198" cy="1363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" name="Right Arrow 55"/>
          <p:cNvSpPr/>
          <p:nvPr/>
        </p:nvSpPr>
        <p:spPr>
          <a:xfrm rot="1484747">
            <a:off x="7694900" y="4985443"/>
            <a:ext cx="410198" cy="1363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Down Arrow 56"/>
          <p:cNvSpPr/>
          <p:nvPr/>
        </p:nvSpPr>
        <p:spPr>
          <a:xfrm rot="20159708">
            <a:off x="4071330" y="2958009"/>
            <a:ext cx="161048" cy="20148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Right Arrow 57"/>
          <p:cNvSpPr/>
          <p:nvPr/>
        </p:nvSpPr>
        <p:spPr>
          <a:xfrm>
            <a:off x="4657601" y="3116118"/>
            <a:ext cx="209875" cy="1647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Down Arrow 58"/>
          <p:cNvSpPr/>
          <p:nvPr/>
        </p:nvSpPr>
        <p:spPr>
          <a:xfrm rot="2145956">
            <a:off x="4691692" y="3430327"/>
            <a:ext cx="141692" cy="30163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7743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3" grpId="0" animBg="1"/>
      <p:bldP spid="14" grpId="0" animBg="1"/>
      <p:bldP spid="36" grpId="0" animBg="1"/>
      <p:bldP spid="18" grpId="0" animBg="1"/>
      <p:bldP spid="24" grpId="0" animBg="1"/>
      <p:bldP spid="22" grpId="0" animBg="1"/>
      <p:bldP spid="25" grpId="0" animBg="1"/>
      <p:bldP spid="28" grpId="0" animBg="1"/>
      <p:bldP spid="29" grpId="0" animBg="1"/>
      <p:bldP spid="32" grpId="0" animBg="1"/>
      <p:bldP spid="33" grpId="0" animBg="1"/>
      <p:bldP spid="34" grpId="0" animBg="1"/>
      <p:bldP spid="35" grpId="0" animBg="1"/>
      <p:bldP spid="38" grpId="0" animBg="1"/>
      <p:bldP spid="40" grpId="0" animBg="1"/>
      <p:bldP spid="42" grpId="0" animBg="1"/>
      <p:bldP spid="44" grpId="0" animBg="1"/>
      <p:bldP spid="47" grpId="0" animBg="1"/>
      <p:bldP spid="49" grpId="0" animBg="1"/>
      <p:bldP spid="50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333</TotalTime>
  <Words>26</Words>
  <Application>Microsoft Office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Century Gothic</vt:lpstr>
      <vt:lpstr>Kartika</vt:lpstr>
      <vt:lpstr>Wingdings 3</vt:lpstr>
      <vt:lpstr>Ion</vt:lpstr>
      <vt:lpstr>Paul’s 3rd missionary journey</vt:lpstr>
      <vt:lpstr>addddadda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29</cp:revision>
  <dcterms:created xsi:type="dcterms:W3CDTF">2026-05-02T18:55:53Z</dcterms:created>
  <dcterms:modified xsi:type="dcterms:W3CDTF">2026-08-30T05:17:04Z</dcterms:modified>
</cp:coreProperties>
</file>