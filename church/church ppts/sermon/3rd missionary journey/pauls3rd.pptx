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118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273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7767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574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117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39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50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2385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595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018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3863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87343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8863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3258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721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524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955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C695041-2FC5-4DA0-9DD8-242C72FB0FA9}" type="datetimeFigureOut">
              <a:rPr lang="en-IN" smtClean="0"/>
              <a:t>18-07-2026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2984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Paul’s </a:t>
            </a:r>
            <a:r>
              <a:rPr lang="en-US" dirty="0" smtClean="0"/>
              <a:t>3rd </a:t>
            </a:r>
            <a:r>
              <a:rPr lang="en-US"/>
              <a:t>missionary </a:t>
            </a:r>
            <a:r>
              <a:rPr lang="en-US" smtClean="0"/>
              <a:t>journey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649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366" y="0"/>
            <a:ext cx="12260366" cy="6918284"/>
          </a:xfrm>
        </p:spPr>
      </p:pic>
      <p:sp>
        <p:nvSpPr>
          <p:cNvPr id="9" name="Freeform 8"/>
          <p:cNvSpPr/>
          <p:nvPr/>
        </p:nvSpPr>
        <p:spPr>
          <a:xfrm>
            <a:off x="8127050" y="3105952"/>
            <a:ext cx="2240160" cy="423461"/>
          </a:xfrm>
          <a:custGeom>
            <a:avLst/>
            <a:gdLst>
              <a:gd name="connsiteX0" fmla="*/ 2025354 w 2240160"/>
              <a:gd name="connsiteY0" fmla="*/ 423461 h 423461"/>
              <a:gd name="connsiteX1" fmla="*/ 2050991 w 2240160"/>
              <a:gd name="connsiteY1" fmla="*/ 81629 h 423461"/>
              <a:gd name="connsiteX2" fmla="*/ 0 w 2240160"/>
              <a:gd name="connsiteY2" fmla="*/ 4717 h 423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40160" h="423461">
                <a:moveTo>
                  <a:pt x="2025354" y="423461"/>
                </a:moveTo>
                <a:cubicBezTo>
                  <a:pt x="2206952" y="287440"/>
                  <a:pt x="2388550" y="151420"/>
                  <a:pt x="2050991" y="81629"/>
                </a:cubicBezTo>
                <a:cubicBezTo>
                  <a:pt x="1713432" y="11838"/>
                  <a:pt x="343256" y="-10950"/>
                  <a:pt x="0" y="4717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ight Arrow 9"/>
          <p:cNvSpPr/>
          <p:nvPr/>
        </p:nvSpPr>
        <p:spPr>
          <a:xfrm rot="10800000">
            <a:off x="9408917" y="3048490"/>
            <a:ext cx="170917" cy="1832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ight Arrow 10"/>
          <p:cNvSpPr/>
          <p:nvPr/>
        </p:nvSpPr>
        <p:spPr>
          <a:xfrm rot="12049014">
            <a:off x="7961534" y="2926937"/>
            <a:ext cx="162607" cy="1905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Freeform 12"/>
          <p:cNvSpPr/>
          <p:nvPr/>
        </p:nvSpPr>
        <p:spPr>
          <a:xfrm>
            <a:off x="7323746" y="2666288"/>
            <a:ext cx="722879" cy="299103"/>
          </a:xfrm>
          <a:custGeom>
            <a:avLst/>
            <a:gdLst>
              <a:gd name="connsiteX0" fmla="*/ 640934 w 722879"/>
              <a:gd name="connsiteY0" fmla="*/ 299103 h 299103"/>
              <a:gd name="connsiteX1" fmla="*/ 666572 w 722879"/>
              <a:gd name="connsiteY1" fmla="*/ 196553 h 299103"/>
              <a:gd name="connsiteX2" fmla="*/ 0 w 722879"/>
              <a:gd name="connsiteY2" fmla="*/ 0 h 299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22879" h="299103">
                <a:moveTo>
                  <a:pt x="640934" y="299103"/>
                </a:moveTo>
                <a:cubicBezTo>
                  <a:pt x="707164" y="272753"/>
                  <a:pt x="773394" y="246403"/>
                  <a:pt x="666572" y="196553"/>
                </a:cubicBezTo>
                <a:cubicBezTo>
                  <a:pt x="559750" y="146703"/>
                  <a:pt x="72639" y="32759"/>
                  <a:pt x="0" y="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ight Arrow 13"/>
          <p:cNvSpPr/>
          <p:nvPr/>
        </p:nvSpPr>
        <p:spPr>
          <a:xfrm rot="12049014">
            <a:off x="7239952" y="2606421"/>
            <a:ext cx="172619" cy="1089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5230026" y="1721672"/>
            <a:ext cx="1042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r>
              <a:rPr lang="ml-IN" b="1" dirty="0" smtClean="0">
                <a:solidFill>
                  <a:schemeClr val="bg1"/>
                </a:solidFill>
              </a:rPr>
              <a:t>മുസ്യ</a:t>
            </a:r>
            <a:r>
              <a:rPr lang="ml-IN" dirty="0" smtClean="0">
                <a:solidFill>
                  <a:schemeClr val="bg1"/>
                </a:solidFill>
              </a:rPr>
              <a:t> 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0198" y="6071343"/>
            <a:ext cx="10772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ml-IN" sz="2000" b="1" u="sng" dirty="0">
                <a:solidFill>
                  <a:schemeClr val="bg1"/>
                </a:solidFill>
              </a:rPr>
              <a:t>പൗലോസ് </a:t>
            </a:r>
            <a:r>
              <a:rPr lang="ml-IN" sz="2000" b="1" u="sng" dirty="0" smtClean="0">
                <a:solidFill>
                  <a:schemeClr val="bg1"/>
                </a:solidFill>
              </a:rPr>
              <a:t>അപ്പസ്തോലന്റെ</a:t>
            </a:r>
            <a:r>
              <a:rPr lang="en-IN" sz="2000" b="1" u="sng" dirty="0" smtClean="0">
                <a:solidFill>
                  <a:schemeClr val="bg1"/>
                </a:solidFill>
              </a:rPr>
              <a:t> </a:t>
            </a:r>
            <a:r>
              <a:rPr lang="ml-IN" sz="2000" b="1" u="sng" dirty="0">
                <a:solidFill>
                  <a:schemeClr val="bg1"/>
                </a:solidFill>
              </a:rPr>
              <a:t>മൂന്നാം </a:t>
            </a:r>
            <a:r>
              <a:rPr lang="ml-IN" sz="2000" b="1" u="sng" dirty="0" smtClean="0">
                <a:solidFill>
                  <a:schemeClr val="bg1"/>
                </a:solidFill>
              </a:rPr>
              <a:t>മിഷനറി </a:t>
            </a:r>
            <a:r>
              <a:rPr lang="ml-IN" sz="2000" b="1" u="sng" dirty="0">
                <a:solidFill>
                  <a:schemeClr val="bg1"/>
                </a:solidFill>
              </a:rPr>
              <a:t>യാത്ര</a:t>
            </a:r>
            <a:r>
              <a:rPr lang="ml-IN" sz="2000" b="1" u="sng" dirty="0" smtClean="0">
                <a:solidFill>
                  <a:schemeClr val="bg1"/>
                </a:solidFill>
              </a:rPr>
              <a:t> (ഏകദേശം ക്രി.വ. 49-52) </a:t>
            </a:r>
            <a:endParaRPr lang="en-IN" sz="2000" b="1" u="sng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 flipH="1">
            <a:off x="4982198" y="2579304"/>
            <a:ext cx="2244029" cy="38608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4233938" y="1880075"/>
            <a:ext cx="899053" cy="1076770"/>
          </a:xfrm>
          <a:custGeom>
            <a:avLst/>
            <a:gdLst>
              <a:gd name="connsiteX0" fmla="*/ 731169 w 899053"/>
              <a:gd name="connsiteY0" fmla="*/ 1076770 h 1076770"/>
              <a:gd name="connsiteX1" fmla="*/ 859355 w 899053"/>
              <a:gd name="connsiteY1" fmla="*/ 282011 h 1076770"/>
              <a:gd name="connsiteX2" fmla="*/ 115871 w 899053"/>
              <a:gd name="connsiteY2" fmla="*/ 170916 h 1076770"/>
              <a:gd name="connsiteX3" fmla="*/ 13322 w 899053"/>
              <a:gd name="connsiteY3" fmla="*/ 0 h 1076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99053" h="1076770">
                <a:moveTo>
                  <a:pt x="731169" y="1076770"/>
                </a:moveTo>
                <a:cubicBezTo>
                  <a:pt x="846537" y="754878"/>
                  <a:pt x="961905" y="432987"/>
                  <a:pt x="859355" y="282011"/>
                </a:cubicBezTo>
                <a:cubicBezTo>
                  <a:pt x="756805" y="131035"/>
                  <a:pt x="256877" y="217918"/>
                  <a:pt x="115871" y="170916"/>
                </a:cubicBezTo>
                <a:cubicBezTo>
                  <a:pt x="-25135" y="123914"/>
                  <a:pt x="-5907" y="61957"/>
                  <a:pt x="13322" y="0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743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36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145</TotalTime>
  <Words>17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Century Gothic</vt:lpstr>
      <vt:lpstr>Kartika</vt:lpstr>
      <vt:lpstr>Wingdings 3</vt:lpstr>
      <vt:lpstr>Ion</vt:lpstr>
      <vt:lpstr>Paul’s 3rd missionary journey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19</cp:revision>
  <dcterms:created xsi:type="dcterms:W3CDTF">2026-05-02T18:55:53Z</dcterms:created>
  <dcterms:modified xsi:type="dcterms:W3CDTF">2026-07-18T18:20:26Z</dcterms:modified>
</cp:coreProperties>
</file>