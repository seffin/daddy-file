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9" d="100"/>
          <a:sy n="89" d="100"/>
        </p:scale>
        <p:origin x="432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695041-2FC5-4DA0-9DD8-242C72FB0FA9}" type="datetimeFigureOut">
              <a:rPr lang="en-IN" smtClean="0"/>
              <a:t>28-06-2026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A8D01F-59C8-48D2-8146-29C8D3A5FE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21180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695041-2FC5-4DA0-9DD8-242C72FB0FA9}" type="datetimeFigureOut">
              <a:rPr lang="en-IN" smtClean="0"/>
              <a:t>28-06-2026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A8D01F-59C8-48D2-8146-29C8D3A5FE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602733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695041-2FC5-4DA0-9DD8-242C72FB0FA9}" type="datetimeFigureOut">
              <a:rPr lang="en-IN" smtClean="0"/>
              <a:t>28-06-2026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A8D01F-59C8-48D2-8146-29C8D3A5FE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777679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695041-2FC5-4DA0-9DD8-242C72FB0FA9}" type="datetimeFigureOut">
              <a:rPr lang="en-IN" smtClean="0"/>
              <a:t>28-06-2026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A8D01F-59C8-48D2-8146-29C8D3A5FE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075741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695041-2FC5-4DA0-9DD8-242C72FB0FA9}" type="datetimeFigureOut">
              <a:rPr lang="en-IN" smtClean="0"/>
              <a:t>28-06-2026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A8D01F-59C8-48D2-8146-29C8D3A5FE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981171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695041-2FC5-4DA0-9DD8-242C72FB0FA9}" type="datetimeFigureOut">
              <a:rPr lang="en-IN" smtClean="0"/>
              <a:t>28-06-2026</a:t>
            </a:fld>
            <a:endParaRPr lang="en-IN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A8D01F-59C8-48D2-8146-29C8D3A5FE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083971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695041-2FC5-4DA0-9DD8-242C72FB0FA9}" type="datetimeFigureOut">
              <a:rPr lang="en-IN" smtClean="0"/>
              <a:t>28-06-2026</a:t>
            </a:fld>
            <a:endParaRPr lang="en-IN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A8D01F-59C8-48D2-8146-29C8D3A5FE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185004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695041-2FC5-4DA0-9DD8-242C72FB0FA9}" type="datetimeFigureOut">
              <a:rPr lang="en-IN" smtClean="0"/>
              <a:t>28-06-2026</a:t>
            </a:fld>
            <a:endParaRPr lang="en-IN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A8D01F-59C8-48D2-8146-29C8D3A5FE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523850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695041-2FC5-4DA0-9DD8-242C72FB0FA9}" type="datetimeFigureOut">
              <a:rPr lang="en-IN" smtClean="0"/>
              <a:t>28-06-2026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A8D01F-59C8-48D2-8146-29C8D3A5FE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959573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695041-2FC5-4DA0-9DD8-242C72FB0FA9}" type="datetimeFigureOut">
              <a:rPr lang="en-IN" smtClean="0"/>
              <a:t>28-06-2026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A8D01F-59C8-48D2-8146-29C8D3A5FE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590187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695041-2FC5-4DA0-9DD8-242C72FB0FA9}" type="datetimeFigureOut">
              <a:rPr lang="en-IN" smtClean="0"/>
              <a:t>28-06-2026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A8D01F-59C8-48D2-8146-29C8D3A5FE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7386323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 smtClean="0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695041-2FC5-4DA0-9DD8-242C72FB0FA9}" type="datetimeFigureOut">
              <a:rPr lang="en-IN" smtClean="0"/>
              <a:t>28-06-2026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A8D01F-59C8-48D2-8146-29C8D3A5FE42}" type="slidenum">
              <a:rPr lang="en-IN" smtClean="0"/>
              <a:t>‹#›</a:t>
            </a:fld>
            <a:endParaRPr lang="en-IN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8873438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695041-2FC5-4DA0-9DD8-242C72FB0FA9}" type="datetimeFigureOut">
              <a:rPr lang="en-IN" smtClean="0"/>
              <a:t>28-06-2026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A8D01F-59C8-48D2-8146-29C8D3A5FE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0288635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695041-2FC5-4DA0-9DD8-242C72FB0FA9}" type="datetimeFigureOut">
              <a:rPr lang="en-IN" smtClean="0"/>
              <a:t>28-06-2026</a:t>
            </a:fld>
            <a:endParaRPr lang="en-IN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A8D01F-59C8-48D2-8146-29C8D3A5FE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7832581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695041-2FC5-4DA0-9DD8-242C72FB0FA9}" type="datetimeFigureOut">
              <a:rPr lang="en-IN" smtClean="0"/>
              <a:t>28-06-2026</a:t>
            </a:fld>
            <a:endParaRPr lang="en-IN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A8D01F-59C8-48D2-8146-29C8D3A5FE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877217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695041-2FC5-4DA0-9DD8-242C72FB0FA9}" type="datetimeFigureOut">
              <a:rPr lang="en-IN" smtClean="0"/>
              <a:t>28-06-2026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A8D01F-59C8-48D2-8146-29C8D3A5FE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6052407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695041-2FC5-4DA0-9DD8-242C72FB0FA9}" type="datetimeFigureOut">
              <a:rPr lang="en-IN" smtClean="0"/>
              <a:t>28-06-2026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A8D01F-59C8-48D2-8146-29C8D3A5FE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669550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BC695041-2FC5-4DA0-9DD8-242C72FB0FA9}" type="datetimeFigureOut">
              <a:rPr lang="en-IN" smtClean="0"/>
              <a:t>28-06-2026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EA8D01F-59C8-48D2-8146-29C8D3A5FE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1629846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Paul’s </a:t>
            </a:r>
            <a:r>
              <a:rPr lang="en-US" dirty="0" smtClean="0"/>
              <a:t>3rd </a:t>
            </a:r>
            <a:r>
              <a:rPr lang="en-US" dirty="0"/>
              <a:t>missionary journey (circa A.D. </a:t>
            </a:r>
            <a:r>
              <a:rPr lang="en-US" dirty="0" smtClean="0"/>
              <a:t>49–51)</a:t>
            </a:r>
            <a:endParaRPr lang="en-IN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006496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8366" y="0"/>
            <a:ext cx="12260366" cy="6918284"/>
          </a:xfrm>
        </p:spPr>
      </p:pic>
      <p:sp>
        <p:nvSpPr>
          <p:cNvPr id="9" name="Freeform 8"/>
          <p:cNvSpPr/>
          <p:nvPr/>
        </p:nvSpPr>
        <p:spPr>
          <a:xfrm>
            <a:off x="8127050" y="3105952"/>
            <a:ext cx="2240160" cy="423461"/>
          </a:xfrm>
          <a:custGeom>
            <a:avLst/>
            <a:gdLst>
              <a:gd name="connsiteX0" fmla="*/ 2025354 w 2240160"/>
              <a:gd name="connsiteY0" fmla="*/ 423461 h 423461"/>
              <a:gd name="connsiteX1" fmla="*/ 2050991 w 2240160"/>
              <a:gd name="connsiteY1" fmla="*/ 81629 h 423461"/>
              <a:gd name="connsiteX2" fmla="*/ 0 w 2240160"/>
              <a:gd name="connsiteY2" fmla="*/ 4717 h 4234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40160" h="423461">
                <a:moveTo>
                  <a:pt x="2025354" y="423461"/>
                </a:moveTo>
                <a:cubicBezTo>
                  <a:pt x="2206952" y="287440"/>
                  <a:pt x="2388550" y="151420"/>
                  <a:pt x="2050991" y="81629"/>
                </a:cubicBezTo>
                <a:cubicBezTo>
                  <a:pt x="1713432" y="11838"/>
                  <a:pt x="343256" y="-10950"/>
                  <a:pt x="0" y="4717"/>
                </a:cubicBezTo>
              </a:path>
            </a:pathLst>
          </a:custGeom>
          <a:ln w="571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Right Arrow 9"/>
          <p:cNvSpPr/>
          <p:nvPr/>
        </p:nvSpPr>
        <p:spPr>
          <a:xfrm rot="10800000">
            <a:off x="9408917" y="3048490"/>
            <a:ext cx="170917" cy="183291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Right Arrow 10"/>
          <p:cNvSpPr/>
          <p:nvPr/>
        </p:nvSpPr>
        <p:spPr>
          <a:xfrm rot="12049014">
            <a:off x="7961534" y="2926937"/>
            <a:ext cx="162607" cy="19052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Freeform 12"/>
          <p:cNvSpPr/>
          <p:nvPr/>
        </p:nvSpPr>
        <p:spPr>
          <a:xfrm>
            <a:off x="7323746" y="2666288"/>
            <a:ext cx="722879" cy="299103"/>
          </a:xfrm>
          <a:custGeom>
            <a:avLst/>
            <a:gdLst>
              <a:gd name="connsiteX0" fmla="*/ 640934 w 722879"/>
              <a:gd name="connsiteY0" fmla="*/ 299103 h 299103"/>
              <a:gd name="connsiteX1" fmla="*/ 666572 w 722879"/>
              <a:gd name="connsiteY1" fmla="*/ 196553 h 299103"/>
              <a:gd name="connsiteX2" fmla="*/ 0 w 722879"/>
              <a:gd name="connsiteY2" fmla="*/ 0 h 2991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22879" h="299103">
                <a:moveTo>
                  <a:pt x="640934" y="299103"/>
                </a:moveTo>
                <a:cubicBezTo>
                  <a:pt x="707164" y="272753"/>
                  <a:pt x="773394" y="246403"/>
                  <a:pt x="666572" y="196553"/>
                </a:cubicBezTo>
                <a:cubicBezTo>
                  <a:pt x="559750" y="146703"/>
                  <a:pt x="72639" y="32759"/>
                  <a:pt x="0" y="0"/>
                </a:cubicBezTo>
              </a:path>
            </a:pathLst>
          </a:custGeom>
          <a:ln w="571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" name="Right Arrow 13"/>
          <p:cNvSpPr/>
          <p:nvPr/>
        </p:nvSpPr>
        <p:spPr>
          <a:xfrm rot="12049014">
            <a:off x="7239952" y="2606421"/>
            <a:ext cx="172619" cy="10894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TextBox 14"/>
          <p:cNvSpPr txBox="1"/>
          <p:nvPr/>
        </p:nvSpPr>
        <p:spPr>
          <a:xfrm>
            <a:off x="5230026" y="1721672"/>
            <a:ext cx="10425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chemeClr val="bg1"/>
                </a:solidFill>
              </a:rPr>
              <a:t>.</a:t>
            </a:r>
            <a:r>
              <a:rPr lang="ml-IN" b="1" dirty="0" smtClean="0">
                <a:solidFill>
                  <a:schemeClr val="bg1"/>
                </a:solidFill>
              </a:rPr>
              <a:t>മുസ്യ</a:t>
            </a:r>
            <a:r>
              <a:rPr lang="ml-IN" dirty="0" smtClean="0">
                <a:solidFill>
                  <a:schemeClr val="bg1"/>
                </a:solidFill>
              </a:rPr>
              <a:t> </a:t>
            </a:r>
            <a:endParaRPr lang="en-IN" dirty="0">
              <a:solidFill>
                <a:schemeClr val="bg1"/>
              </a:solidFill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410198" y="6071343"/>
            <a:ext cx="107725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ml-IN" sz="2000" b="1" u="sng" dirty="0">
                <a:solidFill>
                  <a:schemeClr val="bg1"/>
                </a:solidFill>
              </a:rPr>
              <a:t>പൗലോസ് </a:t>
            </a:r>
            <a:r>
              <a:rPr lang="ml-IN" sz="2000" b="1" u="sng" dirty="0" smtClean="0">
                <a:solidFill>
                  <a:schemeClr val="bg1"/>
                </a:solidFill>
              </a:rPr>
              <a:t>അപ്പസ്തോലന്റെ</a:t>
            </a:r>
            <a:r>
              <a:rPr lang="en-IN" sz="2000" b="1" u="sng" dirty="0" smtClean="0">
                <a:solidFill>
                  <a:schemeClr val="bg1"/>
                </a:solidFill>
              </a:rPr>
              <a:t> </a:t>
            </a:r>
            <a:r>
              <a:rPr lang="ml-IN" sz="2000" b="1" u="sng" dirty="0">
                <a:solidFill>
                  <a:schemeClr val="bg1"/>
                </a:solidFill>
              </a:rPr>
              <a:t>മൂന്നാം </a:t>
            </a:r>
            <a:r>
              <a:rPr lang="ml-IN" sz="2000" b="1" u="sng" dirty="0" smtClean="0">
                <a:solidFill>
                  <a:schemeClr val="bg1"/>
                </a:solidFill>
              </a:rPr>
              <a:t>മിഷനറി </a:t>
            </a:r>
            <a:r>
              <a:rPr lang="ml-IN" sz="2000" b="1" u="sng" dirty="0">
                <a:solidFill>
                  <a:schemeClr val="bg1"/>
                </a:solidFill>
              </a:rPr>
              <a:t>യാത്ര</a:t>
            </a:r>
            <a:r>
              <a:rPr lang="ml-IN" sz="2000" b="1" u="sng" dirty="0" smtClean="0">
                <a:solidFill>
                  <a:schemeClr val="bg1"/>
                </a:solidFill>
              </a:rPr>
              <a:t> (ഏകദേശം ക്രി.വ. 49-52) </a:t>
            </a:r>
            <a:endParaRPr lang="en-IN" sz="2000" b="1" u="sng" dirty="0">
              <a:solidFill>
                <a:schemeClr val="bg1"/>
              </a:solidFill>
            </a:endParaRPr>
          </a:p>
        </p:txBody>
      </p:sp>
      <p:cxnSp>
        <p:nvCxnSpPr>
          <p:cNvPr id="31" name="Straight Arrow Connector 30"/>
          <p:cNvCxnSpPr/>
          <p:nvPr/>
        </p:nvCxnSpPr>
        <p:spPr>
          <a:xfrm flipH="1">
            <a:off x="4982198" y="2579304"/>
            <a:ext cx="2244029" cy="386087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Freeform 35"/>
          <p:cNvSpPr/>
          <p:nvPr/>
        </p:nvSpPr>
        <p:spPr>
          <a:xfrm>
            <a:off x="4233938" y="1880075"/>
            <a:ext cx="899053" cy="1076770"/>
          </a:xfrm>
          <a:custGeom>
            <a:avLst/>
            <a:gdLst>
              <a:gd name="connsiteX0" fmla="*/ 731169 w 899053"/>
              <a:gd name="connsiteY0" fmla="*/ 1076770 h 1076770"/>
              <a:gd name="connsiteX1" fmla="*/ 859355 w 899053"/>
              <a:gd name="connsiteY1" fmla="*/ 282011 h 1076770"/>
              <a:gd name="connsiteX2" fmla="*/ 115871 w 899053"/>
              <a:gd name="connsiteY2" fmla="*/ 170916 h 1076770"/>
              <a:gd name="connsiteX3" fmla="*/ 13322 w 899053"/>
              <a:gd name="connsiteY3" fmla="*/ 0 h 10767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99053" h="1076770">
                <a:moveTo>
                  <a:pt x="731169" y="1076770"/>
                </a:moveTo>
                <a:cubicBezTo>
                  <a:pt x="846537" y="754878"/>
                  <a:pt x="961905" y="432987"/>
                  <a:pt x="859355" y="282011"/>
                </a:cubicBezTo>
                <a:cubicBezTo>
                  <a:pt x="756805" y="131035"/>
                  <a:pt x="256877" y="217918"/>
                  <a:pt x="115871" y="170916"/>
                </a:cubicBezTo>
                <a:cubicBezTo>
                  <a:pt x="-25135" y="123914"/>
                  <a:pt x="-5907" y="61957"/>
                  <a:pt x="13322" y="0"/>
                </a:cubicBezTo>
              </a:path>
            </a:pathLst>
          </a:custGeom>
          <a:noFill/>
          <a:ln w="762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277435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3" grpId="0" animBg="1"/>
      <p:bldP spid="14" grpId="0" animBg="1"/>
      <p:bldP spid="36" grpId="0" animBg="1"/>
    </p:bld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144</TotalTime>
  <Words>23</Words>
  <Application>Microsoft Office PowerPoint</Application>
  <PresentationFormat>Widescreen</PresentationFormat>
  <Paragraphs>3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Century Gothic</vt:lpstr>
      <vt:lpstr>Kartika</vt:lpstr>
      <vt:lpstr>Wingdings 3</vt:lpstr>
      <vt:lpstr>Ion</vt:lpstr>
      <vt:lpstr>Paul’s 3rd missionary journey (circa A.D. 49–51)</vt:lpstr>
      <vt:lpstr>PowerPoint Presentation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DELL</dc:creator>
  <cp:lastModifiedBy>DELL</cp:lastModifiedBy>
  <cp:revision>18</cp:revision>
  <dcterms:created xsi:type="dcterms:W3CDTF">2026-05-02T18:55:53Z</dcterms:created>
  <dcterms:modified xsi:type="dcterms:W3CDTF">2026-06-27T20:18:04Z</dcterms:modified>
</cp:coreProperties>
</file>