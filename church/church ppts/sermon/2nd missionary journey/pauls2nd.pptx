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3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5041-2FC5-4DA0-9DD8-242C72FB0FA9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D01F-59C8-48D2-8146-29C8D3A5F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18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5041-2FC5-4DA0-9DD8-242C72FB0FA9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D01F-59C8-48D2-8146-29C8D3A5F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0273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5041-2FC5-4DA0-9DD8-242C72FB0FA9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D01F-59C8-48D2-8146-29C8D3A5F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7767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5041-2FC5-4DA0-9DD8-242C72FB0FA9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D01F-59C8-48D2-8146-29C8D3A5F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574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5041-2FC5-4DA0-9DD8-242C72FB0FA9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D01F-59C8-48D2-8146-29C8D3A5F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8117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5041-2FC5-4DA0-9DD8-242C72FB0FA9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D01F-59C8-48D2-8146-29C8D3A5F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397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5041-2FC5-4DA0-9DD8-242C72FB0FA9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D01F-59C8-48D2-8146-29C8D3A5F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8500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5041-2FC5-4DA0-9DD8-242C72FB0FA9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D01F-59C8-48D2-8146-29C8D3A5F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2385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5041-2FC5-4DA0-9DD8-242C72FB0FA9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D01F-59C8-48D2-8146-29C8D3A5F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5957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5041-2FC5-4DA0-9DD8-242C72FB0FA9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D01F-59C8-48D2-8146-29C8D3A5F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018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5041-2FC5-4DA0-9DD8-242C72FB0FA9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D01F-59C8-48D2-8146-29C8D3A5F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38632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5041-2FC5-4DA0-9DD8-242C72FB0FA9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D01F-59C8-48D2-8146-29C8D3A5FE42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873438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5041-2FC5-4DA0-9DD8-242C72FB0FA9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D01F-59C8-48D2-8146-29C8D3A5F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28863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5041-2FC5-4DA0-9DD8-242C72FB0FA9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D01F-59C8-48D2-8146-29C8D3A5F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83258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5041-2FC5-4DA0-9DD8-242C72FB0FA9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D01F-59C8-48D2-8146-29C8D3A5F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7721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5041-2FC5-4DA0-9DD8-242C72FB0FA9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D01F-59C8-48D2-8146-29C8D3A5F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5240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5041-2FC5-4DA0-9DD8-242C72FB0FA9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D01F-59C8-48D2-8146-29C8D3A5F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6955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C695041-2FC5-4DA0-9DD8-242C72FB0FA9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A8D01F-59C8-48D2-8146-29C8D3A5FE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62984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Paul’s second </a:t>
            </a:r>
            <a:r>
              <a:rPr lang="en-US"/>
              <a:t>missionary </a:t>
            </a:r>
            <a:r>
              <a:rPr lang="en-US" smtClean="0"/>
              <a:t>journey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0649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366" y="0"/>
            <a:ext cx="12260366" cy="6918284"/>
          </a:xfrm>
        </p:spPr>
      </p:pic>
      <p:sp>
        <p:nvSpPr>
          <p:cNvPr id="9" name="Freeform 8"/>
          <p:cNvSpPr/>
          <p:nvPr/>
        </p:nvSpPr>
        <p:spPr>
          <a:xfrm>
            <a:off x="8127050" y="3105952"/>
            <a:ext cx="2240160" cy="423461"/>
          </a:xfrm>
          <a:custGeom>
            <a:avLst/>
            <a:gdLst>
              <a:gd name="connsiteX0" fmla="*/ 2025354 w 2240160"/>
              <a:gd name="connsiteY0" fmla="*/ 423461 h 423461"/>
              <a:gd name="connsiteX1" fmla="*/ 2050991 w 2240160"/>
              <a:gd name="connsiteY1" fmla="*/ 81629 h 423461"/>
              <a:gd name="connsiteX2" fmla="*/ 0 w 2240160"/>
              <a:gd name="connsiteY2" fmla="*/ 4717 h 4234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40160" h="423461">
                <a:moveTo>
                  <a:pt x="2025354" y="423461"/>
                </a:moveTo>
                <a:cubicBezTo>
                  <a:pt x="2206952" y="287440"/>
                  <a:pt x="2388550" y="151420"/>
                  <a:pt x="2050991" y="81629"/>
                </a:cubicBezTo>
                <a:cubicBezTo>
                  <a:pt x="1713432" y="11838"/>
                  <a:pt x="343256" y="-10950"/>
                  <a:pt x="0" y="4717"/>
                </a:cubicBezTo>
              </a:path>
            </a:pathLst>
          </a:custGeom>
          <a:ln w="571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ight Arrow 9"/>
          <p:cNvSpPr/>
          <p:nvPr/>
        </p:nvSpPr>
        <p:spPr>
          <a:xfrm rot="10800000">
            <a:off x="9408917" y="3048490"/>
            <a:ext cx="170917" cy="18329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ight Arrow 10"/>
          <p:cNvSpPr/>
          <p:nvPr/>
        </p:nvSpPr>
        <p:spPr>
          <a:xfrm rot="12049014">
            <a:off x="7961534" y="2926937"/>
            <a:ext cx="162607" cy="1905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Freeform 12"/>
          <p:cNvSpPr/>
          <p:nvPr/>
        </p:nvSpPr>
        <p:spPr>
          <a:xfrm>
            <a:off x="7323746" y="2666288"/>
            <a:ext cx="722879" cy="299103"/>
          </a:xfrm>
          <a:custGeom>
            <a:avLst/>
            <a:gdLst>
              <a:gd name="connsiteX0" fmla="*/ 640934 w 722879"/>
              <a:gd name="connsiteY0" fmla="*/ 299103 h 299103"/>
              <a:gd name="connsiteX1" fmla="*/ 666572 w 722879"/>
              <a:gd name="connsiteY1" fmla="*/ 196553 h 299103"/>
              <a:gd name="connsiteX2" fmla="*/ 0 w 722879"/>
              <a:gd name="connsiteY2" fmla="*/ 0 h 299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22879" h="299103">
                <a:moveTo>
                  <a:pt x="640934" y="299103"/>
                </a:moveTo>
                <a:cubicBezTo>
                  <a:pt x="707164" y="272753"/>
                  <a:pt x="773394" y="246403"/>
                  <a:pt x="666572" y="196553"/>
                </a:cubicBezTo>
                <a:cubicBezTo>
                  <a:pt x="559750" y="146703"/>
                  <a:pt x="72639" y="32759"/>
                  <a:pt x="0" y="0"/>
                </a:cubicBezTo>
              </a:path>
            </a:pathLst>
          </a:custGeom>
          <a:ln w="571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ight Arrow 13"/>
          <p:cNvSpPr/>
          <p:nvPr/>
        </p:nvSpPr>
        <p:spPr>
          <a:xfrm rot="12049014">
            <a:off x="7239952" y="2606421"/>
            <a:ext cx="172619" cy="1089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/>
          <p:cNvSpPr txBox="1"/>
          <p:nvPr/>
        </p:nvSpPr>
        <p:spPr>
          <a:xfrm>
            <a:off x="5230026" y="1721672"/>
            <a:ext cx="1042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.</a:t>
            </a:r>
            <a:r>
              <a:rPr lang="ml-IN" b="1" dirty="0" smtClean="0">
                <a:solidFill>
                  <a:schemeClr val="bg1"/>
                </a:solidFill>
              </a:rPr>
              <a:t>മുസ്യ</a:t>
            </a:r>
            <a:r>
              <a:rPr lang="ml-IN" dirty="0" smtClean="0">
                <a:solidFill>
                  <a:schemeClr val="bg1"/>
                </a:solidFill>
              </a:rPr>
              <a:t> 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7" name="Freeform 16"/>
          <p:cNvSpPr/>
          <p:nvPr/>
        </p:nvSpPr>
        <p:spPr>
          <a:xfrm>
            <a:off x="5349667" y="2016807"/>
            <a:ext cx="1880075" cy="581114"/>
          </a:xfrm>
          <a:custGeom>
            <a:avLst/>
            <a:gdLst>
              <a:gd name="connsiteX0" fmla="*/ 1880075 w 1880075"/>
              <a:gd name="connsiteY0" fmla="*/ 581114 h 581114"/>
              <a:gd name="connsiteX1" fmla="*/ 1213503 w 1880075"/>
              <a:gd name="connsiteY1" fmla="*/ 94004 h 581114"/>
              <a:gd name="connsiteX2" fmla="*/ 0 w 1880075"/>
              <a:gd name="connsiteY2" fmla="*/ 0 h 581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80075" h="581114">
                <a:moveTo>
                  <a:pt x="1880075" y="581114"/>
                </a:moveTo>
                <a:cubicBezTo>
                  <a:pt x="1703462" y="385985"/>
                  <a:pt x="1526849" y="190856"/>
                  <a:pt x="1213503" y="94004"/>
                </a:cubicBezTo>
                <a:cubicBezTo>
                  <a:pt x="900157" y="-2848"/>
                  <a:pt x="180886" y="11394"/>
                  <a:pt x="0" y="0"/>
                </a:cubicBezTo>
              </a:path>
            </a:pathLst>
          </a:custGeom>
          <a:ln w="571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ight Arrow 17"/>
          <p:cNvSpPr/>
          <p:nvPr/>
        </p:nvSpPr>
        <p:spPr>
          <a:xfrm rot="10800000">
            <a:off x="5322602" y="1944657"/>
            <a:ext cx="170917" cy="18329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Freeform 20"/>
          <p:cNvSpPr/>
          <p:nvPr/>
        </p:nvSpPr>
        <p:spPr>
          <a:xfrm>
            <a:off x="4230168" y="1708067"/>
            <a:ext cx="1110953" cy="214737"/>
          </a:xfrm>
          <a:custGeom>
            <a:avLst/>
            <a:gdLst>
              <a:gd name="connsiteX0" fmla="*/ 1110953 w 1110953"/>
              <a:gd name="connsiteY0" fmla="*/ 214737 h 214737"/>
              <a:gd name="connsiteX1" fmla="*/ 589660 w 1110953"/>
              <a:gd name="connsiteY1" fmla="*/ 1092 h 214737"/>
              <a:gd name="connsiteX2" fmla="*/ 0 w 1110953"/>
              <a:gd name="connsiteY2" fmla="*/ 146370 h 214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10953" h="214737">
                <a:moveTo>
                  <a:pt x="1110953" y="214737"/>
                </a:moveTo>
                <a:cubicBezTo>
                  <a:pt x="942886" y="113611"/>
                  <a:pt x="774819" y="12486"/>
                  <a:pt x="589660" y="1092"/>
                </a:cubicBezTo>
                <a:cubicBezTo>
                  <a:pt x="404501" y="-10302"/>
                  <a:pt x="91155" y="69458"/>
                  <a:pt x="0" y="146370"/>
                </a:cubicBezTo>
              </a:path>
            </a:pathLst>
          </a:custGeom>
          <a:ln w="571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ight Arrow 21"/>
          <p:cNvSpPr/>
          <p:nvPr/>
        </p:nvSpPr>
        <p:spPr>
          <a:xfrm rot="10092147">
            <a:off x="4132776" y="1773577"/>
            <a:ext cx="331513" cy="11656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Freeform 23"/>
          <p:cNvSpPr/>
          <p:nvPr/>
        </p:nvSpPr>
        <p:spPr>
          <a:xfrm>
            <a:off x="3033757" y="1213503"/>
            <a:ext cx="1179320" cy="581114"/>
          </a:xfrm>
          <a:custGeom>
            <a:avLst/>
            <a:gdLst>
              <a:gd name="connsiteX0" fmla="*/ 1179320 w 1179320"/>
              <a:gd name="connsiteY0" fmla="*/ 581114 h 581114"/>
              <a:gd name="connsiteX1" fmla="*/ 897308 w 1179320"/>
              <a:gd name="connsiteY1" fmla="*/ 393106 h 581114"/>
              <a:gd name="connsiteX2" fmla="*/ 179462 w 1179320"/>
              <a:gd name="connsiteY2" fmla="*/ 128187 h 581114"/>
              <a:gd name="connsiteX3" fmla="*/ 0 w 1179320"/>
              <a:gd name="connsiteY3" fmla="*/ 0 h 581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9320" h="581114">
                <a:moveTo>
                  <a:pt x="1179320" y="581114"/>
                </a:moveTo>
                <a:cubicBezTo>
                  <a:pt x="1121635" y="524854"/>
                  <a:pt x="1063951" y="468594"/>
                  <a:pt x="897308" y="393106"/>
                </a:cubicBezTo>
                <a:cubicBezTo>
                  <a:pt x="730665" y="317618"/>
                  <a:pt x="329013" y="193705"/>
                  <a:pt x="179462" y="128187"/>
                </a:cubicBezTo>
                <a:cubicBezTo>
                  <a:pt x="29911" y="62669"/>
                  <a:pt x="109671" y="68366"/>
                  <a:pt x="0" y="0"/>
                </a:cubicBezTo>
              </a:path>
            </a:pathLst>
          </a:custGeom>
          <a:ln w="571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ight Arrow 24"/>
          <p:cNvSpPr/>
          <p:nvPr/>
        </p:nvSpPr>
        <p:spPr>
          <a:xfrm rot="12922245">
            <a:off x="3007100" y="1189761"/>
            <a:ext cx="140628" cy="939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/>
          <p:cNvSpPr txBox="1"/>
          <p:nvPr/>
        </p:nvSpPr>
        <p:spPr>
          <a:xfrm>
            <a:off x="410198" y="6071343"/>
            <a:ext cx="106490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ml-IN" sz="2000" b="1" u="sng" dirty="0">
                <a:solidFill>
                  <a:schemeClr val="bg1"/>
                </a:solidFill>
              </a:rPr>
              <a:t>പൗലോസ് അപ്പസ്തോലന്റെ രണ്ടാം മിഷനറി യാത്ര</a:t>
            </a:r>
            <a:r>
              <a:rPr lang="ml-IN" sz="2000" b="1" u="sng" dirty="0" smtClean="0">
                <a:solidFill>
                  <a:schemeClr val="bg1"/>
                </a:solidFill>
              </a:rPr>
              <a:t> (ഏകദേശം ക്രി.വ. 49-52) </a:t>
            </a:r>
            <a:endParaRPr lang="en-IN" sz="2000" b="1" u="sng" dirty="0">
              <a:solidFill>
                <a:schemeClr val="bg1"/>
              </a:solidFill>
            </a:endParaRPr>
          </a:p>
        </p:txBody>
      </p:sp>
      <p:sp>
        <p:nvSpPr>
          <p:cNvPr id="5" name="Freeform 4"/>
          <p:cNvSpPr/>
          <p:nvPr/>
        </p:nvSpPr>
        <p:spPr>
          <a:xfrm>
            <a:off x="2247544" y="1290415"/>
            <a:ext cx="803305" cy="162598"/>
          </a:xfrm>
          <a:custGeom>
            <a:avLst/>
            <a:gdLst>
              <a:gd name="connsiteX0" fmla="*/ 803305 w 803305"/>
              <a:gd name="connsiteY0" fmla="*/ 0 h 162598"/>
              <a:gd name="connsiteX1" fmla="*/ 546931 w 803305"/>
              <a:gd name="connsiteY1" fmla="*/ 136733 h 162598"/>
              <a:gd name="connsiteX2" fmla="*/ 0 w 803305"/>
              <a:gd name="connsiteY2" fmla="*/ 162370 h 162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03305" h="162598">
                <a:moveTo>
                  <a:pt x="803305" y="0"/>
                </a:moveTo>
                <a:cubicBezTo>
                  <a:pt x="742060" y="54835"/>
                  <a:pt x="680815" y="109671"/>
                  <a:pt x="546931" y="136733"/>
                </a:cubicBezTo>
                <a:cubicBezTo>
                  <a:pt x="413047" y="163795"/>
                  <a:pt x="206523" y="163082"/>
                  <a:pt x="0" y="162370"/>
                </a:cubicBezTo>
              </a:path>
            </a:pathLst>
          </a:cu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ight Arrow 19"/>
          <p:cNvSpPr/>
          <p:nvPr/>
        </p:nvSpPr>
        <p:spPr>
          <a:xfrm rot="10800000">
            <a:off x="2217627" y="1394545"/>
            <a:ext cx="175194" cy="1323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Freeform 7"/>
          <p:cNvSpPr/>
          <p:nvPr/>
        </p:nvSpPr>
        <p:spPr>
          <a:xfrm>
            <a:off x="1931350" y="1420184"/>
            <a:ext cx="282011" cy="203517"/>
          </a:xfrm>
          <a:custGeom>
            <a:avLst/>
            <a:gdLst>
              <a:gd name="connsiteX0" fmla="*/ 282011 w 282011"/>
              <a:gd name="connsiteY0" fmla="*/ 24055 h 203517"/>
              <a:gd name="connsiteX1" fmla="*/ 102549 w 282011"/>
              <a:gd name="connsiteY1" fmla="*/ 15509 h 203517"/>
              <a:gd name="connsiteX2" fmla="*/ 0 w 282011"/>
              <a:gd name="connsiteY2" fmla="*/ 203517 h 203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2011" h="203517">
                <a:moveTo>
                  <a:pt x="282011" y="24055"/>
                </a:moveTo>
                <a:cubicBezTo>
                  <a:pt x="215781" y="4827"/>
                  <a:pt x="149551" y="-14401"/>
                  <a:pt x="102549" y="15509"/>
                </a:cubicBezTo>
                <a:cubicBezTo>
                  <a:pt x="55547" y="45419"/>
                  <a:pt x="27773" y="124468"/>
                  <a:pt x="0" y="203517"/>
                </a:cubicBezTo>
              </a:path>
            </a:pathLst>
          </a:cu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ight Arrow 22"/>
          <p:cNvSpPr/>
          <p:nvPr/>
        </p:nvSpPr>
        <p:spPr>
          <a:xfrm rot="6950510">
            <a:off x="1861035" y="1567350"/>
            <a:ext cx="140628" cy="939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Freeform 15"/>
          <p:cNvSpPr/>
          <p:nvPr/>
        </p:nvSpPr>
        <p:spPr>
          <a:xfrm>
            <a:off x="1905712" y="1692067"/>
            <a:ext cx="678908" cy="1264778"/>
          </a:xfrm>
          <a:custGeom>
            <a:avLst/>
            <a:gdLst>
              <a:gd name="connsiteX0" fmla="*/ 0 w 678908"/>
              <a:gd name="connsiteY0" fmla="*/ 0 h 1264778"/>
              <a:gd name="connsiteX1" fmla="*/ 162370 w 678908"/>
              <a:gd name="connsiteY1" fmla="*/ 145279 h 1264778"/>
              <a:gd name="connsiteX2" fmla="*/ 316195 w 678908"/>
              <a:gd name="connsiteY2" fmla="*/ 256374 h 1264778"/>
              <a:gd name="connsiteX3" fmla="*/ 213645 w 678908"/>
              <a:gd name="connsiteY3" fmla="*/ 615297 h 1264778"/>
              <a:gd name="connsiteX4" fmla="*/ 341832 w 678908"/>
              <a:gd name="connsiteY4" fmla="*/ 760576 h 1264778"/>
              <a:gd name="connsiteX5" fmla="*/ 461473 w 678908"/>
              <a:gd name="connsiteY5" fmla="*/ 760576 h 1264778"/>
              <a:gd name="connsiteX6" fmla="*/ 675118 w 678908"/>
              <a:gd name="connsiteY6" fmla="*/ 1051133 h 1264778"/>
              <a:gd name="connsiteX7" fmla="*/ 598206 w 678908"/>
              <a:gd name="connsiteY7" fmla="*/ 1264778 h 1264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78908" h="1264778">
                <a:moveTo>
                  <a:pt x="0" y="0"/>
                </a:moveTo>
                <a:cubicBezTo>
                  <a:pt x="54835" y="51275"/>
                  <a:pt x="109671" y="102550"/>
                  <a:pt x="162370" y="145279"/>
                </a:cubicBezTo>
                <a:cubicBezTo>
                  <a:pt x="215069" y="188008"/>
                  <a:pt x="307649" y="178038"/>
                  <a:pt x="316195" y="256374"/>
                </a:cubicBezTo>
                <a:cubicBezTo>
                  <a:pt x="324741" y="334710"/>
                  <a:pt x="209372" y="531263"/>
                  <a:pt x="213645" y="615297"/>
                </a:cubicBezTo>
                <a:cubicBezTo>
                  <a:pt x="217918" y="699331"/>
                  <a:pt x="300527" y="736363"/>
                  <a:pt x="341832" y="760576"/>
                </a:cubicBezTo>
                <a:cubicBezTo>
                  <a:pt x="383137" y="784789"/>
                  <a:pt x="405926" y="712150"/>
                  <a:pt x="461473" y="760576"/>
                </a:cubicBezTo>
                <a:cubicBezTo>
                  <a:pt x="517020" y="809002"/>
                  <a:pt x="652329" y="967099"/>
                  <a:pt x="675118" y="1051133"/>
                </a:cubicBezTo>
                <a:cubicBezTo>
                  <a:pt x="697907" y="1135167"/>
                  <a:pt x="611025" y="1220625"/>
                  <a:pt x="598206" y="1264778"/>
                </a:cubicBezTo>
              </a:path>
            </a:pathLst>
          </a:cu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ight Arrow 25"/>
          <p:cNvSpPr/>
          <p:nvPr/>
        </p:nvSpPr>
        <p:spPr>
          <a:xfrm rot="6694325">
            <a:off x="2445328" y="2876037"/>
            <a:ext cx="123963" cy="1274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Freeform 18"/>
          <p:cNvSpPr/>
          <p:nvPr/>
        </p:nvSpPr>
        <p:spPr>
          <a:xfrm>
            <a:off x="2127903" y="2902680"/>
            <a:ext cx="324740" cy="122531"/>
          </a:xfrm>
          <a:custGeom>
            <a:avLst/>
            <a:gdLst>
              <a:gd name="connsiteX0" fmla="*/ 324740 w 324740"/>
              <a:gd name="connsiteY0" fmla="*/ 122531 h 122531"/>
              <a:gd name="connsiteX1" fmla="*/ 102549 w 324740"/>
              <a:gd name="connsiteY1" fmla="*/ 2890 h 122531"/>
              <a:gd name="connsiteX2" fmla="*/ 0 w 324740"/>
              <a:gd name="connsiteY2" fmla="*/ 37073 h 122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4740" h="122531">
                <a:moveTo>
                  <a:pt x="324740" y="122531"/>
                </a:moveTo>
                <a:cubicBezTo>
                  <a:pt x="240706" y="69832"/>
                  <a:pt x="156672" y="17133"/>
                  <a:pt x="102549" y="2890"/>
                </a:cubicBezTo>
                <a:cubicBezTo>
                  <a:pt x="48426" y="-11353"/>
                  <a:pt x="1424" y="31376"/>
                  <a:pt x="0" y="37073"/>
                </a:cubicBezTo>
              </a:path>
            </a:pathLst>
          </a:cu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ight Arrow 27"/>
          <p:cNvSpPr/>
          <p:nvPr/>
        </p:nvSpPr>
        <p:spPr>
          <a:xfrm rot="8683034">
            <a:off x="2084371" y="2903486"/>
            <a:ext cx="122890" cy="6019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Freeform 28"/>
          <p:cNvSpPr/>
          <p:nvPr/>
        </p:nvSpPr>
        <p:spPr>
          <a:xfrm>
            <a:off x="2102265" y="3008120"/>
            <a:ext cx="213645" cy="136732"/>
          </a:xfrm>
          <a:custGeom>
            <a:avLst/>
            <a:gdLst>
              <a:gd name="connsiteX0" fmla="*/ 0 w 213645"/>
              <a:gd name="connsiteY0" fmla="*/ 0 h 136732"/>
              <a:gd name="connsiteX1" fmla="*/ 213645 w 213645"/>
              <a:gd name="connsiteY1" fmla="*/ 136732 h 136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13645" h="136732">
                <a:moveTo>
                  <a:pt x="0" y="0"/>
                </a:moveTo>
                <a:cubicBezTo>
                  <a:pt x="76200" y="54835"/>
                  <a:pt x="152400" y="109670"/>
                  <a:pt x="213645" y="136732"/>
                </a:cubicBezTo>
              </a:path>
            </a:pathLst>
          </a:cu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ight Arrow 29"/>
          <p:cNvSpPr/>
          <p:nvPr/>
        </p:nvSpPr>
        <p:spPr>
          <a:xfrm rot="1453045">
            <a:off x="2206082" y="3066238"/>
            <a:ext cx="144900" cy="1291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Freeform 32"/>
          <p:cNvSpPr/>
          <p:nvPr/>
        </p:nvSpPr>
        <p:spPr>
          <a:xfrm>
            <a:off x="2392822" y="2980265"/>
            <a:ext cx="2455212" cy="556416"/>
          </a:xfrm>
          <a:custGeom>
            <a:avLst/>
            <a:gdLst>
              <a:gd name="connsiteX0" fmla="*/ 0 w 2455212"/>
              <a:gd name="connsiteY0" fmla="*/ 190225 h 556416"/>
              <a:gd name="connsiteX1" fmla="*/ 324741 w 2455212"/>
              <a:gd name="connsiteY1" fmla="*/ 318412 h 556416"/>
              <a:gd name="connsiteX2" fmla="*/ 529840 w 2455212"/>
              <a:gd name="connsiteY2" fmla="*/ 549148 h 556416"/>
              <a:gd name="connsiteX3" fmla="*/ 2042445 w 2455212"/>
              <a:gd name="connsiteY3" fmla="*/ 19309 h 556416"/>
              <a:gd name="connsiteX4" fmla="*/ 2435552 w 2455212"/>
              <a:gd name="connsiteY4" fmla="*/ 121858 h 556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55212" h="556416">
                <a:moveTo>
                  <a:pt x="0" y="190225"/>
                </a:moveTo>
                <a:cubicBezTo>
                  <a:pt x="118217" y="224408"/>
                  <a:pt x="236434" y="258592"/>
                  <a:pt x="324741" y="318412"/>
                </a:cubicBezTo>
                <a:cubicBezTo>
                  <a:pt x="413048" y="378233"/>
                  <a:pt x="243556" y="598998"/>
                  <a:pt x="529840" y="549148"/>
                </a:cubicBezTo>
                <a:cubicBezTo>
                  <a:pt x="816124" y="499298"/>
                  <a:pt x="1724826" y="90524"/>
                  <a:pt x="2042445" y="19309"/>
                </a:cubicBezTo>
                <a:cubicBezTo>
                  <a:pt x="2360064" y="-51906"/>
                  <a:pt x="2512464" y="94796"/>
                  <a:pt x="2435552" y="121858"/>
                </a:cubicBezTo>
              </a:path>
            </a:pathLst>
          </a:cu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ight Arrow 33"/>
          <p:cNvSpPr/>
          <p:nvPr/>
        </p:nvSpPr>
        <p:spPr>
          <a:xfrm rot="638889">
            <a:off x="4752068" y="2965445"/>
            <a:ext cx="195350" cy="1622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Freeform 36"/>
          <p:cNvSpPr/>
          <p:nvPr/>
        </p:nvSpPr>
        <p:spPr>
          <a:xfrm>
            <a:off x="4330783" y="3008120"/>
            <a:ext cx="5454152" cy="2580830"/>
          </a:xfrm>
          <a:custGeom>
            <a:avLst/>
            <a:gdLst>
              <a:gd name="connsiteX0" fmla="*/ 343767 w 5454152"/>
              <a:gd name="connsiteY0" fmla="*/ 0 h 2580830"/>
              <a:gd name="connsiteX1" fmla="*/ 1935 w 5454152"/>
              <a:gd name="connsiteY1" fmla="*/ 264919 h 2580830"/>
              <a:gd name="connsiteX2" fmla="*/ 480499 w 5454152"/>
              <a:gd name="connsiteY2" fmla="*/ 982766 h 2580830"/>
              <a:gd name="connsiteX3" fmla="*/ 993247 w 5454152"/>
              <a:gd name="connsiteY3" fmla="*/ 1469876 h 2580830"/>
              <a:gd name="connsiteX4" fmla="*/ 3958638 w 5454152"/>
              <a:gd name="connsiteY4" fmla="*/ 1897166 h 2580830"/>
              <a:gd name="connsiteX5" fmla="*/ 5454152 w 5454152"/>
              <a:gd name="connsiteY5" fmla="*/ 2580830 h 2580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4152" h="2580830">
                <a:moveTo>
                  <a:pt x="343767" y="0"/>
                </a:moveTo>
                <a:cubicBezTo>
                  <a:pt x="161456" y="50562"/>
                  <a:pt x="-20854" y="101125"/>
                  <a:pt x="1935" y="264919"/>
                </a:cubicBezTo>
                <a:cubicBezTo>
                  <a:pt x="24724" y="428713"/>
                  <a:pt x="315280" y="781940"/>
                  <a:pt x="480499" y="982766"/>
                </a:cubicBezTo>
                <a:cubicBezTo>
                  <a:pt x="645718" y="1183592"/>
                  <a:pt x="413557" y="1317476"/>
                  <a:pt x="993247" y="1469876"/>
                </a:cubicBezTo>
                <a:cubicBezTo>
                  <a:pt x="1572937" y="1622276"/>
                  <a:pt x="3215154" y="1712007"/>
                  <a:pt x="3958638" y="1897166"/>
                </a:cubicBezTo>
                <a:cubicBezTo>
                  <a:pt x="4702122" y="2082325"/>
                  <a:pt x="5163595" y="2489675"/>
                  <a:pt x="5454152" y="2580830"/>
                </a:cubicBezTo>
              </a:path>
            </a:pathLst>
          </a:cu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ight Arrow 37"/>
          <p:cNvSpPr/>
          <p:nvPr/>
        </p:nvSpPr>
        <p:spPr>
          <a:xfrm rot="638889">
            <a:off x="9638839" y="5485034"/>
            <a:ext cx="195350" cy="1622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Freeform 38"/>
          <p:cNvSpPr/>
          <p:nvPr/>
        </p:nvSpPr>
        <p:spPr>
          <a:xfrm>
            <a:off x="9779810" y="5588950"/>
            <a:ext cx="99128" cy="358923"/>
          </a:xfrm>
          <a:custGeom>
            <a:avLst/>
            <a:gdLst>
              <a:gd name="connsiteX0" fmla="*/ 99128 w 99128"/>
              <a:gd name="connsiteY0" fmla="*/ 0 h 358923"/>
              <a:gd name="connsiteX1" fmla="*/ 22216 w 99128"/>
              <a:gd name="connsiteY1" fmla="*/ 358923 h 358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9128" h="358923">
                <a:moveTo>
                  <a:pt x="99128" y="0"/>
                </a:moveTo>
                <a:cubicBezTo>
                  <a:pt x="31474" y="173052"/>
                  <a:pt x="-36180" y="346104"/>
                  <a:pt x="22216" y="358923"/>
                </a:cubicBezTo>
              </a:path>
            </a:pathLst>
          </a:cu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ight Arrow 39"/>
          <p:cNvSpPr/>
          <p:nvPr/>
        </p:nvSpPr>
        <p:spPr>
          <a:xfrm rot="6694325">
            <a:off x="9716382" y="5857097"/>
            <a:ext cx="123963" cy="1274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Freeform 40"/>
          <p:cNvSpPr/>
          <p:nvPr/>
        </p:nvSpPr>
        <p:spPr>
          <a:xfrm>
            <a:off x="9896030" y="3589234"/>
            <a:ext cx="476154" cy="2315910"/>
          </a:xfrm>
          <a:custGeom>
            <a:avLst/>
            <a:gdLst>
              <a:gd name="connsiteX0" fmla="*/ 0 w 476154"/>
              <a:gd name="connsiteY0" fmla="*/ 2315910 h 2315910"/>
              <a:gd name="connsiteX1" fmla="*/ 470019 w 476154"/>
              <a:gd name="connsiteY1" fmla="*/ 769121 h 2315910"/>
              <a:gd name="connsiteX2" fmla="*/ 290557 w 476154"/>
              <a:gd name="connsiteY2" fmla="*/ 0 h 2315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154" h="2315910">
                <a:moveTo>
                  <a:pt x="0" y="2315910"/>
                </a:moveTo>
                <a:cubicBezTo>
                  <a:pt x="210796" y="1735508"/>
                  <a:pt x="421593" y="1155106"/>
                  <a:pt x="470019" y="769121"/>
                </a:cubicBezTo>
                <a:cubicBezTo>
                  <a:pt x="518445" y="383136"/>
                  <a:pt x="263495" y="333286"/>
                  <a:pt x="290557" y="0"/>
                </a:cubicBezTo>
              </a:path>
            </a:pathLst>
          </a:cu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ight Arrow 41"/>
          <p:cNvSpPr/>
          <p:nvPr/>
        </p:nvSpPr>
        <p:spPr>
          <a:xfrm rot="16200000">
            <a:off x="10100525" y="3580075"/>
            <a:ext cx="174830" cy="11694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7743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3" grpId="0" animBg="1"/>
      <p:bldP spid="14" grpId="0" animBg="1"/>
      <p:bldP spid="17" grpId="0" animBg="1"/>
      <p:bldP spid="18" grpId="0" animBg="1"/>
      <p:bldP spid="21" grpId="0" animBg="1"/>
      <p:bldP spid="22" grpId="0" animBg="1"/>
      <p:bldP spid="24" grpId="0" animBg="1"/>
      <p:bldP spid="25" grpId="0" animBg="1"/>
      <p:bldP spid="5" grpId="0" animBg="1"/>
      <p:bldP spid="20" grpId="0" animBg="1"/>
      <p:bldP spid="8" grpId="0" animBg="1"/>
      <p:bldP spid="23" grpId="0" animBg="1"/>
      <p:bldP spid="16" grpId="0" animBg="1"/>
      <p:bldP spid="26" grpId="0" animBg="1"/>
      <p:bldP spid="19" grpId="0" animBg="1"/>
      <p:bldP spid="28" grpId="0" animBg="1"/>
      <p:bldP spid="29" grpId="0" animBg="1"/>
      <p:bldP spid="30" grpId="0" animBg="1"/>
      <p:bldP spid="33" grpId="0" animBg="1"/>
      <p:bldP spid="34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79</TotalTime>
  <Words>17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Century Gothic</vt:lpstr>
      <vt:lpstr>Kartika</vt:lpstr>
      <vt:lpstr>Wingdings 3</vt:lpstr>
      <vt:lpstr>Ion</vt:lpstr>
      <vt:lpstr>Paul’s second missionary journey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13</cp:revision>
  <dcterms:created xsi:type="dcterms:W3CDTF">2026-05-02T18:55:53Z</dcterms:created>
  <dcterms:modified xsi:type="dcterms:W3CDTF">2026-07-18T18:21:06Z</dcterms:modified>
</cp:coreProperties>
</file>